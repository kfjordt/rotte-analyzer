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7" r:id="rId2"/>
  </p:sldIdLst>
  <p:sldSz cx="7559675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2E0F"/>
    <a:srgbClr val="F8E7D3"/>
    <a:srgbClr val="FAE2CD"/>
    <a:srgbClr val="F7E8D4"/>
    <a:srgbClr val="FADDBD"/>
    <a:srgbClr val="F8D2AA"/>
    <a:srgbClr val="F9CC9A"/>
    <a:srgbClr val="F9A963"/>
    <a:srgbClr val="F9D2AA"/>
    <a:srgbClr val="F8EF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3354" y="-2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A1EF9C-BB33-4546-8EA1-D04AA1B8530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2349500" y="1143000"/>
            <a:ext cx="2159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B3E13-D6D1-4FA5-A82D-82631A6ABE6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915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FB3E13-D6D1-4FA5-A82D-82631A6ABE6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9552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67462"/>
            <a:ext cx="6425724" cy="3759917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72376"/>
            <a:ext cx="5669756" cy="2607442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9950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14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92444"/>
            <a:ext cx="6520220" cy="4492401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227345"/>
            <a:ext cx="6520220" cy="2362447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5521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74937"/>
            <a:ext cx="3212862" cy="685235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74937"/>
            <a:ext cx="3212862" cy="685235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992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74990"/>
            <a:ext cx="6520220" cy="2087455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47443"/>
            <a:ext cx="3198096" cy="1297471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44914"/>
            <a:ext cx="3198096" cy="58023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47443"/>
            <a:ext cx="3213847" cy="1297471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44914"/>
            <a:ext cx="3213847" cy="58023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529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8951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542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9984"/>
            <a:ext cx="2438192" cy="2519945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54968"/>
            <a:ext cx="3827085" cy="7674832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39929"/>
            <a:ext cx="2438192" cy="6002369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773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9984"/>
            <a:ext cx="2438192" cy="2519945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54968"/>
            <a:ext cx="3827085" cy="7674832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39929"/>
            <a:ext cx="2438192" cy="6002369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716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8570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74987"/>
            <a:ext cx="1630055" cy="9152300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74987"/>
            <a:ext cx="4795669" cy="9152300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731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74990"/>
            <a:ext cx="6520220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74937"/>
            <a:ext cx="6520220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10009783"/>
            <a:ext cx="170092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D824B-A6D6-4B80-9712-3EA9580464B9}" type="datetimeFigureOut">
              <a:rPr lang="en-GB" smtClean="0"/>
              <a:t>23/10/2025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10009783"/>
            <a:ext cx="255139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10009783"/>
            <a:ext cx="170092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0697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7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0C603-E2BB-872E-068C-9A6EFA54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3" name="Rektangel 2222">
            <a:extLst>
              <a:ext uri="{FF2B5EF4-FFF2-40B4-BE49-F238E27FC236}">
                <a16:creationId xmlns:a16="http://schemas.microsoft.com/office/drawing/2014/main" id="{858B18A6-2257-95C5-3E6A-43DA5EECF3B0}"/>
              </a:ext>
            </a:extLst>
          </p:cNvPr>
          <p:cNvSpPr/>
          <p:nvPr/>
        </p:nvSpPr>
        <p:spPr>
          <a:xfrm>
            <a:off x="390246" y="5629204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74" name="Lige forbindelse 2173">
            <a:extLst>
              <a:ext uri="{FF2B5EF4-FFF2-40B4-BE49-F238E27FC236}">
                <a16:creationId xmlns:a16="http://schemas.microsoft.com/office/drawing/2014/main" id="{A72F5FF8-1798-874F-85CC-CDCAB991159B}"/>
              </a:ext>
            </a:extLst>
          </p:cNvPr>
          <p:cNvCxnSpPr>
            <a:cxnSpLocks/>
          </p:cNvCxnSpPr>
          <p:nvPr/>
        </p:nvCxnSpPr>
        <p:spPr>
          <a:xfrm>
            <a:off x="488950" y="5477601"/>
            <a:ext cx="4673600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Kombinationstegning: figur 4">
            <a:extLst>
              <a:ext uri="{FF2B5EF4-FFF2-40B4-BE49-F238E27FC236}">
                <a16:creationId xmlns:a16="http://schemas.microsoft.com/office/drawing/2014/main" id="{3EFC1DF4-81E6-7339-891F-5F1093741AF9}"/>
              </a:ext>
            </a:extLst>
          </p:cNvPr>
          <p:cNvSpPr/>
          <p:nvPr/>
        </p:nvSpPr>
        <p:spPr>
          <a:xfrm>
            <a:off x="1134268" y="151105"/>
            <a:ext cx="5291137" cy="464971"/>
          </a:xfrm>
          <a:custGeom>
            <a:avLst/>
            <a:gdLst>
              <a:gd name="connsiteX0" fmla="*/ 6223000 w 6223000"/>
              <a:gd name="connsiteY0" fmla="*/ 1041400 h 1041400"/>
              <a:gd name="connsiteX1" fmla="*/ 5651500 w 6223000"/>
              <a:gd name="connsiteY1" fmla="*/ 1041400 h 1041400"/>
              <a:gd name="connsiteX2" fmla="*/ 5416549 w 6223000"/>
              <a:gd name="connsiteY2" fmla="*/ 1041400 h 1041400"/>
              <a:gd name="connsiteX3" fmla="*/ 806451 w 6223000"/>
              <a:gd name="connsiteY3" fmla="*/ 1041400 h 1041400"/>
              <a:gd name="connsiteX4" fmla="*/ 571500 w 6223000"/>
              <a:gd name="connsiteY4" fmla="*/ 1041400 h 1041400"/>
              <a:gd name="connsiteX5" fmla="*/ 0 w 6223000"/>
              <a:gd name="connsiteY5" fmla="*/ 1041400 h 1041400"/>
              <a:gd name="connsiteX6" fmla="*/ 336549 w 6223000"/>
              <a:gd name="connsiteY6" fmla="*/ 520700 h 1041400"/>
              <a:gd name="connsiteX7" fmla="*/ 0 w 6223000"/>
              <a:gd name="connsiteY7" fmla="*/ 0 h 1041400"/>
              <a:gd name="connsiteX8" fmla="*/ 571500 w 6223000"/>
              <a:gd name="connsiteY8" fmla="*/ 0 h 1041400"/>
              <a:gd name="connsiteX9" fmla="*/ 806451 w 6223000"/>
              <a:gd name="connsiteY9" fmla="*/ 0 h 1041400"/>
              <a:gd name="connsiteX10" fmla="*/ 5416549 w 6223000"/>
              <a:gd name="connsiteY10" fmla="*/ 0 h 1041400"/>
              <a:gd name="connsiteX11" fmla="*/ 5651500 w 6223000"/>
              <a:gd name="connsiteY11" fmla="*/ 0 h 1041400"/>
              <a:gd name="connsiteX12" fmla="*/ 6223000 w 6223000"/>
              <a:gd name="connsiteY12" fmla="*/ 0 h 1041400"/>
              <a:gd name="connsiteX13" fmla="*/ 5886451 w 6223000"/>
              <a:gd name="connsiteY13" fmla="*/ 520700 h 1041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223000" h="1041400">
                <a:moveTo>
                  <a:pt x="6223000" y="1041400"/>
                </a:moveTo>
                <a:lnTo>
                  <a:pt x="5651500" y="1041400"/>
                </a:lnTo>
                <a:lnTo>
                  <a:pt x="5416549" y="1041400"/>
                </a:lnTo>
                <a:lnTo>
                  <a:pt x="806451" y="1041400"/>
                </a:lnTo>
                <a:lnTo>
                  <a:pt x="571500" y="1041400"/>
                </a:lnTo>
                <a:lnTo>
                  <a:pt x="0" y="1041400"/>
                </a:lnTo>
                <a:lnTo>
                  <a:pt x="336549" y="520700"/>
                </a:lnTo>
                <a:lnTo>
                  <a:pt x="0" y="0"/>
                </a:lnTo>
                <a:lnTo>
                  <a:pt x="571500" y="0"/>
                </a:lnTo>
                <a:lnTo>
                  <a:pt x="806451" y="0"/>
                </a:lnTo>
                <a:lnTo>
                  <a:pt x="5416549" y="0"/>
                </a:lnTo>
                <a:lnTo>
                  <a:pt x="5651500" y="0"/>
                </a:lnTo>
                <a:lnTo>
                  <a:pt x="6223000" y="0"/>
                </a:lnTo>
                <a:lnTo>
                  <a:pt x="5886451" y="520700"/>
                </a:lnTo>
                <a:close/>
              </a:path>
            </a:pathLst>
          </a:cu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ROTTEHULLET BY THE NUMBERS</a:t>
            </a:r>
          </a:p>
        </p:txBody>
      </p:sp>
      <p:grpSp>
        <p:nvGrpSpPr>
          <p:cNvPr id="55" name="Gruppe 54">
            <a:extLst>
              <a:ext uri="{FF2B5EF4-FFF2-40B4-BE49-F238E27FC236}">
                <a16:creationId xmlns:a16="http://schemas.microsoft.com/office/drawing/2014/main" id="{09053E0C-42F3-0E1E-92A5-9A5E30059454}"/>
              </a:ext>
            </a:extLst>
          </p:cNvPr>
          <p:cNvGrpSpPr/>
          <p:nvPr/>
        </p:nvGrpSpPr>
        <p:grpSpPr>
          <a:xfrm>
            <a:off x="364139" y="762717"/>
            <a:ext cx="6831394" cy="252000"/>
            <a:chOff x="111917" y="749432"/>
            <a:chExt cx="6831394" cy="252000"/>
          </a:xfrm>
        </p:grpSpPr>
        <p:pic>
          <p:nvPicPr>
            <p:cNvPr id="31" name="Grafik 30" descr="Rotte med massiv udfyldning">
              <a:extLst>
                <a:ext uri="{FF2B5EF4-FFF2-40B4-BE49-F238E27FC236}">
                  <a16:creationId xmlns:a16="http://schemas.microsoft.com/office/drawing/2014/main" id="{280F50A1-CE3A-BBC8-BFA3-D92145812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32" name="Grafik 31" descr="Rotte med massiv udfyldning">
              <a:extLst>
                <a:ext uri="{FF2B5EF4-FFF2-40B4-BE49-F238E27FC236}">
                  <a16:creationId xmlns:a16="http://schemas.microsoft.com/office/drawing/2014/main" id="{3DD604C8-1CCE-054C-E32E-E7EA3E04C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33" name="Grafik 32" descr="Rotte med massiv udfyldning">
              <a:extLst>
                <a:ext uri="{FF2B5EF4-FFF2-40B4-BE49-F238E27FC236}">
                  <a16:creationId xmlns:a16="http://schemas.microsoft.com/office/drawing/2014/main" id="{528695D8-716F-D26A-B270-9515BC9CF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34" name="Grafik 33" descr="Rotte med massiv udfyldning">
              <a:extLst>
                <a:ext uri="{FF2B5EF4-FFF2-40B4-BE49-F238E27FC236}">
                  <a16:creationId xmlns:a16="http://schemas.microsoft.com/office/drawing/2014/main" id="{9FF141DE-E3E2-9336-F389-F7491A33C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35" name="Grafik 34" descr="Rotte med massiv udfyldning">
              <a:extLst>
                <a:ext uri="{FF2B5EF4-FFF2-40B4-BE49-F238E27FC236}">
                  <a16:creationId xmlns:a16="http://schemas.microsoft.com/office/drawing/2014/main" id="{1431EBA0-BCA7-3523-322B-875FE5A97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36" name="Grafik 35" descr="Rotte med massiv udfyldning">
              <a:extLst>
                <a:ext uri="{FF2B5EF4-FFF2-40B4-BE49-F238E27FC236}">
                  <a16:creationId xmlns:a16="http://schemas.microsoft.com/office/drawing/2014/main" id="{FDDEB874-C9D2-BB65-1147-724235337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37" name="Grafik 36" descr="Rotte med massiv udfyldning">
              <a:extLst>
                <a:ext uri="{FF2B5EF4-FFF2-40B4-BE49-F238E27FC236}">
                  <a16:creationId xmlns:a16="http://schemas.microsoft.com/office/drawing/2014/main" id="{4175B85A-2680-BA5C-7F7B-471DCA752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38" name="Grafik 37" descr="Rotte med massiv udfyldning">
              <a:extLst>
                <a:ext uri="{FF2B5EF4-FFF2-40B4-BE49-F238E27FC236}">
                  <a16:creationId xmlns:a16="http://schemas.microsoft.com/office/drawing/2014/main" id="{8D2E40E0-74BC-736D-3E0C-5BDD54713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39" name="Grafik 38" descr="Rotte med massiv udfyldning">
              <a:extLst>
                <a:ext uri="{FF2B5EF4-FFF2-40B4-BE49-F238E27FC236}">
                  <a16:creationId xmlns:a16="http://schemas.microsoft.com/office/drawing/2014/main" id="{60F3940F-A0B9-C55C-86CF-73E9016A5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40" name="Grafik 39" descr="Rotte med massiv udfyldning">
              <a:extLst>
                <a:ext uri="{FF2B5EF4-FFF2-40B4-BE49-F238E27FC236}">
                  <a16:creationId xmlns:a16="http://schemas.microsoft.com/office/drawing/2014/main" id="{41E19A01-5D43-2DF8-49EC-707913D3F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41" name="Grafik 40" descr="Rotte med massiv udfyldning">
              <a:extLst>
                <a:ext uri="{FF2B5EF4-FFF2-40B4-BE49-F238E27FC236}">
                  <a16:creationId xmlns:a16="http://schemas.microsoft.com/office/drawing/2014/main" id="{1EBA6111-EC6F-BB9B-DA23-C2501A60D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42" name="Grafik 41" descr="Rotte med massiv udfyldning">
              <a:extLst>
                <a:ext uri="{FF2B5EF4-FFF2-40B4-BE49-F238E27FC236}">
                  <a16:creationId xmlns:a16="http://schemas.microsoft.com/office/drawing/2014/main" id="{18B56B53-EE26-0518-7E04-77FA1960FB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43" name="Grafik 42" descr="Rotte med massiv udfyldning">
              <a:extLst>
                <a:ext uri="{FF2B5EF4-FFF2-40B4-BE49-F238E27FC236}">
                  <a16:creationId xmlns:a16="http://schemas.microsoft.com/office/drawing/2014/main" id="{8092BD4E-4CA9-C38B-53CD-2382CBE27A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44" name="Grafik 43" descr="Rotte med massiv udfyldning">
              <a:extLst>
                <a:ext uri="{FF2B5EF4-FFF2-40B4-BE49-F238E27FC236}">
                  <a16:creationId xmlns:a16="http://schemas.microsoft.com/office/drawing/2014/main" id="{54993101-1751-6B89-D79B-784D9E3B7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45" name="Grafik 44" descr="Rotte med massiv udfyldning">
              <a:extLst>
                <a:ext uri="{FF2B5EF4-FFF2-40B4-BE49-F238E27FC236}">
                  <a16:creationId xmlns:a16="http://schemas.microsoft.com/office/drawing/2014/main" id="{548DCF78-6735-2E70-2459-25DA0B3A7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46" name="Grafik 45" descr="Rotte med massiv udfyldning">
              <a:extLst>
                <a:ext uri="{FF2B5EF4-FFF2-40B4-BE49-F238E27FC236}">
                  <a16:creationId xmlns:a16="http://schemas.microsoft.com/office/drawing/2014/main" id="{ED58F041-9D90-B8A4-D485-8050561F7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47" name="Grafik 46" descr="Rotte med massiv udfyldning">
              <a:extLst>
                <a:ext uri="{FF2B5EF4-FFF2-40B4-BE49-F238E27FC236}">
                  <a16:creationId xmlns:a16="http://schemas.microsoft.com/office/drawing/2014/main" id="{4F2AFF97-07E1-7D8C-4005-9BA47D262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48" name="Grafik 47" descr="Rotte med massiv udfyldning">
              <a:extLst>
                <a:ext uri="{FF2B5EF4-FFF2-40B4-BE49-F238E27FC236}">
                  <a16:creationId xmlns:a16="http://schemas.microsoft.com/office/drawing/2014/main" id="{21E82146-0EF0-0C91-C0E9-A2EF00CE0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49" name="Grafik 48" descr="Rotte med massiv udfyldning">
              <a:extLst>
                <a:ext uri="{FF2B5EF4-FFF2-40B4-BE49-F238E27FC236}">
                  <a16:creationId xmlns:a16="http://schemas.microsoft.com/office/drawing/2014/main" id="{5A27B14F-9C68-3C82-9F07-09DC1722D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50" name="Grafik 49" descr="Rotte med massiv udfyldning">
              <a:extLst>
                <a:ext uri="{FF2B5EF4-FFF2-40B4-BE49-F238E27FC236}">
                  <a16:creationId xmlns:a16="http://schemas.microsoft.com/office/drawing/2014/main" id="{3353CFEA-8A24-E654-F902-668D0F930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51" name="Grafik 50" descr="Rotte med massiv udfyldning">
              <a:extLst>
                <a:ext uri="{FF2B5EF4-FFF2-40B4-BE49-F238E27FC236}">
                  <a16:creationId xmlns:a16="http://schemas.microsoft.com/office/drawing/2014/main" id="{E7D54D18-5DCD-97B3-E19F-621A32294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52" name="Grafik 51" descr="Rotte med massiv udfyldning">
              <a:extLst>
                <a:ext uri="{FF2B5EF4-FFF2-40B4-BE49-F238E27FC236}">
                  <a16:creationId xmlns:a16="http://schemas.microsoft.com/office/drawing/2014/main" id="{E43E5CF9-AA79-91AE-861C-63EBE6A8E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53" name="Grafik 52" descr="Rotte med massiv udfyldning">
              <a:extLst>
                <a:ext uri="{FF2B5EF4-FFF2-40B4-BE49-F238E27FC236}">
                  <a16:creationId xmlns:a16="http://schemas.microsoft.com/office/drawing/2014/main" id="{AA31BE7C-C75D-580C-2B61-D4A2F62AD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54" name="Grafik 53" descr="Rotte med massiv udfyldning">
              <a:extLst>
                <a:ext uri="{FF2B5EF4-FFF2-40B4-BE49-F238E27FC236}">
                  <a16:creationId xmlns:a16="http://schemas.microsoft.com/office/drawing/2014/main" id="{97EC2FDE-B747-F9E2-1535-9336680E6C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56" name="Rektangel 55">
            <a:extLst>
              <a:ext uri="{FF2B5EF4-FFF2-40B4-BE49-F238E27FC236}">
                <a16:creationId xmlns:a16="http://schemas.microsoft.com/office/drawing/2014/main" id="{95344826-36A5-48F5-0A9C-C6AB831A3196}"/>
              </a:ext>
            </a:extLst>
          </p:cNvPr>
          <p:cNvSpPr/>
          <p:nvPr/>
        </p:nvSpPr>
        <p:spPr>
          <a:xfrm>
            <a:off x="349465" y="3245769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MOST ROOMIES ATTAINED</a:t>
            </a:r>
          </a:p>
        </p:txBody>
      </p:sp>
      <p:grpSp>
        <p:nvGrpSpPr>
          <p:cNvPr id="2059" name="Gruppe 2058">
            <a:extLst>
              <a:ext uri="{FF2B5EF4-FFF2-40B4-BE49-F238E27FC236}">
                <a16:creationId xmlns:a16="http://schemas.microsoft.com/office/drawing/2014/main" id="{8892D531-54D9-732E-925A-106C1DFBD684}"/>
              </a:ext>
            </a:extLst>
          </p:cNvPr>
          <p:cNvGrpSpPr/>
          <p:nvPr/>
        </p:nvGrpSpPr>
        <p:grpSpPr>
          <a:xfrm>
            <a:off x="283924" y="2048060"/>
            <a:ext cx="3272800" cy="1111691"/>
            <a:chOff x="341785" y="2903833"/>
            <a:chExt cx="3272800" cy="1111691"/>
          </a:xfrm>
        </p:grpSpPr>
        <p:sp>
          <p:nvSpPr>
            <p:cNvPr id="60" name="Rektangel 59">
              <a:extLst>
                <a:ext uri="{FF2B5EF4-FFF2-40B4-BE49-F238E27FC236}">
                  <a16:creationId xmlns:a16="http://schemas.microsoft.com/office/drawing/2014/main" id="{D3DC0036-F07E-3EAB-C40E-80579F5BC6AA}"/>
                </a:ext>
              </a:extLst>
            </p:cNvPr>
            <p:cNvSpPr/>
            <p:nvPr/>
          </p:nvSpPr>
          <p:spPr>
            <a:xfrm>
              <a:off x="2530109" y="3539274"/>
              <a:ext cx="1019175" cy="476250"/>
            </a:xfrm>
            <a:prstGeom prst="rect">
              <a:avLst/>
            </a:prstGeom>
            <a:solidFill>
              <a:srgbClr val="AD65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b="1" dirty="0">
                  <a:latin typeface="Amasis MT Pro" panose="02040504050005020304" pitchFamily="18" charset="0"/>
                </a:rPr>
                <a:t>3</a:t>
              </a:r>
            </a:p>
          </p:txBody>
        </p:sp>
        <p:sp>
          <p:nvSpPr>
            <p:cNvPr id="61" name="Rektangel 60">
              <a:extLst>
                <a:ext uri="{FF2B5EF4-FFF2-40B4-BE49-F238E27FC236}">
                  <a16:creationId xmlns:a16="http://schemas.microsoft.com/office/drawing/2014/main" id="{95E4BC37-5A05-1776-A36E-E62F8FC24193}"/>
                </a:ext>
              </a:extLst>
            </p:cNvPr>
            <p:cNvSpPr/>
            <p:nvPr/>
          </p:nvSpPr>
          <p:spPr>
            <a:xfrm>
              <a:off x="403042" y="3381442"/>
              <a:ext cx="1019175" cy="634082"/>
            </a:xfrm>
            <a:prstGeom prst="rect">
              <a:avLst/>
            </a:prstGeom>
            <a:solidFill>
              <a:srgbClr val="995D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latin typeface="Amasis MT Pro" panose="02040504050005020304" pitchFamily="18" charset="0"/>
                </a:rPr>
                <a:t>2</a:t>
              </a:r>
            </a:p>
          </p:txBody>
        </p:sp>
        <p:grpSp>
          <p:nvGrpSpPr>
            <p:cNvPr id="2056" name="Gruppe 2055">
              <a:extLst>
                <a:ext uri="{FF2B5EF4-FFF2-40B4-BE49-F238E27FC236}">
                  <a16:creationId xmlns:a16="http://schemas.microsoft.com/office/drawing/2014/main" id="{FE72FC39-D476-412C-7B56-63F16081B708}"/>
                </a:ext>
              </a:extLst>
            </p:cNvPr>
            <p:cNvGrpSpPr/>
            <p:nvPr/>
          </p:nvGrpSpPr>
          <p:grpSpPr>
            <a:xfrm>
              <a:off x="2309614" y="3378267"/>
              <a:ext cx="1304971" cy="166875"/>
              <a:chOff x="2901265" y="2878706"/>
              <a:chExt cx="1304971" cy="166875"/>
            </a:xfrm>
          </p:grpSpPr>
          <p:sp>
            <p:nvSpPr>
              <p:cNvPr id="63" name="Rektangel 62">
                <a:extLst>
                  <a:ext uri="{FF2B5EF4-FFF2-40B4-BE49-F238E27FC236}">
                    <a16:creationId xmlns:a16="http://schemas.microsoft.com/office/drawing/2014/main" id="{207DCD58-253B-3E03-8D7C-A52523B73AE5}"/>
                  </a:ext>
                </a:extLst>
              </p:cNvPr>
              <p:cNvSpPr/>
              <p:nvPr/>
            </p:nvSpPr>
            <p:spPr>
              <a:xfrm>
                <a:off x="3121919" y="2980156"/>
                <a:ext cx="1084317" cy="65425"/>
              </a:xfrm>
              <a:prstGeom prst="rect">
                <a:avLst/>
              </a:prstGeom>
              <a:solidFill>
                <a:srgbClr val="8948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53" name="Ligebenet trapez 2052">
                <a:extLst>
                  <a:ext uri="{FF2B5EF4-FFF2-40B4-BE49-F238E27FC236}">
                    <a16:creationId xmlns:a16="http://schemas.microsoft.com/office/drawing/2014/main" id="{2659F5CF-EE05-BFAA-D389-E705C80D140F}"/>
                  </a:ext>
                </a:extLst>
              </p:cNvPr>
              <p:cNvSpPr/>
              <p:nvPr/>
            </p:nvSpPr>
            <p:spPr>
              <a:xfrm>
                <a:off x="2901265" y="2878706"/>
                <a:ext cx="1304788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57" name="Gruppe 2056">
              <a:extLst>
                <a:ext uri="{FF2B5EF4-FFF2-40B4-BE49-F238E27FC236}">
                  <a16:creationId xmlns:a16="http://schemas.microsoft.com/office/drawing/2014/main" id="{CE01D7FF-BD6C-2F89-7E96-5E88C9054875}"/>
                </a:ext>
              </a:extLst>
            </p:cNvPr>
            <p:cNvGrpSpPr/>
            <p:nvPr/>
          </p:nvGrpSpPr>
          <p:grpSpPr>
            <a:xfrm>
              <a:off x="341785" y="3220424"/>
              <a:ext cx="1304788" cy="169349"/>
              <a:chOff x="185874" y="2888640"/>
              <a:chExt cx="1304788" cy="169349"/>
            </a:xfrm>
          </p:grpSpPr>
          <p:sp>
            <p:nvSpPr>
              <p:cNvPr id="62" name="Rektangel 61">
                <a:extLst>
                  <a:ext uri="{FF2B5EF4-FFF2-40B4-BE49-F238E27FC236}">
                    <a16:creationId xmlns:a16="http://schemas.microsoft.com/office/drawing/2014/main" id="{5446F78B-715F-ED0D-B65F-F67686EA4643}"/>
                  </a:ext>
                </a:extLst>
              </p:cNvPr>
              <p:cNvSpPr/>
              <p:nvPr/>
            </p:nvSpPr>
            <p:spPr>
              <a:xfrm>
                <a:off x="185874" y="2992564"/>
                <a:ext cx="1084317" cy="65425"/>
              </a:xfrm>
              <a:prstGeom prst="rect">
                <a:avLst/>
              </a:prstGeom>
              <a:solidFill>
                <a:srgbClr val="8948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54" name="Ligebenet trapez 2053">
                <a:extLst>
                  <a:ext uri="{FF2B5EF4-FFF2-40B4-BE49-F238E27FC236}">
                    <a16:creationId xmlns:a16="http://schemas.microsoft.com/office/drawing/2014/main" id="{F73BDA9C-7197-FB25-099B-7363D5320C3D}"/>
                  </a:ext>
                </a:extLst>
              </p:cNvPr>
              <p:cNvSpPr/>
              <p:nvPr/>
            </p:nvSpPr>
            <p:spPr>
              <a:xfrm>
                <a:off x="185874" y="2888640"/>
                <a:ext cx="1304788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58" name="Gruppe 2057">
              <a:extLst>
                <a:ext uri="{FF2B5EF4-FFF2-40B4-BE49-F238E27FC236}">
                  <a16:creationId xmlns:a16="http://schemas.microsoft.com/office/drawing/2014/main" id="{ED6648B7-2CC6-1758-5339-1B12F3BA9852}"/>
                </a:ext>
              </a:extLst>
            </p:cNvPr>
            <p:cNvGrpSpPr/>
            <p:nvPr/>
          </p:nvGrpSpPr>
          <p:grpSpPr>
            <a:xfrm>
              <a:off x="1381109" y="2903833"/>
              <a:ext cx="1190290" cy="167575"/>
              <a:chOff x="1625935" y="2781950"/>
              <a:chExt cx="1190290" cy="167575"/>
            </a:xfrm>
          </p:grpSpPr>
          <p:sp>
            <p:nvSpPr>
              <p:cNvPr id="2048" name="Rektangel 2047">
                <a:extLst>
                  <a:ext uri="{FF2B5EF4-FFF2-40B4-BE49-F238E27FC236}">
                    <a16:creationId xmlns:a16="http://schemas.microsoft.com/office/drawing/2014/main" id="{14CF2595-F187-A200-10A7-1AB716DC646B}"/>
                  </a:ext>
                </a:extLst>
              </p:cNvPr>
              <p:cNvSpPr/>
              <p:nvPr/>
            </p:nvSpPr>
            <p:spPr>
              <a:xfrm>
                <a:off x="1625935" y="2884100"/>
                <a:ext cx="1190290" cy="65425"/>
              </a:xfrm>
              <a:prstGeom prst="rect">
                <a:avLst/>
              </a:prstGeom>
              <a:solidFill>
                <a:srgbClr val="B0583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55" name="Ligebenet trapez 2054">
                <a:extLst>
                  <a:ext uri="{FF2B5EF4-FFF2-40B4-BE49-F238E27FC236}">
                    <a16:creationId xmlns:a16="http://schemas.microsoft.com/office/drawing/2014/main" id="{2745EC3E-1F1E-88EC-BF86-CC5E2179B065}"/>
                  </a:ext>
                </a:extLst>
              </p:cNvPr>
              <p:cNvSpPr/>
              <p:nvPr/>
            </p:nvSpPr>
            <p:spPr>
              <a:xfrm>
                <a:off x="1625935" y="2781950"/>
                <a:ext cx="1190290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59" name="Rektangel 58">
              <a:extLst>
                <a:ext uri="{FF2B5EF4-FFF2-40B4-BE49-F238E27FC236}">
                  <a16:creationId xmlns:a16="http://schemas.microsoft.com/office/drawing/2014/main" id="{CECC48F2-ED3A-F5F8-14EE-5A60553ABAD5}"/>
                </a:ext>
              </a:extLst>
            </p:cNvPr>
            <p:cNvSpPr/>
            <p:nvPr/>
          </p:nvSpPr>
          <p:spPr>
            <a:xfrm>
              <a:off x="1422217" y="3063024"/>
              <a:ext cx="1108075" cy="952500"/>
            </a:xfrm>
            <a:prstGeom prst="rect">
              <a:avLst/>
            </a:prstGeom>
            <a:solidFill>
              <a:srgbClr val="D687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b="1" dirty="0">
                  <a:latin typeface="Amasis MT Pro" panose="02040504050005020304" pitchFamily="18" charset="0"/>
                </a:rPr>
                <a:t>1</a:t>
              </a:r>
            </a:p>
          </p:txBody>
        </p:sp>
      </p:grpSp>
      <p:pic>
        <p:nvPicPr>
          <p:cNvPr id="2060" name="Grafik 2059" descr="Rotte med massiv udfyldning">
            <a:extLst>
              <a:ext uri="{FF2B5EF4-FFF2-40B4-BE49-F238E27FC236}">
                <a16:creationId xmlns:a16="http://schemas.microsoft.com/office/drawing/2014/main" id="{548E80C7-9692-E803-0228-C6302CAE66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67986" y="1392027"/>
            <a:ext cx="910491" cy="910491"/>
          </a:xfrm>
          <a:prstGeom prst="rect">
            <a:avLst/>
          </a:prstGeom>
        </p:spPr>
      </p:pic>
      <p:sp>
        <p:nvSpPr>
          <p:cNvPr id="2061" name="Stjerne: 4 takker 2060">
            <a:extLst>
              <a:ext uri="{FF2B5EF4-FFF2-40B4-BE49-F238E27FC236}">
                <a16:creationId xmlns:a16="http://schemas.microsoft.com/office/drawing/2014/main" id="{2560F3EC-8FF6-A363-F3CD-8832B583E49A}"/>
              </a:ext>
            </a:extLst>
          </p:cNvPr>
          <p:cNvSpPr/>
          <p:nvPr/>
        </p:nvSpPr>
        <p:spPr>
          <a:xfrm>
            <a:off x="1667848" y="1687357"/>
            <a:ext cx="250545" cy="239292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2" name="Stjerne: 4 takker 2061">
            <a:extLst>
              <a:ext uri="{FF2B5EF4-FFF2-40B4-BE49-F238E27FC236}">
                <a16:creationId xmlns:a16="http://schemas.microsoft.com/office/drawing/2014/main" id="{9E8F370F-F71B-8EAC-209D-86C44343EEAC}"/>
              </a:ext>
            </a:extLst>
          </p:cNvPr>
          <p:cNvSpPr/>
          <p:nvPr/>
        </p:nvSpPr>
        <p:spPr>
          <a:xfrm>
            <a:off x="1846105" y="1780230"/>
            <a:ext cx="144576" cy="138083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4" name="Grafik 2063" descr="Rotte med massiv udfyldning">
            <a:extLst>
              <a:ext uri="{FF2B5EF4-FFF2-40B4-BE49-F238E27FC236}">
                <a16:creationId xmlns:a16="http://schemas.microsoft.com/office/drawing/2014/main" id="{51F0F0DE-7644-83FE-1288-FD28E7A196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1646" y="1781813"/>
            <a:ext cx="820422" cy="820422"/>
          </a:xfrm>
          <a:prstGeom prst="rect">
            <a:avLst/>
          </a:prstGeom>
        </p:spPr>
      </p:pic>
      <p:sp>
        <p:nvSpPr>
          <p:cNvPr id="2065" name="Stjerne: 4 takker 2064">
            <a:extLst>
              <a:ext uri="{FF2B5EF4-FFF2-40B4-BE49-F238E27FC236}">
                <a16:creationId xmlns:a16="http://schemas.microsoft.com/office/drawing/2014/main" id="{F96316F6-12D3-8162-DDEF-411EFFAAA67F}"/>
              </a:ext>
            </a:extLst>
          </p:cNvPr>
          <p:cNvSpPr/>
          <p:nvPr/>
        </p:nvSpPr>
        <p:spPr>
          <a:xfrm>
            <a:off x="826082" y="2051313"/>
            <a:ext cx="172049" cy="164322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6" name="Grafik 2065" descr="Rotte med massiv udfyldning">
            <a:extLst>
              <a:ext uri="{FF2B5EF4-FFF2-40B4-BE49-F238E27FC236}">
                <a16:creationId xmlns:a16="http://schemas.microsoft.com/office/drawing/2014/main" id="{6650FE38-2309-257F-2513-E1AE792B66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605543" y="2010488"/>
            <a:ext cx="749288" cy="749288"/>
          </a:xfrm>
          <a:prstGeom prst="rect">
            <a:avLst/>
          </a:prstGeom>
        </p:spPr>
      </p:pic>
      <p:sp>
        <p:nvSpPr>
          <p:cNvPr id="1037" name="Rektangel 1036">
            <a:extLst>
              <a:ext uri="{FF2B5EF4-FFF2-40B4-BE49-F238E27FC236}">
                <a16:creationId xmlns:a16="http://schemas.microsoft.com/office/drawing/2014/main" id="{8280DE04-5F24-A3CD-AADE-BEC17E7C1B52}"/>
              </a:ext>
            </a:extLst>
          </p:cNvPr>
          <p:cNvSpPr/>
          <p:nvPr/>
        </p:nvSpPr>
        <p:spPr>
          <a:xfrm>
            <a:off x="4010556" y="3245769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AVERAGE ROOMIES ATTAINED</a:t>
            </a:r>
          </a:p>
        </p:txBody>
      </p:sp>
      <p:pic>
        <p:nvPicPr>
          <p:cNvPr id="1029" name="Billede 1028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A6BD1A5A-5939-1D08-7F85-0B8C7FFCBA1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398448" y="2062511"/>
            <a:ext cx="718690" cy="496767"/>
          </a:xfrm>
          <a:prstGeom prst="rect">
            <a:avLst/>
          </a:prstGeom>
        </p:spPr>
      </p:pic>
      <p:pic>
        <p:nvPicPr>
          <p:cNvPr id="13" name="Billede 1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3D9B8068-6171-609E-E413-F597F0AC6763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65960" y="1574655"/>
            <a:ext cx="718690" cy="496767"/>
          </a:xfrm>
          <a:prstGeom prst="rect">
            <a:avLst/>
          </a:prstGeom>
        </p:spPr>
      </p:pic>
      <p:pic>
        <p:nvPicPr>
          <p:cNvPr id="14" name="Billede 13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09A479E-F213-D104-4A79-1F79A96314D1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407637" y="1574655"/>
            <a:ext cx="718690" cy="496767"/>
          </a:xfrm>
          <a:prstGeom prst="rect">
            <a:avLst/>
          </a:prstGeom>
        </p:spPr>
      </p:pic>
      <p:pic>
        <p:nvPicPr>
          <p:cNvPr id="15" name="Billede 14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D55470B4-32EF-8A0A-DA98-E34CB13820A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949314" y="1574655"/>
            <a:ext cx="718690" cy="496767"/>
          </a:xfrm>
          <a:prstGeom prst="rect">
            <a:avLst/>
          </a:prstGeom>
        </p:spPr>
      </p:pic>
      <p:pic>
        <p:nvPicPr>
          <p:cNvPr id="26" name="Billede 25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7E3C7E5-CB10-5B27-51AA-B92D43E5FC14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490991" y="1574655"/>
            <a:ext cx="718690" cy="496767"/>
          </a:xfrm>
          <a:prstGeom prst="rect">
            <a:avLst/>
          </a:prstGeom>
        </p:spPr>
      </p:pic>
      <p:pic>
        <p:nvPicPr>
          <p:cNvPr id="1027" name="Billede 1026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FEB0C201-7282-51A1-F72B-25FB8C6F4512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56771" y="2062511"/>
            <a:ext cx="718690" cy="496767"/>
          </a:xfrm>
          <a:prstGeom prst="rect">
            <a:avLst/>
          </a:prstGeom>
        </p:spPr>
      </p:pic>
      <p:pic>
        <p:nvPicPr>
          <p:cNvPr id="1030" name="Billede 1029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44E0EC0-EBE7-D5B4-82E2-133F048B007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940125" y="2062511"/>
            <a:ext cx="718690" cy="496767"/>
          </a:xfrm>
          <a:prstGeom prst="rect">
            <a:avLst/>
          </a:prstGeom>
        </p:spPr>
      </p:pic>
      <p:pic>
        <p:nvPicPr>
          <p:cNvPr id="1031" name="Billede 1030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5F3BC0A8-22D0-8E90-FC6A-EF6E67DD727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481802" y="2062511"/>
            <a:ext cx="718690" cy="496767"/>
          </a:xfrm>
          <a:prstGeom prst="rect">
            <a:avLst/>
          </a:prstGeom>
        </p:spPr>
      </p:pic>
      <p:pic>
        <p:nvPicPr>
          <p:cNvPr id="1043" name="Billede 104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D29699BC-FAB9-880A-615E-230CAF9EF91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65960" y="2550367"/>
            <a:ext cx="718690" cy="496767"/>
          </a:xfrm>
          <a:prstGeom prst="rect">
            <a:avLst/>
          </a:prstGeom>
        </p:spPr>
      </p:pic>
      <p:pic>
        <p:nvPicPr>
          <p:cNvPr id="1044" name="Billede 1043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AA13B9F-DBDE-839E-C317-DF9082CF43D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407637" y="2550367"/>
            <a:ext cx="718690" cy="496767"/>
          </a:xfrm>
          <a:prstGeom prst="rect">
            <a:avLst/>
          </a:prstGeom>
        </p:spPr>
      </p:pic>
      <p:pic>
        <p:nvPicPr>
          <p:cNvPr id="2186" name="Billede 2185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AACA910E-7818-5078-26FF-FD272414C4E3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36915" b="16866"/>
          <a:stretch>
            <a:fillRect/>
          </a:stretch>
        </p:blipFill>
        <p:spPr>
          <a:xfrm>
            <a:off x="4949314" y="2550367"/>
            <a:ext cx="481538" cy="496767"/>
          </a:xfrm>
          <a:custGeom>
            <a:avLst/>
            <a:gdLst>
              <a:gd name="connsiteX0" fmla="*/ 0 w 481538"/>
              <a:gd name="connsiteY0" fmla="*/ 0 h 496767"/>
              <a:gd name="connsiteX1" fmla="*/ 481538 w 481538"/>
              <a:gd name="connsiteY1" fmla="*/ 0 h 496767"/>
              <a:gd name="connsiteX2" fmla="*/ 481538 w 481538"/>
              <a:gd name="connsiteY2" fmla="*/ 496767 h 496767"/>
              <a:gd name="connsiteX3" fmla="*/ 0 w 481538"/>
              <a:gd name="connsiteY3" fmla="*/ 496767 h 496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1538" h="496767">
                <a:moveTo>
                  <a:pt x="0" y="0"/>
                </a:moveTo>
                <a:lnTo>
                  <a:pt x="481538" y="0"/>
                </a:lnTo>
                <a:lnTo>
                  <a:pt x="481538" y="496767"/>
                </a:lnTo>
                <a:lnTo>
                  <a:pt x="0" y="496767"/>
                </a:lnTo>
                <a:close/>
              </a:path>
            </a:pathLst>
          </a:custGeom>
        </p:spPr>
      </p:pic>
      <p:sp>
        <p:nvSpPr>
          <p:cNvPr id="1049" name="Tekstfelt 1048">
            <a:extLst>
              <a:ext uri="{FF2B5EF4-FFF2-40B4-BE49-F238E27FC236}">
                <a16:creationId xmlns:a16="http://schemas.microsoft.com/office/drawing/2014/main" id="{7BC4125B-148B-E1A0-C571-D7169EE7F9EC}"/>
              </a:ext>
            </a:extLst>
          </p:cNvPr>
          <p:cNvSpPr txBox="1"/>
          <p:nvPr/>
        </p:nvSpPr>
        <p:spPr>
          <a:xfrm>
            <a:off x="6098366" y="1944806"/>
            <a:ext cx="9685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14,8</a:t>
            </a:r>
          </a:p>
        </p:txBody>
      </p:sp>
      <p:grpSp>
        <p:nvGrpSpPr>
          <p:cNvPr id="1052" name="Gruppe 1051">
            <a:extLst>
              <a:ext uri="{FF2B5EF4-FFF2-40B4-BE49-F238E27FC236}">
                <a16:creationId xmlns:a16="http://schemas.microsoft.com/office/drawing/2014/main" id="{9574C538-D3B2-B374-6ABD-657C90635CE8}"/>
              </a:ext>
            </a:extLst>
          </p:cNvPr>
          <p:cNvGrpSpPr/>
          <p:nvPr/>
        </p:nvGrpSpPr>
        <p:grpSpPr>
          <a:xfrm>
            <a:off x="364025" y="3943670"/>
            <a:ext cx="6831394" cy="252000"/>
            <a:chOff x="111917" y="749432"/>
            <a:chExt cx="6831394" cy="252000"/>
          </a:xfrm>
        </p:grpSpPr>
        <p:pic>
          <p:nvPicPr>
            <p:cNvPr id="1053" name="Grafik 1052" descr="Rotte med massiv udfyldning">
              <a:extLst>
                <a:ext uri="{FF2B5EF4-FFF2-40B4-BE49-F238E27FC236}">
                  <a16:creationId xmlns:a16="http://schemas.microsoft.com/office/drawing/2014/main" id="{57F1DB38-9AAB-3FBB-32CD-B876B8D4A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1054" name="Grafik 1053" descr="Rotte med massiv udfyldning">
              <a:extLst>
                <a:ext uri="{FF2B5EF4-FFF2-40B4-BE49-F238E27FC236}">
                  <a16:creationId xmlns:a16="http://schemas.microsoft.com/office/drawing/2014/main" id="{A92C5B67-2C95-10A7-23A6-864598BF7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1055" name="Grafik 1054" descr="Rotte med massiv udfyldning">
              <a:extLst>
                <a:ext uri="{FF2B5EF4-FFF2-40B4-BE49-F238E27FC236}">
                  <a16:creationId xmlns:a16="http://schemas.microsoft.com/office/drawing/2014/main" id="{6C8BB021-BACF-A5F8-D257-E0AECFD96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1056" name="Grafik 1055" descr="Rotte med massiv udfyldning">
              <a:extLst>
                <a:ext uri="{FF2B5EF4-FFF2-40B4-BE49-F238E27FC236}">
                  <a16:creationId xmlns:a16="http://schemas.microsoft.com/office/drawing/2014/main" id="{11CDD76D-9C4A-1CE0-6CFB-C36D44FA1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1057" name="Grafik 1056" descr="Rotte med massiv udfyldning">
              <a:extLst>
                <a:ext uri="{FF2B5EF4-FFF2-40B4-BE49-F238E27FC236}">
                  <a16:creationId xmlns:a16="http://schemas.microsoft.com/office/drawing/2014/main" id="{F9C2C693-7A3A-216A-4773-9346DEE465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1058" name="Grafik 1057" descr="Rotte med massiv udfyldning">
              <a:extLst>
                <a:ext uri="{FF2B5EF4-FFF2-40B4-BE49-F238E27FC236}">
                  <a16:creationId xmlns:a16="http://schemas.microsoft.com/office/drawing/2014/main" id="{6F72E654-6056-5603-4368-110041738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1059" name="Grafik 1058" descr="Rotte med massiv udfyldning">
              <a:extLst>
                <a:ext uri="{FF2B5EF4-FFF2-40B4-BE49-F238E27FC236}">
                  <a16:creationId xmlns:a16="http://schemas.microsoft.com/office/drawing/2014/main" id="{301C5BCF-837C-6843-52F6-E4702EF3A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1060" name="Grafik 1059" descr="Rotte med massiv udfyldning">
              <a:extLst>
                <a:ext uri="{FF2B5EF4-FFF2-40B4-BE49-F238E27FC236}">
                  <a16:creationId xmlns:a16="http://schemas.microsoft.com/office/drawing/2014/main" id="{FBC5065D-DA5D-F123-5464-2E0A90DCC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1061" name="Grafik 1060" descr="Rotte med massiv udfyldning">
              <a:extLst>
                <a:ext uri="{FF2B5EF4-FFF2-40B4-BE49-F238E27FC236}">
                  <a16:creationId xmlns:a16="http://schemas.microsoft.com/office/drawing/2014/main" id="{4768F9B8-EFBB-61FD-2E55-270607512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1062" name="Grafik 1061" descr="Rotte med massiv udfyldning">
              <a:extLst>
                <a:ext uri="{FF2B5EF4-FFF2-40B4-BE49-F238E27FC236}">
                  <a16:creationId xmlns:a16="http://schemas.microsoft.com/office/drawing/2014/main" id="{EA6ECF42-C416-935D-335A-F58BBB5A7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1063" name="Grafik 1062" descr="Rotte med massiv udfyldning">
              <a:extLst>
                <a:ext uri="{FF2B5EF4-FFF2-40B4-BE49-F238E27FC236}">
                  <a16:creationId xmlns:a16="http://schemas.microsoft.com/office/drawing/2014/main" id="{1B0FE5F6-CA97-FD62-BDDB-844BD2803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1064" name="Grafik 1063" descr="Rotte med massiv udfyldning">
              <a:extLst>
                <a:ext uri="{FF2B5EF4-FFF2-40B4-BE49-F238E27FC236}">
                  <a16:creationId xmlns:a16="http://schemas.microsoft.com/office/drawing/2014/main" id="{5C7AA12A-F09C-00C7-03ED-9459AA20A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1065" name="Grafik 1064" descr="Rotte med massiv udfyldning">
              <a:extLst>
                <a:ext uri="{FF2B5EF4-FFF2-40B4-BE49-F238E27FC236}">
                  <a16:creationId xmlns:a16="http://schemas.microsoft.com/office/drawing/2014/main" id="{B98C8F37-3690-AFDB-A57A-C3A7274DB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1066" name="Grafik 1065" descr="Rotte med massiv udfyldning">
              <a:extLst>
                <a:ext uri="{FF2B5EF4-FFF2-40B4-BE49-F238E27FC236}">
                  <a16:creationId xmlns:a16="http://schemas.microsoft.com/office/drawing/2014/main" id="{BA609A60-1B8E-5DD9-DB66-E4778E13D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1067" name="Grafik 1066" descr="Rotte med massiv udfyldning">
              <a:extLst>
                <a:ext uri="{FF2B5EF4-FFF2-40B4-BE49-F238E27FC236}">
                  <a16:creationId xmlns:a16="http://schemas.microsoft.com/office/drawing/2014/main" id="{72DDF5EB-5023-9EAF-695E-2448D907D3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1068" name="Grafik 1067" descr="Rotte med massiv udfyldning">
              <a:extLst>
                <a:ext uri="{FF2B5EF4-FFF2-40B4-BE49-F238E27FC236}">
                  <a16:creationId xmlns:a16="http://schemas.microsoft.com/office/drawing/2014/main" id="{22B424AB-001A-DB1A-A8FA-A3C0BC1AC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1069" name="Grafik 1068" descr="Rotte med massiv udfyldning">
              <a:extLst>
                <a:ext uri="{FF2B5EF4-FFF2-40B4-BE49-F238E27FC236}">
                  <a16:creationId xmlns:a16="http://schemas.microsoft.com/office/drawing/2014/main" id="{2FC36643-E477-DDD5-E27D-E83B0643D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1070" name="Grafik 1069" descr="Rotte med massiv udfyldning">
              <a:extLst>
                <a:ext uri="{FF2B5EF4-FFF2-40B4-BE49-F238E27FC236}">
                  <a16:creationId xmlns:a16="http://schemas.microsoft.com/office/drawing/2014/main" id="{968167A1-5758-401E-B49E-E080F3D158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1071" name="Grafik 1070" descr="Rotte med massiv udfyldning">
              <a:extLst>
                <a:ext uri="{FF2B5EF4-FFF2-40B4-BE49-F238E27FC236}">
                  <a16:creationId xmlns:a16="http://schemas.microsoft.com/office/drawing/2014/main" id="{28BDB4A7-71CA-F205-3A3F-8576644BF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1072" name="Grafik 1071" descr="Rotte med massiv udfyldning">
              <a:extLst>
                <a:ext uri="{FF2B5EF4-FFF2-40B4-BE49-F238E27FC236}">
                  <a16:creationId xmlns:a16="http://schemas.microsoft.com/office/drawing/2014/main" id="{C28BEF59-CAF7-CDAA-EB83-F0F249094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1073" name="Grafik 1072" descr="Rotte med massiv udfyldning">
              <a:extLst>
                <a:ext uri="{FF2B5EF4-FFF2-40B4-BE49-F238E27FC236}">
                  <a16:creationId xmlns:a16="http://schemas.microsoft.com/office/drawing/2014/main" id="{70263E5D-B711-A922-70C3-A9351EC91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1074" name="Grafik 1073" descr="Rotte med massiv udfyldning">
              <a:extLst>
                <a:ext uri="{FF2B5EF4-FFF2-40B4-BE49-F238E27FC236}">
                  <a16:creationId xmlns:a16="http://schemas.microsoft.com/office/drawing/2014/main" id="{31AD5EA0-F620-1405-24FB-97EDF05E9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1075" name="Grafik 1074" descr="Rotte med massiv udfyldning">
              <a:extLst>
                <a:ext uri="{FF2B5EF4-FFF2-40B4-BE49-F238E27FC236}">
                  <a16:creationId xmlns:a16="http://schemas.microsoft.com/office/drawing/2014/main" id="{C465CBA3-D14B-7F2B-825E-1B15A0AC9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1076" name="Grafik 1075" descr="Rotte med massiv udfyldning">
              <a:extLst>
                <a:ext uri="{FF2B5EF4-FFF2-40B4-BE49-F238E27FC236}">
                  <a16:creationId xmlns:a16="http://schemas.microsoft.com/office/drawing/2014/main" id="{DCA38D71-887A-94B7-41C1-D86146C42F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1077" name="Tekstfelt 1076">
            <a:extLst>
              <a:ext uri="{FF2B5EF4-FFF2-40B4-BE49-F238E27FC236}">
                <a16:creationId xmlns:a16="http://schemas.microsoft.com/office/drawing/2014/main" id="{E07196D7-3DF4-DC3E-50F9-08837CB1E86F}"/>
              </a:ext>
            </a:extLst>
          </p:cNvPr>
          <p:cNvSpPr txBox="1"/>
          <p:nvPr/>
        </p:nvSpPr>
        <p:spPr>
          <a:xfrm>
            <a:off x="1266962" y="1131713"/>
            <a:ext cx="130286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ROSANNA S.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30 ROOMIES</a:t>
            </a:r>
          </a:p>
        </p:txBody>
      </p:sp>
      <p:sp>
        <p:nvSpPr>
          <p:cNvPr id="1080" name="Tekstfelt 1079">
            <a:extLst>
              <a:ext uri="{FF2B5EF4-FFF2-40B4-BE49-F238E27FC236}">
                <a16:creationId xmlns:a16="http://schemas.microsoft.com/office/drawing/2014/main" id="{EBB565C1-07C7-014E-A198-77E3B9437CC5}"/>
              </a:ext>
            </a:extLst>
          </p:cNvPr>
          <p:cNvSpPr txBox="1"/>
          <p:nvPr/>
        </p:nvSpPr>
        <p:spPr>
          <a:xfrm>
            <a:off x="188594" y="1539692"/>
            <a:ext cx="137845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LEONORA M.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26 ROOMIES</a:t>
            </a:r>
          </a:p>
        </p:txBody>
      </p:sp>
      <p:sp>
        <p:nvSpPr>
          <p:cNvPr id="1081" name="Tekstfelt 1080">
            <a:extLst>
              <a:ext uri="{FF2B5EF4-FFF2-40B4-BE49-F238E27FC236}">
                <a16:creationId xmlns:a16="http://schemas.microsoft.com/office/drawing/2014/main" id="{5C1A594B-F1B4-0003-3B37-76015AEAC674}"/>
              </a:ext>
            </a:extLst>
          </p:cNvPr>
          <p:cNvSpPr txBox="1"/>
          <p:nvPr/>
        </p:nvSpPr>
        <p:spPr>
          <a:xfrm>
            <a:off x="2290961" y="1744644"/>
            <a:ext cx="137845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MARK R.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25 ROOMIES</a:t>
            </a:r>
          </a:p>
        </p:txBody>
      </p:sp>
      <p:grpSp>
        <p:nvGrpSpPr>
          <p:cNvPr id="1082" name="Gruppe 1081">
            <a:extLst>
              <a:ext uri="{FF2B5EF4-FFF2-40B4-BE49-F238E27FC236}">
                <a16:creationId xmlns:a16="http://schemas.microsoft.com/office/drawing/2014/main" id="{43B216E4-D2E3-435E-60E0-A78C8379EDE2}"/>
              </a:ext>
            </a:extLst>
          </p:cNvPr>
          <p:cNvGrpSpPr/>
          <p:nvPr/>
        </p:nvGrpSpPr>
        <p:grpSpPr>
          <a:xfrm>
            <a:off x="346990" y="6636861"/>
            <a:ext cx="6831394" cy="252000"/>
            <a:chOff x="111917" y="749432"/>
            <a:chExt cx="6831394" cy="252000"/>
          </a:xfrm>
        </p:grpSpPr>
        <p:pic>
          <p:nvPicPr>
            <p:cNvPr id="1083" name="Grafik 1082" descr="Rotte med massiv udfyldning">
              <a:extLst>
                <a:ext uri="{FF2B5EF4-FFF2-40B4-BE49-F238E27FC236}">
                  <a16:creationId xmlns:a16="http://schemas.microsoft.com/office/drawing/2014/main" id="{341350B5-8B4C-5568-2DEB-0D0B8CECB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1084" name="Grafik 1083" descr="Rotte med massiv udfyldning">
              <a:extLst>
                <a:ext uri="{FF2B5EF4-FFF2-40B4-BE49-F238E27FC236}">
                  <a16:creationId xmlns:a16="http://schemas.microsoft.com/office/drawing/2014/main" id="{E69610F4-72DC-6090-2B3A-5CEBBD76D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1085" name="Grafik 1084" descr="Rotte med massiv udfyldning">
              <a:extLst>
                <a:ext uri="{FF2B5EF4-FFF2-40B4-BE49-F238E27FC236}">
                  <a16:creationId xmlns:a16="http://schemas.microsoft.com/office/drawing/2014/main" id="{5B322EB3-7959-8CB5-8453-5382E7158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1086" name="Grafik 1085" descr="Rotte med massiv udfyldning">
              <a:extLst>
                <a:ext uri="{FF2B5EF4-FFF2-40B4-BE49-F238E27FC236}">
                  <a16:creationId xmlns:a16="http://schemas.microsoft.com/office/drawing/2014/main" id="{4C700203-BC40-5F87-0E54-62CB3410A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1087" name="Grafik 1086" descr="Rotte med massiv udfyldning">
              <a:extLst>
                <a:ext uri="{FF2B5EF4-FFF2-40B4-BE49-F238E27FC236}">
                  <a16:creationId xmlns:a16="http://schemas.microsoft.com/office/drawing/2014/main" id="{D2618690-EA96-674B-255D-F2F6D4FA61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2049" name="Grafik 2048" descr="Rotte med massiv udfyldning">
              <a:extLst>
                <a:ext uri="{FF2B5EF4-FFF2-40B4-BE49-F238E27FC236}">
                  <a16:creationId xmlns:a16="http://schemas.microsoft.com/office/drawing/2014/main" id="{5440F4DD-7F21-294A-9E3D-A30FEDBD6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2050" name="Grafik 2049" descr="Rotte med massiv udfyldning">
              <a:extLst>
                <a:ext uri="{FF2B5EF4-FFF2-40B4-BE49-F238E27FC236}">
                  <a16:creationId xmlns:a16="http://schemas.microsoft.com/office/drawing/2014/main" id="{4461783B-2825-AC2C-DC45-D6031B988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2051" name="Grafik 2050" descr="Rotte med massiv udfyldning">
              <a:extLst>
                <a:ext uri="{FF2B5EF4-FFF2-40B4-BE49-F238E27FC236}">
                  <a16:creationId xmlns:a16="http://schemas.microsoft.com/office/drawing/2014/main" id="{3888ACB7-5134-487E-CCB5-E43F9A965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2052" name="Grafik 2051" descr="Rotte med massiv udfyldning">
              <a:extLst>
                <a:ext uri="{FF2B5EF4-FFF2-40B4-BE49-F238E27FC236}">
                  <a16:creationId xmlns:a16="http://schemas.microsoft.com/office/drawing/2014/main" id="{52F13132-03A1-56C4-F57F-1F4590A7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2067" name="Grafik 2066" descr="Rotte med massiv udfyldning">
              <a:extLst>
                <a:ext uri="{FF2B5EF4-FFF2-40B4-BE49-F238E27FC236}">
                  <a16:creationId xmlns:a16="http://schemas.microsoft.com/office/drawing/2014/main" id="{3BF1503C-ACDA-4563-CF87-38C745818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2070" name="Grafik 2069" descr="Rotte med massiv udfyldning">
              <a:extLst>
                <a:ext uri="{FF2B5EF4-FFF2-40B4-BE49-F238E27FC236}">
                  <a16:creationId xmlns:a16="http://schemas.microsoft.com/office/drawing/2014/main" id="{05F454D1-F53A-1FCA-BF87-EB524BE88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2071" name="Grafik 2070" descr="Rotte med massiv udfyldning">
              <a:extLst>
                <a:ext uri="{FF2B5EF4-FFF2-40B4-BE49-F238E27FC236}">
                  <a16:creationId xmlns:a16="http://schemas.microsoft.com/office/drawing/2014/main" id="{46E1A5B0-6355-5046-0D07-1A7A71012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2072" name="Grafik 2071" descr="Rotte med massiv udfyldning">
              <a:extLst>
                <a:ext uri="{FF2B5EF4-FFF2-40B4-BE49-F238E27FC236}">
                  <a16:creationId xmlns:a16="http://schemas.microsoft.com/office/drawing/2014/main" id="{17AEB884-DB88-681E-95BB-36AA6F6C4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2073" name="Grafik 2072" descr="Rotte med massiv udfyldning">
              <a:extLst>
                <a:ext uri="{FF2B5EF4-FFF2-40B4-BE49-F238E27FC236}">
                  <a16:creationId xmlns:a16="http://schemas.microsoft.com/office/drawing/2014/main" id="{E425CFB1-A5C5-DD53-40E7-BA0B417A4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2074" name="Grafik 2073" descr="Rotte med massiv udfyldning">
              <a:extLst>
                <a:ext uri="{FF2B5EF4-FFF2-40B4-BE49-F238E27FC236}">
                  <a16:creationId xmlns:a16="http://schemas.microsoft.com/office/drawing/2014/main" id="{11C9E723-5B89-0642-B173-35C8D20E8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2075" name="Grafik 2074" descr="Rotte med massiv udfyldning">
              <a:extLst>
                <a:ext uri="{FF2B5EF4-FFF2-40B4-BE49-F238E27FC236}">
                  <a16:creationId xmlns:a16="http://schemas.microsoft.com/office/drawing/2014/main" id="{75FD9060-6BEA-DDB4-0077-9D599B34C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2076" name="Grafik 2075" descr="Rotte med massiv udfyldning">
              <a:extLst>
                <a:ext uri="{FF2B5EF4-FFF2-40B4-BE49-F238E27FC236}">
                  <a16:creationId xmlns:a16="http://schemas.microsoft.com/office/drawing/2014/main" id="{52FE0F7F-7F8B-3CC0-121F-970CA11D7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2077" name="Grafik 2076" descr="Rotte med massiv udfyldning">
              <a:extLst>
                <a:ext uri="{FF2B5EF4-FFF2-40B4-BE49-F238E27FC236}">
                  <a16:creationId xmlns:a16="http://schemas.microsoft.com/office/drawing/2014/main" id="{5A87B0F9-AD11-AF28-1622-D535B946F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2078" name="Grafik 2077" descr="Rotte med massiv udfyldning">
              <a:extLst>
                <a:ext uri="{FF2B5EF4-FFF2-40B4-BE49-F238E27FC236}">
                  <a16:creationId xmlns:a16="http://schemas.microsoft.com/office/drawing/2014/main" id="{3F002302-D1C7-E3F8-7085-70E2951ABE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2079" name="Grafik 2078" descr="Rotte med massiv udfyldning">
              <a:extLst>
                <a:ext uri="{FF2B5EF4-FFF2-40B4-BE49-F238E27FC236}">
                  <a16:creationId xmlns:a16="http://schemas.microsoft.com/office/drawing/2014/main" id="{5A4FFC07-B8F8-9702-5035-E7E61186E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2080" name="Grafik 2079" descr="Rotte med massiv udfyldning">
              <a:extLst>
                <a:ext uri="{FF2B5EF4-FFF2-40B4-BE49-F238E27FC236}">
                  <a16:creationId xmlns:a16="http://schemas.microsoft.com/office/drawing/2014/main" id="{76B91FA4-6613-7858-7840-D951D8B7D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2081" name="Grafik 2080" descr="Rotte med massiv udfyldning">
              <a:extLst>
                <a:ext uri="{FF2B5EF4-FFF2-40B4-BE49-F238E27FC236}">
                  <a16:creationId xmlns:a16="http://schemas.microsoft.com/office/drawing/2014/main" id="{5BF4BDBC-635A-707C-D7AC-8CF4EA580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2082" name="Grafik 2081" descr="Rotte med massiv udfyldning">
              <a:extLst>
                <a:ext uri="{FF2B5EF4-FFF2-40B4-BE49-F238E27FC236}">
                  <a16:creationId xmlns:a16="http://schemas.microsoft.com/office/drawing/2014/main" id="{CB15FF02-9A31-A9E9-9C8F-B237DC770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2083" name="Grafik 2082" descr="Rotte med massiv udfyldning">
              <a:extLst>
                <a:ext uri="{FF2B5EF4-FFF2-40B4-BE49-F238E27FC236}">
                  <a16:creationId xmlns:a16="http://schemas.microsoft.com/office/drawing/2014/main" id="{852F97F5-FB22-9EA6-312A-E2F9E74C6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2086" name="Tekstfelt 2085">
            <a:extLst>
              <a:ext uri="{FF2B5EF4-FFF2-40B4-BE49-F238E27FC236}">
                <a16:creationId xmlns:a16="http://schemas.microsoft.com/office/drawing/2014/main" id="{714832D4-4D74-2C1F-5269-716B14D9B1A0}"/>
              </a:ext>
            </a:extLst>
          </p:cNvPr>
          <p:cNvSpPr txBox="1"/>
          <p:nvPr/>
        </p:nvSpPr>
        <p:spPr>
          <a:xfrm>
            <a:off x="6092052" y="2431876"/>
            <a:ext cx="97013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MEDIAN = 14</a:t>
            </a:r>
          </a:p>
        </p:txBody>
      </p:sp>
      <p:sp>
        <p:nvSpPr>
          <p:cNvPr id="2087" name="Tekstfelt 2086">
            <a:extLst>
              <a:ext uri="{FF2B5EF4-FFF2-40B4-BE49-F238E27FC236}">
                <a16:creationId xmlns:a16="http://schemas.microsoft.com/office/drawing/2014/main" id="{BD06AACB-4BBA-BDC1-6FE6-CC2C2C72E2AD}"/>
              </a:ext>
            </a:extLst>
          </p:cNvPr>
          <p:cNvSpPr txBox="1"/>
          <p:nvPr/>
        </p:nvSpPr>
        <p:spPr>
          <a:xfrm>
            <a:off x="-44906" y="10515125"/>
            <a:ext cx="17908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KASPER FUGLSANG JORDT</a:t>
            </a:r>
          </a:p>
        </p:txBody>
      </p:sp>
      <p:cxnSp>
        <p:nvCxnSpPr>
          <p:cNvPr id="2096" name="Lige forbindelse 2095">
            <a:extLst>
              <a:ext uri="{FF2B5EF4-FFF2-40B4-BE49-F238E27FC236}">
                <a16:creationId xmlns:a16="http://schemas.microsoft.com/office/drawing/2014/main" id="{51622256-91CE-7167-0461-6BA67B936850}"/>
              </a:ext>
            </a:extLst>
          </p:cNvPr>
          <p:cNvCxnSpPr>
            <a:cxnSpLocks/>
          </p:cNvCxnSpPr>
          <p:nvPr/>
        </p:nvCxnSpPr>
        <p:spPr>
          <a:xfrm>
            <a:off x="349465" y="4955382"/>
            <a:ext cx="68030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4" name="Gruppe 2143">
            <a:extLst>
              <a:ext uri="{FF2B5EF4-FFF2-40B4-BE49-F238E27FC236}">
                <a16:creationId xmlns:a16="http://schemas.microsoft.com/office/drawing/2014/main" id="{A02F96E1-FD0E-1936-51A6-02909E91D53C}"/>
              </a:ext>
            </a:extLst>
          </p:cNvPr>
          <p:cNvGrpSpPr/>
          <p:nvPr/>
        </p:nvGrpSpPr>
        <p:grpSpPr>
          <a:xfrm>
            <a:off x="5784803" y="4949335"/>
            <a:ext cx="332142" cy="293149"/>
            <a:chOff x="6978311" y="4836782"/>
            <a:chExt cx="332142" cy="293149"/>
          </a:xfrm>
        </p:grpSpPr>
        <p:cxnSp>
          <p:nvCxnSpPr>
            <p:cNvPr id="2139" name="Lige forbindelse 2138">
              <a:extLst>
                <a:ext uri="{FF2B5EF4-FFF2-40B4-BE49-F238E27FC236}">
                  <a16:creationId xmlns:a16="http://schemas.microsoft.com/office/drawing/2014/main" id="{C8057931-2EE6-5396-C754-718B59BAFD6C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43" name="Tekstfelt 2142">
              <a:extLst>
                <a:ext uri="{FF2B5EF4-FFF2-40B4-BE49-F238E27FC236}">
                  <a16:creationId xmlns:a16="http://schemas.microsoft.com/office/drawing/2014/main" id="{5014D51D-4264-484D-3AF9-31FF54440EC2}"/>
                </a:ext>
              </a:extLst>
            </p:cNvPr>
            <p:cNvSpPr txBox="1"/>
            <p:nvPr/>
          </p:nvSpPr>
          <p:spPr>
            <a:xfrm>
              <a:off x="6978311" y="4876015"/>
              <a:ext cx="33214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50</a:t>
              </a:r>
            </a:p>
          </p:txBody>
        </p:sp>
      </p:grpSp>
      <p:grpSp>
        <p:nvGrpSpPr>
          <p:cNvPr id="2145" name="Gruppe 2144">
            <a:extLst>
              <a:ext uri="{FF2B5EF4-FFF2-40B4-BE49-F238E27FC236}">
                <a16:creationId xmlns:a16="http://schemas.microsoft.com/office/drawing/2014/main" id="{37983073-E436-49B7-8BF6-82998CB3DE38}"/>
              </a:ext>
            </a:extLst>
          </p:cNvPr>
          <p:cNvGrpSpPr/>
          <p:nvPr/>
        </p:nvGrpSpPr>
        <p:grpSpPr>
          <a:xfrm>
            <a:off x="4629557" y="4958925"/>
            <a:ext cx="332142" cy="293149"/>
            <a:chOff x="6978311" y="4836782"/>
            <a:chExt cx="332142" cy="293149"/>
          </a:xfrm>
        </p:grpSpPr>
        <p:cxnSp>
          <p:nvCxnSpPr>
            <p:cNvPr id="2146" name="Lige forbindelse 2145">
              <a:extLst>
                <a:ext uri="{FF2B5EF4-FFF2-40B4-BE49-F238E27FC236}">
                  <a16:creationId xmlns:a16="http://schemas.microsoft.com/office/drawing/2014/main" id="{8D08EA27-E982-4468-A13A-10C523282056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47" name="Tekstfelt 2146">
              <a:extLst>
                <a:ext uri="{FF2B5EF4-FFF2-40B4-BE49-F238E27FC236}">
                  <a16:creationId xmlns:a16="http://schemas.microsoft.com/office/drawing/2014/main" id="{F19F1A8E-2214-9344-9394-9586F76FA11F}"/>
                </a:ext>
              </a:extLst>
            </p:cNvPr>
            <p:cNvSpPr txBox="1"/>
            <p:nvPr/>
          </p:nvSpPr>
          <p:spPr>
            <a:xfrm>
              <a:off x="6978311" y="4876015"/>
              <a:ext cx="33214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40</a:t>
              </a:r>
            </a:p>
          </p:txBody>
        </p:sp>
      </p:grpSp>
      <p:grpSp>
        <p:nvGrpSpPr>
          <p:cNvPr id="2148" name="Gruppe 2147">
            <a:extLst>
              <a:ext uri="{FF2B5EF4-FFF2-40B4-BE49-F238E27FC236}">
                <a16:creationId xmlns:a16="http://schemas.microsoft.com/office/drawing/2014/main" id="{38175616-9114-A590-7303-9913BC6518A8}"/>
              </a:ext>
            </a:extLst>
          </p:cNvPr>
          <p:cNvGrpSpPr/>
          <p:nvPr/>
        </p:nvGrpSpPr>
        <p:grpSpPr>
          <a:xfrm>
            <a:off x="2392803" y="4958925"/>
            <a:ext cx="332142" cy="293149"/>
            <a:chOff x="6978311" y="4836782"/>
            <a:chExt cx="332142" cy="293149"/>
          </a:xfrm>
        </p:grpSpPr>
        <p:cxnSp>
          <p:nvCxnSpPr>
            <p:cNvPr id="2149" name="Lige forbindelse 2148">
              <a:extLst>
                <a:ext uri="{FF2B5EF4-FFF2-40B4-BE49-F238E27FC236}">
                  <a16:creationId xmlns:a16="http://schemas.microsoft.com/office/drawing/2014/main" id="{C4C0B4EC-442E-FC05-2CFF-5A6B6EF4C13F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0" name="Tekstfelt 2149">
              <a:extLst>
                <a:ext uri="{FF2B5EF4-FFF2-40B4-BE49-F238E27FC236}">
                  <a16:creationId xmlns:a16="http://schemas.microsoft.com/office/drawing/2014/main" id="{8BE2E8EA-F3F8-3178-9A1C-596E34EFB8DF}"/>
                </a:ext>
              </a:extLst>
            </p:cNvPr>
            <p:cNvSpPr txBox="1"/>
            <p:nvPr/>
          </p:nvSpPr>
          <p:spPr>
            <a:xfrm>
              <a:off x="6978311" y="4876015"/>
              <a:ext cx="33214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20</a:t>
              </a:r>
            </a:p>
          </p:txBody>
        </p:sp>
      </p:grpSp>
      <p:grpSp>
        <p:nvGrpSpPr>
          <p:cNvPr id="2151" name="Gruppe 2150">
            <a:extLst>
              <a:ext uri="{FF2B5EF4-FFF2-40B4-BE49-F238E27FC236}">
                <a16:creationId xmlns:a16="http://schemas.microsoft.com/office/drawing/2014/main" id="{728071BB-6035-A076-0574-8CBD0307A889}"/>
              </a:ext>
            </a:extLst>
          </p:cNvPr>
          <p:cNvGrpSpPr/>
          <p:nvPr/>
        </p:nvGrpSpPr>
        <p:grpSpPr>
          <a:xfrm>
            <a:off x="1274426" y="4958925"/>
            <a:ext cx="332142" cy="293149"/>
            <a:chOff x="6978311" y="4836782"/>
            <a:chExt cx="332142" cy="293149"/>
          </a:xfrm>
        </p:grpSpPr>
        <p:cxnSp>
          <p:nvCxnSpPr>
            <p:cNvPr id="2152" name="Lige forbindelse 2151">
              <a:extLst>
                <a:ext uri="{FF2B5EF4-FFF2-40B4-BE49-F238E27FC236}">
                  <a16:creationId xmlns:a16="http://schemas.microsoft.com/office/drawing/2014/main" id="{AE7CEB22-110F-F7B3-57BD-AB5741740F81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3" name="Tekstfelt 2152">
              <a:extLst>
                <a:ext uri="{FF2B5EF4-FFF2-40B4-BE49-F238E27FC236}">
                  <a16:creationId xmlns:a16="http://schemas.microsoft.com/office/drawing/2014/main" id="{0289027E-5D3E-29A9-76DE-A52081A041C5}"/>
                </a:ext>
              </a:extLst>
            </p:cNvPr>
            <p:cNvSpPr txBox="1"/>
            <p:nvPr/>
          </p:nvSpPr>
          <p:spPr>
            <a:xfrm>
              <a:off x="6978311" y="4876015"/>
              <a:ext cx="33214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10</a:t>
              </a:r>
            </a:p>
          </p:txBody>
        </p:sp>
      </p:grpSp>
      <p:grpSp>
        <p:nvGrpSpPr>
          <p:cNvPr id="2154" name="Gruppe 2153">
            <a:extLst>
              <a:ext uri="{FF2B5EF4-FFF2-40B4-BE49-F238E27FC236}">
                <a16:creationId xmlns:a16="http://schemas.microsoft.com/office/drawing/2014/main" id="{8C891783-233F-E477-03E8-B30A021110A9}"/>
              </a:ext>
            </a:extLst>
          </p:cNvPr>
          <p:cNvGrpSpPr/>
          <p:nvPr/>
        </p:nvGrpSpPr>
        <p:grpSpPr>
          <a:xfrm>
            <a:off x="229787" y="4956544"/>
            <a:ext cx="258404" cy="295530"/>
            <a:chOff x="7015180" y="4834401"/>
            <a:chExt cx="258404" cy="295530"/>
          </a:xfrm>
        </p:grpSpPr>
        <p:cxnSp>
          <p:nvCxnSpPr>
            <p:cNvPr id="2155" name="Lige forbindelse 2154">
              <a:extLst>
                <a:ext uri="{FF2B5EF4-FFF2-40B4-BE49-F238E27FC236}">
                  <a16:creationId xmlns:a16="http://schemas.microsoft.com/office/drawing/2014/main" id="{B6B926A0-7355-64CB-E58E-E84FBED8DEC0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4401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6" name="Tekstfelt 2155">
              <a:extLst>
                <a:ext uri="{FF2B5EF4-FFF2-40B4-BE49-F238E27FC236}">
                  <a16:creationId xmlns:a16="http://schemas.microsoft.com/office/drawing/2014/main" id="{D77ECDC0-0A61-9B7A-43DC-0C115859DB4B}"/>
                </a:ext>
              </a:extLst>
            </p:cNvPr>
            <p:cNvSpPr txBox="1"/>
            <p:nvPr/>
          </p:nvSpPr>
          <p:spPr>
            <a:xfrm>
              <a:off x="7015180" y="4876015"/>
              <a:ext cx="258404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0</a:t>
              </a:r>
            </a:p>
          </p:txBody>
        </p:sp>
      </p:grpSp>
      <p:grpSp>
        <p:nvGrpSpPr>
          <p:cNvPr id="2157" name="Gruppe 2156">
            <a:extLst>
              <a:ext uri="{FF2B5EF4-FFF2-40B4-BE49-F238E27FC236}">
                <a16:creationId xmlns:a16="http://schemas.microsoft.com/office/drawing/2014/main" id="{9D0EB979-44B3-3E7D-7145-C3A5CC8A8ADC}"/>
              </a:ext>
            </a:extLst>
          </p:cNvPr>
          <p:cNvGrpSpPr/>
          <p:nvPr/>
        </p:nvGrpSpPr>
        <p:grpSpPr>
          <a:xfrm>
            <a:off x="3511180" y="4958925"/>
            <a:ext cx="332142" cy="293149"/>
            <a:chOff x="6978311" y="4836782"/>
            <a:chExt cx="332142" cy="293149"/>
          </a:xfrm>
        </p:grpSpPr>
        <p:cxnSp>
          <p:nvCxnSpPr>
            <p:cNvPr id="2158" name="Lige forbindelse 2157">
              <a:extLst>
                <a:ext uri="{FF2B5EF4-FFF2-40B4-BE49-F238E27FC236}">
                  <a16:creationId xmlns:a16="http://schemas.microsoft.com/office/drawing/2014/main" id="{2ADF2643-12A1-EBB3-0ADC-D027B28E9496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9" name="Tekstfelt 2158">
              <a:extLst>
                <a:ext uri="{FF2B5EF4-FFF2-40B4-BE49-F238E27FC236}">
                  <a16:creationId xmlns:a16="http://schemas.microsoft.com/office/drawing/2014/main" id="{AAE3F9B9-9B8E-EDD1-D070-29749EDA6F9E}"/>
                </a:ext>
              </a:extLst>
            </p:cNvPr>
            <p:cNvSpPr txBox="1"/>
            <p:nvPr/>
          </p:nvSpPr>
          <p:spPr>
            <a:xfrm>
              <a:off x="6978311" y="4876015"/>
              <a:ext cx="33214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30</a:t>
              </a:r>
            </a:p>
          </p:txBody>
        </p:sp>
      </p:grpSp>
      <p:sp>
        <p:nvSpPr>
          <p:cNvPr id="2161" name="Ellipse 2160">
            <a:extLst>
              <a:ext uri="{FF2B5EF4-FFF2-40B4-BE49-F238E27FC236}">
                <a16:creationId xmlns:a16="http://schemas.microsoft.com/office/drawing/2014/main" id="{6C12C840-2313-4082-9338-3D9C80C76499}"/>
              </a:ext>
            </a:extLst>
          </p:cNvPr>
          <p:cNvSpPr/>
          <p:nvPr/>
        </p:nvSpPr>
        <p:spPr>
          <a:xfrm>
            <a:off x="6026151" y="5427595"/>
            <a:ext cx="100012" cy="10001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3" name="Rektangel 2162">
            <a:extLst>
              <a:ext uri="{FF2B5EF4-FFF2-40B4-BE49-F238E27FC236}">
                <a16:creationId xmlns:a16="http://schemas.microsoft.com/office/drawing/2014/main" id="{AB28B67E-163D-DC2E-9987-144D461516B7}"/>
              </a:ext>
            </a:extLst>
          </p:cNvPr>
          <p:cNvSpPr/>
          <p:nvPr/>
        </p:nvSpPr>
        <p:spPr>
          <a:xfrm>
            <a:off x="1541122" y="5340165"/>
            <a:ext cx="1741827" cy="2748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7" name="Lige forbindelse 2166">
            <a:extLst>
              <a:ext uri="{FF2B5EF4-FFF2-40B4-BE49-F238E27FC236}">
                <a16:creationId xmlns:a16="http://schemas.microsoft.com/office/drawing/2014/main" id="{79E8C1CC-1F47-D941-9C6A-1459E107A3E3}"/>
              </a:ext>
            </a:extLst>
          </p:cNvPr>
          <p:cNvCxnSpPr>
            <a:cxnSpLocks/>
          </p:cNvCxnSpPr>
          <p:nvPr/>
        </p:nvCxnSpPr>
        <p:spPr>
          <a:xfrm>
            <a:off x="2448602" y="5335403"/>
            <a:ext cx="0" cy="28439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1" name="Lige forbindelse 2180">
            <a:extLst>
              <a:ext uri="{FF2B5EF4-FFF2-40B4-BE49-F238E27FC236}">
                <a16:creationId xmlns:a16="http://schemas.microsoft.com/office/drawing/2014/main" id="{CC9F3D1D-BD22-9CB8-AA46-4F430567080A}"/>
              </a:ext>
            </a:extLst>
          </p:cNvPr>
          <p:cNvCxnSpPr>
            <a:cxnSpLocks/>
          </p:cNvCxnSpPr>
          <p:nvPr/>
        </p:nvCxnSpPr>
        <p:spPr>
          <a:xfrm>
            <a:off x="5155938" y="5335403"/>
            <a:ext cx="0" cy="284397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3" name="Lige forbindelse 2182">
            <a:extLst>
              <a:ext uri="{FF2B5EF4-FFF2-40B4-BE49-F238E27FC236}">
                <a16:creationId xmlns:a16="http://schemas.microsoft.com/office/drawing/2014/main" id="{6DE8B8FC-2405-71F0-5829-7E364899D06C}"/>
              </a:ext>
            </a:extLst>
          </p:cNvPr>
          <p:cNvCxnSpPr>
            <a:cxnSpLocks/>
          </p:cNvCxnSpPr>
          <p:nvPr/>
        </p:nvCxnSpPr>
        <p:spPr>
          <a:xfrm>
            <a:off x="493667" y="5335403"/>
            <a:ext cx="0" cy="284397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89" name="Gruppe 2188">
            <a:extLst>
              <a:ext uri="{FF2B5EF4-FFF2-40B4-BE49-F238E27FC236}">
                <a16:creationId xmlns:a16="http://schemas.microsoft.com/office/drawing/2014/main" id="{D73A200F-AFB7-30BB-C91F-5CDC2E96D8AD}"/>
              </a:ext>
            </a:extLst>
          </p:cNvPr>
          <p:cNvGrpSpPr/>
          <p:nvPr/>
        </p:nvGrpSpPr>
        <p:grpSpPr>
          <a:xfrm>
            <a:off x="6976919" y="4953393"/>
            <a:ext cx="332142" cy="293149"/>
            <a:chOff x="6978311" y="4836782"/>
            <a:chExt cx="332142" cy="293149"/>
          </a:xfrm>
        </p:grpSpPr>
        <p:cxnSp>
          <p:nvCxnSpPr>
            <p:cNvPr id="2190" name="Lige forbindelse 2189">
              <a:extLst>
                <a:ext uri="{FF2B5EF4-FFF2-40B4-BE49-F238E27FC236}">
                  <a16:creationId xmlns:a16="http://schemas.microsoft.com/office/drawing/2014/main" id="{D3845899-03A3-A601-A6BF-90BFC207153B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91" name="Tekstfelt 2190">
              <a:extLst>
                <a:ext uri="{FF2B5EF4-FFF2-40B4-BE49-F238E27FC236}">
                  <a16:creationId xmlns:a16="http://schemas.microsoft.com/office/drawing/2014/main" id="{4635DF1B-7DC4-9C69-B8A1-7ACA1E09AA22}"/>
                </a:ext>
              </a:extLst>
            </p:cNvPr>
            <p:cNvSpPr txBox="1"/>
            <p:nvPr/>
          </p:nvSpPr>
          <p:spPr>
            <a:xfrm>
              <a:off x="6978311" y="4876015"/>
              <a:ext cx="33214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60</a:t>
              </a:r>
            </a:p>
          </p:txBody>
        </p:sp>
      </p:grpSp>
      <p:sp>
        <p:nvSpPr>
          <p:cNvPr id="2198" name="Tekstfelt 2197">
            <a:extLst>
              <a:ext uri="{FF2B5EF4-FFF2-40B4-BE49-F238E27FC236}">
                <a16:creationId xmlns:a16="http://schemas.microsoft.com/office/drawing/2014/main" id="{C03E1860-714F-EAE0-0AB2-CB9E73AF01FB}"/>
              </a:ext>
            </a:extLst>
          </p:cNvPr>
          <p:cNvSpPr txBox="1"/>
          <p:nvPr/>
        </p:nvSpPr>
        <p:spPr>
          <a:xfrm>
            <a:off x="5386787" y="5917964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LONGEST RESIDENCE</a:t>
            </a:r>
          </a:p>
          <a:p>
            <a:pPr algn="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4,25 YEARS</a:t>
            </a:r>
          </a:p>
        </p:txBody>
      </p:sp>
      <p:sp>
        <p:nvSpPr>
          <p:cNvPr id="2199" name="Tekstfelt 2198">
            <a:extLst>
              <a:ext uri="{FF2B5EF4-FFF2-40B4-BE49-F238E27FC236}">
                <a16:creationId xmlns:a16="http://schemas.microsoft.com/office/drawing/2014/main" id="{6A860525-4CFC-AF60-2C07-6EB5E5D5E63F}"/>
              </a:ext>
            </a:extLst>
          </p:cNvPr>
          <p:cNvSpPr txBox="1"/>
          <p:nvPr/>
        </p:nvSpPr>
        <p:spPr>
          <a:xfrm>
            <a:off x="2825750" y="5917964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AVERAGE RESIDENCE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1,41 YEARS</a:t>
            </a:r>
          </a:p>
        </p:txBody>
      </p:sp>
      <p:sp>
        <p:nvSpPr>
          <p:cNvPr id="2201" name="Tekstfelt 2200">
            <a:extLst>
              <a:ext uri="{FF2B5EF4-FFF2-40B4-BE49-F238E27FC236}">
                <a16:creationId xmlns:a16="http://schemas.microsoft.com/office/drawing/2014/main" id="{8CDA7991-9D0C-4D63-2F5E-4BA958C7D918}"/>
              </a:ext>
            </a:extLst>
          </p:cNvPr>
          <p:cNvSpPr txBox="1"/>
          <p:nvPr/>
        </p:nvSpPr>
        <p:spPr>
          <a:xfrm>
            <a:off x="264713" y="5917964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SHORTEST RESIDENCE</a:t>
            </a:r>
          </a:p>
          <a:p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 MONTH</a:t>
            </a:r>
          </a:p>
        </p:txBody>
      </p:sp>
      <p:cxnSp>
        <p:nvCxnSpPr>
          <p:cNvPr id="2206" name="Forbindelse: vinklet 2205">
            <a:extLst>
              <a:ext uri="{FF2B5EF4-FFF2-40B4-BE49-F238E27FC236}">
                <a16:creationId xmlns:a16="http://schemas.microsoft.com/office/drawing/2014/main" id="{8BBAAA68-4D39-9350-B796-963E1A96D6B5}"/>
              </a:ext>
            </a:extLst>
          </p:cNvPr>
          <p:cNvCxnSpPr>
            <a:cxnSpLocks/>
            <a:stCxn id="2231" idx="2"/>
            <a:endCxn id="2198" idx="0"/>
          </p:cNvCxnSpPr>
          <p:nvPr/>
        </p:nvCxnSpPr>
        <p:spPr>
          <a:xfrm rot="16200000" flipH="1">
            <a:off x="6038014" y="5626552"/>
            <a:ext cx="332182" cy="25064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7" name="Forbindelse: vinklet 2216">
            <a:extLst>
              <a:ext uri="{FF2B5EF4-FFF2-40B4-BE49-F238E27FC236}">
                <a16:creationId xmlns:a16="http://schemas.microsoft.com/office/drawing/2014/main" id="{B74FAFBA-4384-5A5B-3413-03F7D33F672F}"/>
              </a:ext>
            </a:extLst>
          </p:cNvPr>
          <p:cNvCxnSpPr>
            <a:cxnSpLocks/>
            <a:stCxn id="2229" idx="2"/>
            <a:endCxn id="2199" idx="0"/>
          </p:cNvCxnSpPr>
          <p:nvPr/>
        </p:nvCxnSpPr>
        <p:spPr>
          <a:xfrm rot="16200000" flipH="1">
            <a:off x="2979960" y="5129535"/>
            <a:ext cx="257070" cy="131978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4" name="Forbindelse: vinklet 2223">
            <a:extLst>
              <a:ext uri="{FF2B5EF4-FFF2-40B4-BE49-F238E27FC236}">
                <a16:creationId xmlns:a16="http://schemas.microsoft.com/office/drawing/2014/main" id="{7AB7C5D4-BAF6-C914-A485-60135043867E}"/>
              </a:ext>
            </a:extLst>
          </p:cNvPr>
          <p:cNvCxnSpPr>
            <a:cxnSpLocks/>
            <a:stCxn id="2223" idx="2"/>
            <a:endCxn id="2201" idx="0"/>
          </p:cNvCxnSpPr>
          <p:nvPr/>
        </p:nvCxnSpPr>
        <p:spPr>
          <a:xfrm rot="16200000" flipH="1">
            <a:off x="729012" y="5439623"/>
            <a:ext cx="243041" cy="7136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9" name="Rektangel 2228">
            <a:extLst>
              <a:ext uri="{FF2B5EF4-FFF2-40B4-BE49-F238E27FC236}">
                <a16:creationId xmlns:a16="http://schemas.microsoft.com/office/drawing/2014/main" id="{7CE241F9-CB21-39CA-C21D-B10A92BE709A}"/>
              </a:ext>
            </a:extLst>
          </p:cNvPr>
          <p:cNvSpPr/>
          <p:nvPr/>
        </p:nvSpPr>
        <p:spPr>
          <a:xfrm>
            <a:off x="2345135" y="5615175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1" name="Rektangel 2230">
            <a:extLst>
              <a:ext uri="{FF2B5EF4-FFF2-40B4-BE49-F238E27FC236}">
                <a16:creationId xmlns:a16="http://schemas.microsoft.com/office/drawing/2014/main" id="{789FD385-6EC8-9C5A-AD9C-E70055B9B2AC}"/>
              </a:ext>
            </a:extLst>
          </p:cNvPr>
          <p:cNvSpPr/>
          <p:nvPr/>
        </p:nvSpPr>
        <p:spPr>
          <a:xfrm>
            <a:off x="5975317" y="5540063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3" name="Rektangel 2232">
            <a:extLst>
              <a:ext uri="{FF2B5EF4-FFF2-40B4-BE49-F238E27FC236}">
                <a16:creationId xmlns:a16="http://schemas.microsoft.com/office/drawing/2014/main" id="{5E8AB3E8-1E9D-9D8C-8ECB-26A7E62F02C4}"/>
              </a:ext>
            </a:extLst>
          </p:cNvPr>
          <p:cNvSpPr/>
          <p:nvPr/>
        </p:nvSpPr>
        <p:spPr>
          <a:xfrm>
            <a:off x="2101254" y="4464445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RESIDENCY PERIOD</a:t>
            </a:r>
          </a:p>
        </p:txBody>
      </p:sp>
      <p:sp>
        <p:nvSpPr>
          <p:cNvPr id="2235" name="Tekstfelt 2234">
            <a:extLst>
              <a:ext uri="{FF2B5EF4-FFF2-40B4-BE49-F238E27FC236}">
                <a16:creationId xmlns:a16="http://schemas.microsoft.com/office/drawing/2014/main" id="{46EC84A7-843A-ECF6-3A45-D002BC3F38DE}"/>
              </a:ext>
            </a:extLst>
          </p:cNvPr>
          <p:cNvSpPr txBox="1"/>
          <p:nvPr/>
        </p:nvSpPr>
        <p:spPr>
          <a:xfrm>
            <a:off x="6821973" y="10525547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OCT 2025</a:t>
            </a:r>
          </a:p>
        </p:txBody>
      </p:sp>
      <p:grpSp>
        <p:nvGrpSpPr>
          <p:cNvPr id="2293" name="Gruppe 2292">
            <a:extLst>
              <a:ext uri="{FF2B5EF4-FFF2-40B4-BE49-F238E27FC236}">
                <a16:creationId xmlns:a16="http://schemas.microsoft.com/office/drawing/2014/main" id="{9DCCF2B3-291F-E20F-5075-299AC3E0E793}"/>
              </a:ext>
            </a:extLst>
          </p:cNvPr>
          <p:cNvGrpSpPr/>
          <p:nvPr/>
        </p:nvGrpSpPr>
        <p:grpSpPr>
          <a:xfrm>
            <a:off x="-37851" y="6796907"/>
            <a:ext cx="5547768" cy="3377166"/>
            <a:chOff x="-17618" y="6880544"/>
            <a:chExt cx="5820218" cy="3543018"/>
          </a:xfrm>
        </p:grpSpPr>
        <p:pic>
          <p:nvPicPr>
            <p:cNvPr id="2239" name="Billede 2238" descr="Et billede, der indeholder skærmbillede, Rav, lys/lygte&#10;&#10;AI-genereret indhold kan være ukorrekt.">
              <a:extLst>
                <a:ext uri="{FF2B5EF4-FFF2-40B4-BE49-F238E27FC236}">
                  <a16:creationId xmlns:a16="http://schemas.microsoft.com/office/drawing/2014/main" id="{66DB30B7-D244-811B-EA8B-C531CB1AEE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48" r="19258"/>
            <a:stretch>
              <a:fillRect/>
            </a:stretch>
          </p:blipFill>
          <p:spPr>
            <a:xfrm rot="5400000">
              <a:off x="1120982" y="5741944"/>
              <a:ext cx="3543018" cy="5820218"/>
            </a:xfrm>
            <a:prstGeom prst="rect">
              <a:avLst/>
            </a:prstGeom>
          </p:spPr>
        </p:pic>
        <p:sp>
          <p:nvSpPr>
            <p:cNvPr id="2242" name="Ellipse 2241">
              <a:extLst>
                <a:ext uri="{FF2B5EF4-FFF2-40B4-BE49-F238E27FC236}">
                  <a16:creationId xmlns:a16="http://schemas.microsoft.com/office/drawing/2014/main" id="{D0926EDB-37A5-40A0-F9FF-EC903D497A0C}"/>
                </a:ext>
              </a:extLst>
            </p:cNvPr>
            <p:cNvSpPr/>
            <p:nvPr/>
          </p:nvSpPr>
          <p:spPr>
            <a:xfrm>
              <a:off x="647331" y="9680121"/>
              <a:ext cx="225793" cy="225793"/>
            </a:xfrm>
            <a:prstGeom prst="ellipse">
              <a:avLst/>
            </a:prstGeom>
            <a:solidFill>
              <a:srgbClr val="FBF0E2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43" name="Ellipse 2242">
              <a:extLst>
                <a:ext uri="{FF2B5EF4-FFF2-40B4-BE49-F238E27FC236}">
                  <a16:creationId xmlns:a16="http://schemas.microsoft.com/office/drawing/2014/main" id="{BD775EC9-9107-1DBF-B11F-610277CCF34B}"/>
                </a:ext>
              </a:extLst>
            </p:cNvPr>
            <p:cNvSpPr/>
            <p:nvPr/>
          </p:nvSpPr>
          <p:spPr>
            <a:xfrm>
              <a:off x="425237" y="9162473"/>
              <a:ext cx="244966" cy="244966"/>
            </a:xfrm>
            <a:prstGeom prst="ellipse">
              <a:avLst/>
            </a:prstGeom>
            <a:solidFill>
              <a:srgbClr val="F5F0E8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44" name="Ellipse 2243">
              <a:extLst>
                <a:ext uri="{FF2B5EF4-FFF2-40B4-BE49-F238E27FC236}">
                  <a16:creationId xmlns:a16="http://schemas.microsoft.com/office/drawing/2014/main" id="{3BA098D3-A38F-2D81-34CC-1939DF6C592F}"/>
                </a:ext>
              </a:extLst>
            </p:cNvPr>
            <p:cNvSpPr/>
            <p:nvPr/>
          </p:nvSpPr>
          <p:spPr>
            <a:xfrm>
              <a:off x="1207352" y="9070397"/>
              <a:ext cx="273627" cy="273627"/>
            </a:xfrm>
            <a:prstGeom prst="ellipse">
              <a:avLst/>
            </a:prstGeom>
            <a:solidFill>
              <a:srgbClr val="F9CC9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45" name="Ellipse 2244">
              <a:extLst>
                <a:ext uri="{FF2B5EF4-FFF2-40B4-BE49-F238E27FC236}">
                  <a16:creationId xmlns:a16="http://schemas.microsoft.com/office/drawing/2014/main" id="{23E12E39-5B87-C538-6522-ECFCC73145E0}"/>
                </a:ext>
              </a:extLst>
            </p:cNvPr>
            <p:cNvSpPr/>
            <p:nvPr/>
          </p:nvSpPr>
          <p:spPr>
            <a:xfrm>
              <a:off x="1461352" y="9273597"/>
              <a:ext cx="273627" cy="273627"/>
            </a:xfrm>
            <a:prstGeom prst="ellipse">
              <a:avLst/>
            </a:prstGeom>
            <a:solidFill>
              <a:srgbClr val="F7C899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46" name="Ellipse 2245">
              <a:extLst>
                <a:ext uri="{FF2B5EF4-FFF2-40B4-BE49-F238E27FC236}">
                  <a16:creationId xmlns:a16="http://schemas.microsoft.com/office/drawing/2014/main" id="{87B37F0F-06EB-49A1-6FF4-22E548C9015C}"/>
                </a:ext>
              </a:extLst>
            </p:cNvPr>
            <p:cNvSpPr/>
            <p:nvPr/>
          </p:nvSpPr>
          <p:spPr>
            <a:xfrm>
              <a:off x="1880453" y="9416473"/>
              <a:ext cx="271896" cy="271896"/>
            </a:xfrm>
            <a:prstGeom prst="ellipse">
              <a:avLst/>
            </a:prstGeom>
            <a:solidFill>
              <a:srgbClr val="F9CC9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47" name="Ellipse 2246">
              <a:extLst>
                <a:ext uri="{FF2B5EF4-FFF2-40B4-BE49-F238E27FC236}">
                  <a16:creationId xmlns:a16="http://schemas.microsoft.com/office/drawing/2014/main" id="{8301EC1D-183A-3086-88EE-BB27D13BF6FD}"/>
                </a:ext>
              </a:extLst>
            </p:cNvPr>
            <p:cNvSpPr/>
            <p:nvPr/>
          </p:nvSpPr>
          <p:spPr>
            <a:xfrm>
              <a:off x="1575653" y="9559348"/>
              <a:ext cx="271896" cy="271896"/>
            </a:xfrm>
            <a:prstGeom prst="ellipse">
              <a:avLst/>
            </a:prstGeom>
            <a:solidFill>
              <a:srgbClr val="F9CC9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48" name="Ellipse 2247">
              <a:extLst>
                <a:ext uri="{FF2B5EF4-FFF2-40B4-BE49-F238E27FC236}">
                  <a16:creationId xmlns:a16="http://schemas.microsoft.com/office/drawing/2014/main" id="{C98A90CE-016B-55E6-389C-CE26609AA864}"/>
                </a:ext>
              </a:extLst>
            </p:cNvPr>
            <p:cNvSpPr/>
            <p:nvPr/>
          </p:nvSpPr>
          <p:spPr>
            <a:xfrm>
              <a:off x="3660741" y="9546209"/>
              <a:ext cx="271896" cy="271896"/>
            </a:xfrm>
            <a:prstGeom prst="ellipse">
              <a:avLst/>
            </a:prstGeom>
            <a:solidFill>
              <a:srgbClr val="F9CC9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50" name="Ellipse 2249">
              <a:extLst>
                <a:ext uri="{FF2B5EF4-FFF2-40B4-BE49-F238E27FC236}">
                  <a16:creationId xmlns:a16="http://schemas.microsoft.com/office/drawing/2014/main" id="{FAAC1F2E-06B9-1B3E-F376-57AFF709A4E3}"/>
                </a:ext>
              </a:extLst>
            </p:cNvPr>
            <p:cNvSpPr/>
            <p:nvPr/>
          </p:nvSpPr>
          <p:spPr>
            <a:xfrm>
              <a:off x="898156" y="9959521"/>
              <a:ext cx="236112" cy="236112"/>
            </a:xfrm>
            <a:prstGeom prst="ellipse">
              <a:avLst/>
            </a:prstGeom>
            <a:solidFill>
              <a:srgbClr val="FBF0E2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52" name="Ellipse 2251">
              <a:extLst>
                <a:ext uri="{FF2B5EF4-FFF2-40B4-BE49-F238E27FC236}">
                  <a16:creationId xmlns:a16="http://schemas.microsoft.com/office/drawing/2014/main" id="{17C54BAF-65A2-A36E-5036-194FF4B8B6FE}"/>
                </a:ext>
              </a:extLst>
            </p:cNvPr>
            <p:cNvSpPr/>
            <p:nvPr/>
          </p:nvSpPr>
          <p:spPr>
            <a:xfrm>
              <a:off x="1029573" y="8736733"/>
              <a:ext cx="273627" cy="273627"/>
            </a:xfrm>
            <a:prstGeom prst="ellipse">
              <a:avLst/>
            </a:prstGeom>
            <a:solidFill>
              <a:srgbClr val="F8C99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54" name="Ellipse 2253">
              <a:extLst>
                <a:ext uri="{FF2B5EF4-FFF2-40B4-BE49-F238E27FC236}">
                  <a16:creationId xmlns:a16="http://schemas.microsoft.com/office/drawing/2014/main" id="{832C089F-1F0C-7A54-9079-CC366CCEDBDA}"/>
                </a:ext>
              </a:extLst>
            </p:cNvPr>
            <p:cNvSpPr/>
            <p:nvPr/>
          </p:nvSpPr>
          <p:spPr>
            <a:xfrm>
              <a:off x="1886803" y="9771554"/>
              <a:ext cx="260349" cy="260349"/>
            </a:xfrm>
            <a:prstGeom prst="ellipse">
              <a:avLst/>
            </a:prstGeom>
            <a:solidFill>
              <a:srgbClr val="F9D2A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55" name="Ellipse 2254">
              <a:extLst>
                <a:ext uri="{FF2B5EF4-FFF2-40B4-BE49-F238E27FC236}">
                  <a16:creationId xmlns:a16="http://schemas.microsoft.com/office/drawing/2014/main" id="{1CAD6B98-2387-87D8-69F3-33011A10C474}"/>
                </a:ext>
              </a:extLst>
            </p:cNvPr>
            <p:cNvSpPr/>
            <p:nvPr/>
          </p:nvSpPr>
          <p:spPr>
            <a:xfrm>
              <a:off x="3331794" y="9749971"/>
              <a:ext cx="236991" cy="236991"/>
            </a:xfrm>
            <a:prstGeom prst="ellipse">
              <a:avLst/>
            </a:prstGeom>
            <a:solidFill>
              <a:srgbClr val="F8E7D5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56" name="Ellipse 2255">
              <a:extLst>
                <a:ext uri="{FF2B5EF4-FFF2-40B4-BE49-F238E27FC236}">
                  <a16:creationId xmlns:a16="http://schemas.microsoft.com/office/drawing/2014/main" id="{5AE28D96-7F7A-AE5B-6516-BE35A4C4CBFE}"/>
                </a:ext>
              </a:extLst>
            </p:cNvPr>
            <p:cNvSpPr/>
            <p:nvPr/>
          </p:nvSpPr>
          <p:spPr>
            <a:xfrm>
              <a:off x="4277150" y="10057153"/>
              <a:ext cx="236991" cy="236991"/>
            </a:xfrm>
            <a:prstGeom prst="ellipse">
              <a:avLst/>
            </a:prstGeom>
            <a:solidFill>
              <a:srgbClr val="F8EFE7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57" name="Ellipse 2256">
              <a:extLst>
                <a:ext uri="{FF2B5EF4-FFF2-40B4-BE49-F238E27FC236}">
                  <a16:creationId xmlns:a16="http://schemas.microsoft.com/office/drawing/2014/main" id="{2B3268A0-2DEA-B2EF-FE82-5BD938E5231B}"/>
                </a:ext>
              </a:extLst>
            </p:cNvPr>
            <p:cNvSpPr/>
            <p:nvPr/>
          </p:nvSpPr>
          <p:spPr>
            <a:xfrm>
              <a:off x="4548188" y="9706683"/>
              <a:ext cx="257600" cy="257600"/>
            </a:xfrm>
            <a:prstGeom prst="ellipse">
              <a:avLst/>
            </a:prstGeom>
            <a:solidFill>
              <a:srgbClr val="F9D2A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58" name="Ellipse 2257">
              <a:extLst>
                <a:ext uri="{FF2B5EF4-FFF2-40B4-BE49-F238E27FC236}">
                  <a16:creationId xmlns:a16="http://schemas.microsoft.com/office/drawing/2014/main" id="{D2B2BA38-A573-EBDC-5024-26B79ACB2EA4}"/>
                </a:ext>
              </a:extLst>
            </p:cNvPr>
            <p:cNvSpPr/>
            <p:nvPr/>
          </p:nvSpPr>
          <p:spPr>
            <a:xfrm>
              <a:off x="4963600" y="9313350"/>
              <a:ext cx="271895" cy="271895"/>
            </a:xfrm>
            <a:prstGeom prst="ellipse">
              <a:avLst/>
            </a:prstGeom>
            <a:solidFill>
              <a:srgbClr val="F9CC9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59" name="Ellipse 2258">
              <a:extLst>
                <a:ext uri="{FF2B5EF4-FFF2-40B4-BE49-F238E27FC236}">
                  <a16:creationId xmlns:a16="http://schemas.microsoft.com/office/drawing/2014/main" id="{352DFF91-19AE-2D87-B2CF-54AB7B76DA3A}"/>
                </a:ext>
              </a:extLst>
            </p:cNvPr>
            <p:cNvSpPr/>
            <p:nvPr/>
          </p:nvSpPr>
          <p:spPr>
            <a:xfrm>
              <a:off x="4990379" y="8995352"/>
              <a:ext cx="271895" cy="271895"/>
            </a:xfrm>
            <a:prstGeom prst="ellipse">
              <a:avLst/>
            </a:prstGeom>
            <a:solidFill>
              <a:srgbClr val="F8D2A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0" name="Ellipse 2259">
              <a:extLst>
                <a:ext uri="{FF2B5EF4-FFF2-40B4-BE49-F238E27FC236}">
                  <a16:creationId xmlns:a16="http://schemas.microsoft.com/office/drawing/2014/main" id="{9E2F744C-81A0-1E56-6F7E-4EF31071E9DF}"/>
                </a:ext>
              </a:extLst>
            </p:cNvPr>
            <p:cNvSpPr/>
            <p:nvPr/>
          </p:nvSpPr>
          <p:spPr>
            <a:xfrm>
              <a:off x="5068423" y="8532743"/>
              <a:ext cx="253671" cy="253671"/>
            </a:xfrm>
            <a:prstGeom prst="ellipse">
              <a:avLst/>
            </a:prstGeom>
            <a:solidFill>
              <a:srgbClr val="FADDBD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1" name="Ellipse 2260">
              <a:extLst>
                <a:ext uri="{FF2B5EF4-FFF2-40B4-BE49-F238E27FC236}">
                  <a16:creationId xmlns:a16="http://schemas.microsoft.com/office/drawing/2014/main" id="{37AB2A24-39AA-9BFA-F06F-2D23BA0B3E33}"/>
                </a:ext>
              </a:extLst>
            </p:cNvPr>
            <p:cNvSpPr/>
            <p:nvPr/>
          </p:nvSpPr>
          <p:spPr>
            <a:xfrm>
              <a:off x="4863543" y="8092336"/>
              <a:ext cx="253671" cy="253671"/>
            </a:xfrm>
            <a:prstGeom prst="ellipse">
              <a:avLst/>
            </a:prstGeom>
            <a:solidFill>
              <a:srgbClr val="FAE2CD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2" name="Ellipse 2261">
              <a:extLst>
                <a:ext uri="{FF2B5EF4-FFF2-40B4-BE49-F238E27FC236}">
                  <a16:creationId xmlns:a16="http://schemas.microsoft.com/office/drawing/2014/main" id="{573E8348-2714-CBDB-F80C-3B007377C43E}"/>
                </a:ext>
              </a:extLst>
            </p:cNvPr>
            <p:cNvSpPr/>
            <p:nvPr/>
          </p:nvSpPr>
          <p:spPr>
            <a:xfrm>
              <a:off x="4949314" y="7769388"/>
              <a:ext cx="236375" cy="236375"/>
            </a:xfrm>
            <a:prstGeom prst="ellipse">
              <a:avLst/>
            </a:prstGeom>
            <a:solidFill>
              <a:srgbClr val="F8E7D3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4" name="Ellipse 2263">
              <a:extLst>
                <a:ext uri="{FF2B5EF4-FFF2-40B4-BE49-F238E27FC236}">
                  <a16:creationId xmlns:a16="http://schemas.microsoft.com/office/drawing/2014/main" id="{EDB97612-F18D-5987-1A3E-4F2A91E95951}"/>
                </a:ext>
              </a:extLst>
            </p:cNvPr>
            <p:cNvSpPr/>
            <p:nvPr/>
          </p:nvSpPr>
          <p:spPr>
            <a:xfrm>
              <a:off x="1344165" y="8095299"/>
              <a:ext cx="273627" cy="273627"/>
            </a:xfrm>
            <a:prstGeom prst="ellipse">
              <a:avLst/>
            </a:prstGeom>
            <a:solidFill>
              <a:srgbClr val="F9CC9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5" name="Ellipse 2264">
              <a:extLst>
                <a:ext uri="{FF2B5EF4-FFF2-40B4-BE49-F238E27FC236}">
                  <a16:creationId xmlns:a16="http://schemas.microsoft.com/office/drawing/2014/main" id="{2E74646A-F6D6-F7A7-EAFE-5453FEEA0369}"/>
                </a:ext>
              </a:extLst>
            </p:cNvPr>
            <p:cNvSpPr/>
            <p:nvPr/>
          </p:nvSpPr>
          <p:spPr>
            <a:xfrm>
              <a:off x="2423942" y="7119612"/>
              <a:ext cx="236070" cy="236070"/>
            </a:xfrm>
            <a:prstGeom prst="ellipse">
              <a:avLst/>
            </a:prstGeom>
            <a:solidFill>
              <a:srgbClr val="F7EBDD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6" name="Ellipse 2265">
              <a:extLst>
                <a:ext uri="{FF2B5EF4-FFF2-40B4-BE49-F238E27FC236}">
                  <a16:creationId xmlns:a16="http://schemas.microsoft.com/office/drawing/2014/main" id="{CD52279F-971E-6464-A545-198ED9D4524E}"/>
                </a:ext>
              </a:extLst>
            </p:cNvPr>
            <p:cNvSpPr/>
            <p:nvPr/>
          </p:nvSpPr>
          <p:spPr>
            <a:xfrm>
              <a:off x="1585465" y="7546593"/>
              <a:ext cx="219245" cy="219245"/>
            </a:xfrm>
            <a:prstGeom prst="ellipse">
              <a:avLst/>
            </a:prstGeom>
            <a:solidFill>
              <a:srgbClr val="FBF5E8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7" name="Ellipse 2266">
              <a:extLst>
                <a:ext uri="{FF2B5EF4-FFF2-40B4-BE49-F238E27FC236}">
                  <a16:creationId xmlns:a16="http://schemas.microsoft.com/office/drawing/2014/main" id="{B3CE7835-B486-F3A8-CC37-DF5886202DDB}"/>
                </a:ext>
              </a:extLst>
            </p:cNvPr>
            <p:cNvSpPr/>
            <p:nvPr/>
          </p:nvSpPr>
          <p:spPr>
            <a:xfrm>
              <a:off x="2021740" y="7481787"/>
              <a:ext cx="250824" cy="250824"/>
            </a:xfrm>
            <a:prstGeom prst="ellipse">
              <a:avLst/>
            </a:prstGeom>
            <a:solidFill>
              <a:srgbClr val="F8E0C9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8" name="Ellipse 2267">
              <a:extLst>
                <a:ext uri="{FF2B5EF4-FFF2-40B4-BE49-F238E27FC236}">
                  <a16:creationId xmlns:a16="http://schemas.microsoft.com/office/drawing/2014/main" id="{6DCA2F06-C113-425B-4E76-91C62C1B1497}"/>
                </a:ext>
              </a:extLst>
            </p:cNvPr>
            <p:cNvSpPr/>
            <p:nvPr/>
          </p:nvSpPr>
          <p:spPr>
            <a:xfrm>
              <a:off x="5299470" y="8816726"/>
              <a:ext cx="253671" cy="253671"/>
            </a:xfrm>
            <a:prstGeom prst="ellipse">
              <a:avLst/>
            </a:prstGeom>
            <a:solidFill>
              <a:srgbClr val="FADDBD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69" name="Ellipse 2268">
              <a:extLst>
                <a:ext uri="{FF2B5EF4-FFF2-40B4-BE49-F238E27FC236}">
                  <a16:creationId xmlns:a16="http://schemas.microsoft.com/office/drawing/2014/main" id="{1115E247-7EC3-D1EF-0EA9-E438206137E3}"/>
                </a:ext>
              </a:extLst>
            </p:cNvPr>
            <p:cNvSpPr/>
            <p:nvPr/>
          </p:nvSpPr>
          <p:spPr>
            <a:xfrm>
              <a:off x="5308660" y="8154872"/>
              <a:ext cx="236654" cy="236654"/>
            </a:xfrm>
            <a:prstGeom prst="ellipse">
              <a:avLst/>
            </a:prstGeom>
            <a:solidFill>
              <a:srgbClr val="F7E8D4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0" name="Ellipse 2269">
              <a:extLst>
                <a:ext uri="{FF2B5EF4-FFF2-40B4-BE49-F238E27FC236}">
                  <a16:creationId xmlns:a16="http://schemas.microsoft.com/office/drawing/2014/main" id="{39DA939A-EF01-6C23-9349-D7685A121992}"/>
                </a:ext>
              </a:extLst>
            </p:cNvPr>
            <p:cNvSpPr/>
            <p:nvPr/>
          </p:nvSpPr>
          <p:spPr>
            <a:xfrm>
              <a:off x="3747633" y="8024940"/>
              <a:ext cx="236654" cy="236654"/>
            </a:xfrm>
            <a:prstGeom prst="ellipse">
              <a:avLst/>
            </a:prstGeom>
            <a:solidFill>
              <a:srgbClr val="FAE7D5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1" name="Ellipse 2270">
              <a:extLst>
                <a:ext uri="{FF2B5EF4-FFF2-40B4-BE49-F238E27FC236}">
                  <a16:creationId xmlns:a16="http://schemas.microsoft.com/office/drawing/2014/main" id="{83FFC35D-7ABA-822B-885E-50A1D55129FE}"/>
                </a:ext>
              </a:extLst>
            </p:cNvPr>
            <p:cNvSpPr/>
            <p:nvPr/>
          </p:nvSpPr>
          <p:spPr>
            <a:xfrm>
              <a:off x="3721439" y="7558215"/>
              <a:ext cx="236654" cy="236654"/>
            </a:xfrm>
            <a:prstGeom prst="ellipse">
              <a:avLst/>
            </a:prstGeom>
            <a:solidFill>
              <a:srgbClr val="FBF0E2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2" name="Ellipse 2271">
              <a:extLst>
                <a:ext uri="{FF2B5EF4-FFF2-40B4-BE49-F238E27FC236}">
                  <a16:creationId xmlns:a16="http://schemas.microsoft.com/office/drawing/2014/main" id="{D364D437-6355-0168-7533-4DB33AA6BEDF}"/>
                </a:ext>
              </a:extLst>
            </p:cNvPr>
            <p:cNvSpPr/>
            <p:nvPr/>
          </p:nvSpPr>
          <p:spPr>
            <a:xfrm>
              <a:off x="3264239" y="7362952"/>
              <a:ext cx="236654" cy="236654"/>
            </a:xfrm>
            <a:prstGeom prst="ellipse">
              <a:avLst/>
            </a:prstGeom>
            <a:solidFill>
              <a:srgbClr val="FAE7D4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3" name="Ellipse 2272">
              <a:extLst>
                <a:ext uri="{FF2B5EF4-FFF2-40B4-BE49-F238E27FC236}">
                  <a16:creationId xmlns:a16="http://schemas.microsoft.com/office/drawing/2014/main" id="{D448BC0B-2569-F08C-CB88-6CBE885B8EB3}"/>
                </a:ext>
              </a:extLst>
            </p:cNvPr>
            <p:cNvSpPr/>
            <p:nvPr/>
          </p:nvSpPr>
          <p:spPr>
            <a:xfrm>
              <a:off x="3336700" y="7983533"/>
              <a:ext cx="273627" cy="273627"/>
            </a:xfrm>
            <a:prstGeom prst="ellipse">
              <a:avLst/>
            </a:prstGeom>
            <a:solidFill>
              <a:srgbClr val="F8BD86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4" name="Ellipse 2273">
              <a:extLst>
                <a:ext uri="{FF2B5EF4-FFF2-40B4-BE49-F238E27FC236}">
                  <a16:creationId xmlns:a16="http://schemas.microsoft.com/office/drawing/2014/main" id="{F5CE6AD8-27D5-7645-624F-8391E16F6D62}"/>
                </a:ext>
              </a:extLst>
            </p:cNvPr>
            <p:cNvSpPr/>
            <p:nvPr/>
          </p:nvSpPr>
          <p:spPr>
            <a:xfrm>
              <a:off x="2468729" y="7682892"/>
              <a:ext cx="286358" cy="286358"/>
            </a:xfrm>
            <a:prstGeom prst="ellipse">
              <a:avLst/>
            </a:prstGeom>
            <a:solidFill>
              <a:srgbClr val="F8B373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5" name="Ellipse 2274">
              <a:extLst>
                <a:ext uri="{FF2B5EF4-FFF2-40B4-BE49-F238E27FC236}">
                  <a16:creationId xmlns:a16="http://schemas.microsoft.com/office/drawing/2014/main" id="{F7A58945-5283-3305-FE77-5DFE18096513}"/>
                </a:ext>
              </a:extLst>
            </p:cNvPr>
            <p:cNvSpPr/>
            <p:nvPr/>
          </p:nvSpPr>
          <p:spPr>
            <a:xfrm>
              <a:off x="1757478" y="8214407"/>
              <a:ext cx="302127" cy="302127"/>
            </a:xfrm>
            <a:prstGeom prst="ellipse">
              <a:avLst/>
            </a:prstGeom>
            <a:solidFill>
              <a:srgbClr val="F79953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6" name="Ellipse 2275">
              <a:extLst>
                <a:ext uri="{FF2B5EF4-FFF2-40B4-BE49-F238E27FC236}">
                  <a16:creationId xmlns:a16="http://schemas.microsoft.com/office/drawing/2014/main" id="{6ADA3DAF-F127-46D1-B909-EB88FB889A3C}"/>
                </a:ext>
              </a:extLst>
            </p:cNvPr>
            <p:cNvSpPr/>
            <p:nvPr/>
          </p:nvSpPr>
          <p:spPr>
            <a:xfrm>
              <a:off x="1378619" y="8578791"/>
              <a:ext cx="302127" cy="302127"/>
            </a:xfrm>
            <a:prstGeom prst="ellipse">
              <a:avLst/>
            </a:prstGeom>
            <a:solidFill>
              <a:srgbClr val="F99A52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7" name="Ellipse 2276">
              <a:extLst>
                <a:ext uri="{FF2B5EF4-FFF2-40B4-BE49-F238E27FC236}">
                  <a16:creationId xmlns:a16="http://schemas.microsoft.com/office/drawing/2014/main" id="{F1766580-42A8-0813-1459-43BAA7A1882F}"/>
                </a:ext>
              </a:extLst>
            </p:cNvPr>
            <p:cNvSpPr/>
            <p:nvPr/>
          </p:nvSpPr>
          <p:spPr>
            <a:xfrm>
              <a:off x="1763310" y="8786099"/>
              <a:ext cx="316870" cy="316870"/>
            </a:xfrm>
            <a:prstGeom prst="ellipse">
              <a:avLst/>
            </a:prstGeom>
            <a:solidFill>
              <a:srgbClr val="F58537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8" name="Ellipse 2277">
              <a:extLst>
                <a:ext uri="{FF2B5EF4-FFF2-40B4-BE49-F238E27FC236}">
                  <a16:creationId xmlns:a16="http://schemas.microsoft.com/office/drawing/2014/main" id="{382D37CF-0313-5D1F-8375-013B344268C7}"/>
                </a:ext>
              </a:extLst>
            </p:cNvPr>
            <p:cNvSpPr/>
            <p:nvPr/>
          </p:nvSpPr>
          <p:spPr>
            <a:xfrm>
              <a:off x="2022670" y="8324545"/>
              <a:ext cx="326536" cy="326536"/>
            </a:xfrm>
            <a:prstGeom prst="ellipse">
              <a:avLst/>
            </a:prstGeom>
            <a:solidFill>
              <a:srgbClr val="F47528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79" name="Ellipse 2278">
              <a:extLst>
                <a:ext uri="{FF2B5EF4-FFF2-40B4-BE49-F238E27FC236}">
                  <a16:creationId xmlns:a16="http://schemas.microsoft.com/office/drawing/2014/main" id="{B645B2A5-967F-DEAC-7C1E-23492854B0C0}"/>
                </a:ext>
              </a:extLst>
            </p:cNvPr>
            <p:cNvSpPr/>
            <p:nvPr/>
          </p:nvSpPr>
          <p:spPr>
            <a:xfrm>
              <a:off x="3020413" y="8510283"/>
              <a:ext cx="326536" cy="326536"/>
            </a:xfrm>
            <a:prstGeom prst="ellipse">
              <a:avLst/>
            </a:prstGeom>
            <a:solidFill>
              <a:srgbClr val="EF6D1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0" name="Ellipse 2279">
              <a:extLst>
                <a:ext uri="{FF2B5EF4-FFF2-40B4-BE49-F238E27FC236}">
                  <a16:creationId xmlns:a16="http://schemas.microsoft.com/office/drawing/2014/main" id="{3E574A64-B1B3-B852-92AC-B9E9E6E6F5F5}"/>
                </a:ext>
              </a:extLst>
            </p:cNvPr>
            <p:cNvSpPr/>
            <p:nvPr/>
          </p:nvSpPr>
          <p:spPr>
            <a:xfrm>
              <a:off x="3821019" y="9016042"/>
              <a:ext cx="326536" cy="326536"/>
            </a:xfrm>
            <a:prstGeom prst="ellipse">
              <a:avLst/>
            </a:prstGeom>
            <a:solidFill>
              <a:srgbClr val="F18232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1" name="Ellipse 2280">
              <a:extLst>
                <a:ext uri="{FF2B5EF4-FFF2-40B4-BE49-F238E27FC236}">
                  <a16:creationId xmlns:a16="http://schemas.microsoft.com/office/drawing/2014/main" id="{FD178D2A-20B1-BE69-F4E7-D573C1C68B13}"/>
                </a:ext>
              </a:extLst>
            </p:cNvPr>
            <p:cNvSpPr/>
            <p:nvPr/>
          </p:nvSpPr>
          <p:spPr>
            <a:xfrm>
              <a:off x="3289104" y="9028850"/>
              <a:ext cx="285218" cy="285218"/>
            </a:xfrm>
            <a:prstGeom prst="ellipse">
              <a:avLst/>
            </a:prstGeom>
            <a:solidFill>
              <a:srgbClr val="F9B274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2" name="Ellipse 2281">
              <a:extLst>
                <a:ext uri="{FF2B5EF4-FFF2-40B4-BE49-F238E27FC236}">
                  <a16:creationId xmlns:a16="http://schemas.microsoft.com/office/drawing/2014/main" id="{6F9CC489-258C-FD88-06E3-979A757BB942}"/>
                </a:ext>
              </a:extLst>
            </p:cNvPr>
            <p:cNvSpPr/>
            <p:nvPr/>
          </p:nvSpPr>
          <p:spPr>
            <a:xfrm>
              <a:off x="4422578" y="9095524"/>
              <a:ext cx="288981" cy="288981"/>
            </a:xfrm>
            <a:prstGeom prst="ellipse">
              <a:avLst/>
            </a:prstGeom>
            <a:solidFill>
              <a:srgbClr val="F9A963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3" name="Ellipse 2282">
              <a:extLst>
                <a:ext uri="{FF2B5EF4-FFF2-40B4-BE49-F238E27FC236}">
                  <a16:creationId xmlns:a16="http://schemas.microsoft.com/office/drawing/2014/main" id="{637D207E-3FCB-5E1A-2E56-1462DB05B7FD}"/>
                </a:ext>
              </a:extLst>
            </p:cNvPr>
            <p:cNvSpPr/>
            <p:nvPr/>
          </p:nvSpPr>
          <p:spPr>
            <a:xfrm>
              <a:off x="2575877" y="7959448"/>
              <a:ext cx="310279" cy="310279"/>
            </a:xfrm>
            <a:prstGeom prst="ellipse">
              <a:avLst/>
            </a:prstGeom>
            <a:solidFill>
              <a:srgbClr val="F89A53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4" name="Ellipse 2283">
              <a:extLst>
                <a:ext uri="{FF2B5EF4-FFF2-40B4-BE49-F238E27FC236}">
                  <a16:creationId xmlns:a16="http://schemas.microsoft.com/office/drawing/2014/main" id="{746EFA41-B9B5-FA5F-1F79-8C94187685BA}"/>
                </a:ext>
              </a:extLst>
            </p:cNvPr>
            <p:cNvSpPr/>
            <p:nvPr/>
          </p:nvSpPr>
          <p:spPr>
            <a:xfrm>
              <a:off x="2663189" y="8239641"/>
              <a:ext cx="310279" cy="310279"/>
            </a:xfrm>
            <a:prstGeom prst="ellipse">
              <a:avLst/>
            </a:prstGeom>
            <a:solidFill>
              <a:srgbClr val="F78E41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5" name="Ellipse 2284">
              <a:extLst>
                <a:ext uri="{FF2B5EF4-FFF2-40B4-BE49-F238E27FC236}">
                  <a16:creationId xmlns:a16="http://schemas.microsoft.com/office/drawing/2014/main" id="{1E5A958C-4F16-621F-3B0D-B6DD3C15D690}"/>
                </a:ext>
              </a:extLst>
            </p:cNvPr>
            <p:cNvSpPr/>
            <p:nvPr/>
          </p:nvSpPr>
          <p:spPr>
            <a:xfrm>
              <a:off x="3102477" y="7759488"/>
              <a:ext cx="310279" cy="310279"/>
            </a:xfrm>
            <a:prstGeom prst="ellipse">
              <a:avLst/>
            </a:prstGeom>
            <a:solidFill>
              <a:srgbClr val="F89A53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6" name="Ellipse 2285">
              <a:extLst>
                <a:ext uri="{FF2B5EF4-FFF2-40B4-BE49-F238E27FC236}">
                  <a16:creationId xmlns:a16="http://schemas.microsoft.com/office/drawing/2014/main" id="{3F3C59B2-8D69-F319-914A-F8617C0FE951}"/>
                </a:ext>
              </a:extLst>
            </p:cNvPr>
            <p:cNvSpPr/>
            <p:nvPr/>
          </p:nvSpPr>
          <p:spPr>
            <a:xfrm>
              <a:off x="3781956" y="8500948"/>
              <a:ext cx="351894" cy="351894"/>
            </a:xfrm>
            <a:prstGeom prst="ellipse">
              <a:avLst/>
            </a:prstGeom>
            <a:solidFill>
              <a:srgbClr val="BD470E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7" name="Ellipse 2286">
              <a:extLst>
                <a:ext uri="{FF2B5EF4-FFF2-40B4-BE49-F238E27FC236}">
                  <a16:creationId xmlns:a16="http://schemas.microsoft.com/office/drawing/2014/main" id="{9361C83F-826F-5F92-06E3-4147ACA47769}"/>
                </a:ext>
              </a:extLst>
            </p:cNvPr>
            <p:cNvSpPr/>
            <p:nvPr/>
          </p:nvSpPr>
          <p:spPr>
            <a:xfrm>
              <a:off x="3981981" y="8419986"/>
              <a:ext cx="351894" cy="351894"/>
            </a:xfrm>
            <a:prstGeom prst="ellipse">
              <a:avLst/>
            </a:prstGeom>
            <a:solidFill>
              <a:srgbClr val="CE4A0B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88" name="Ellipse 2287">
              <a:extLst>
                <a:ext uri="{FF2B5EF4-FFF2-40B4-BE49-F238E27FC236}">
                  <a16:creationId xmlns:a16="http://schemas.microsoft.com/office/drawing/2014/main" id="{93A6E5AB-E3B6-0FFD-4B19-05784013AB9C}"/>
                </a:ext>
              </a:extLst>
            </p:cNvPr>
            <p:cNvSpPr/>
            <p:nvPr/>
          </p:nvSpPr>
          <p:spPr>
            <a:xfrm>
              <a:off x="2550849" y="8646204"/>
              <a:ext cx="371299" cy="371299"/>
            </a:xfrm>
            <a:prstGeom prst="ellipse">
              <a:avLst/>
            </a:prstGeom>
            <a:solidFill>
              <a:srgbClr val="812D0E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00" dirty="0">
                <a:latin typeface="Amasis MT Pro Medium" panose="02040604050005020304" pitchFamily="18" charset="0"/>
              </a:endParaRPr>
            </a:p>
          </p:txBody>
        </p:sp>
        <p:sp>
          <p:nvSpPr>
            <p:cNvPr id="2289" name="Ellipse 2288">
              <a:extLst>
                <a:ext uri="{FF2B5EF4-FFF2-40B4-BE49-F238E27FC236}">
                  <a16:creationId xmlns:a16="http://schemas.microsoft.com/office/drawing/2014/main" id="{860B44F0-E2D1-E0D3-CBE4-FFF03EB69DF3}"/>
                </a:ext>
              </a:extLst>
            </p:cNvPr>
            <p:cNvSpPr/>
            <p:nvPr/>
          </p:nvSpPr>
          <p:spPr>
            <a:xfrm>
              <a:off x="4003412" y="8784033"/>
              <a:ext cx="328082" cy="328082"/>
            </a:xfrm>
            <a:prstGeom prst="ellipse">
              <a:avLst/>
            </a:prstGeom>
            <a:solidFill>
              <a:srgbClr val="EF6D1A"/>
            </a:solidFill>
            <a:ln w="9525">
              <a:solidFill>
                <a:srgbClr val="832E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332" name="Gruppe 2331">
            <a:extLst>
              <a:ext uri="{FF2B5EF4-FFF2-40B4-BE49-F238E27FC236}">
                <a16:creationId xmlns:a16="http://schemas.microsoft.com/office/drawing/2014/main" id="{F7DD0DC9-4C90-4412-C6F1-A31AD7E26691}"/>
              </a:ext>
            </a:extLst>
          </p:cNvPr>
          <p:cNvGrpSpPr/>
          <p:nvPr/>
        </p:nvGrpSpPr>
        <p:grpSpPr>
          <a:xfrm>
            <a:off x="5331516" y="7404245"/>
            <a:ext cx="1995819" cy="1196439"/>
            <a:chOff x="5352828" y="7084970"/>
            <a:chExt cx="1995819" cy="1196439"/>
          </a:xfrm>
        </p:grpSpPr>
        <p:cxnSp>
          <p:nvCxnSpPr>
            <p:cNvPr id="2317" name="Lige forbindelse 2316">
              <a:extLst>
                <a:ext uri="{FF2B5EF4-FFF2-40B4-BE49-F238E27FC236}">
                  <a16:creationId xmlns:a16="http://schemas.microsoft.com/office/drawing/2014/main" id="{F25F178D-777E-F95E-38B4-9D7C443ACD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23585" y="7317091"/>
              <a:ext cx="214313" cy="271462"/>
            </a:xfrm>
            <a:prstGeom prst="line">
              <a:avLst/>
            </a:prstGeom>
            <a:ln w="38100">
              <a:solidFill>
                <a:srgbClr val="832E0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6" name="Lige forbindelse 2315">
              <a:extLst>
                <a:ext uri="{FF2B5EF4-FFF2-40B4-BE49-F238E27FC236}">
                  <a16:creationId xmlns:a16="http://schemas.microsoft.com/office/drawing/2014/main" id="{03FD5D35-2D8C-9B91-F07A-A9E26F7F35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28136" y="7340615"/>
              <a:ext cx="219075" cy="245268"/>
            </a:xfrm>
            <a:prstGeom prst="line">
              <a:avLst/>
            </a:prstGeom>
            <a:ln w="38100">
              <a:solidFill>
                <a:srgbClr val="832E0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2" name="Lige forbindelse 2311">
              <a:extLst>
                <a:ext uri="{FF2B5EF4-FFF2-40B4-BE49-F238E27FC236}">
                  <a16:creationId xmlns:a16="http://schemas.microsoft.com/office/drawing/2014/main" id="{3F25F6E3-B026-EC93-BD50-B36E99DF57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5466" y="7328997"/>
              <a:ext cx="219075" cy="245268"/>
            </a:xfrm>
            <a:prstGeom prst="line">
              <a:avLst/>
            </a:prstGeom>
            <a:ln w="38100">
              <a:solidFill>
                <a:srgbClr val="832E0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9" name="Lige forbindelse 2308">
              <a:extLst>
                <a:ext uri="{FF2B5EF4-FFF2-40B4-BE49-F238E27FC236}">
                  <a16:creationId xmlns:a16="http://schemas.microsoft.com/office/drawing/2014/main" id="{D5EACDB8-589D-08FB-FF23-C50123A3D6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0678" y="7340903"/>
              <a:ext cx="214313" cy="271462"/>
            </a:xfrm>
            <a:prstGeom prst="line">
              <a:avLst/>
            </a:prstGeom>
            <a:ln w="38100">
              <a:solidFill>
                <a:srgbClr val="832E0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291" name="Billede 2290" descr="Et billede, der indeholder pattedyr, mus, snyde, gnaver&#10;&#10;AI-genereret indhold kan være ukorrekt.">
              <a:extLst>
                <a:ext uri="{FF2B5EF4-FFF2-40B4-BE49-F238E27FC236}">
                  <a16:creationId xmlns:a16="http://schemas.microsoft.com/office/drawing/2014/main" id="{7E959EE8-AFC8-8A5A-8612-5BF1F1CB73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0" t="20829" r="7171" b="16866"/>
            <a:stretch>
              <a:fillRect/>
            </a:stretch>
          </p:blipFill>
          <p:spPr>
            <a:xfrm>
              <a:off x="5760679" y="7237758"/>
              <a:ext cx="314752" cy="217561"/>
            </a:xfrm>
            <a:prstGeom prst="rect">
              <a:avLst/>
            </a:prstGeom>
          </p:spPr>
        </p:pic>
        <p:sp>
          <p:nvSpPr>
            <p:cNvPr id="2296" name="Tekstfelt 2295">
              <a:extLst>
                <a:ext uri="{FF2B5EF4-FFF2-40B4-BE49-F238E27FC236}">
                  <a16:creationId xmlns:a16="http://schemas.microsoft.com/office/drawing/2014/main" id="{E2DD1973-6035-9510-712E-64C8FFDB8905}"/>
                </a:ext>
              </a:extLst>
            </p:cNvPr>
            <p:cNvSpPr txBox="1"/>
            <p:nvPr/>
          </p:nvSpPr>
          <p:spPr>
            <a:xfrm>
              <a:off x="5415313" y="7842827"/>
              <a:ext cx="1885278" cy="438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LONGEST PATH</a:t>
              </a:r>
            </a:p>
            <a:p>
              <a:pPr algn="ctr"/>
              <a:r>
                <a:rPr lang="en-GB" sz="1050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5 RATS</a:t>
              </a:r>
            </a:p>
          </p:txBody>
        </p:sp>
        <p:pic>
          <p:nvPicPr>
            <p:cNvPr id="2297" name="Billede 2296" descr="Et billede, der indeholder pattedyr, mus, snyde, gnaver&#10;&#10;AI-genereret indhold kan være ukorrekt.">
              <a:extLst>
                <a:ext uri="{FF2B5EF4-FFF2-40B4-BE49-F238E27FC236}">
                  <a16:creationId xmlns:a16="http://schemas.microsoft.com/office/drawing/2014/main" id="{A69B6696-416D-5485-91E6-BF6560618A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0" t="20829" r="7171" b="16866"/>
            <a:stretch>
              <a:fillRect/>
            </a:stretch>
          </p:blipFill>
          <p:spPr>
            <a:xfrm>
              <a:off x="6163978" y="7237757"/>
              <a:ext cx="314755" cy="217562"/>
            </a:xfrm>
            <a:prstGeom prst="rect">
              <a:avLst/>
            </a:prstGeom>
          </p:spPr>
        </p:pic>
        <p:pic>
          <p:nvPicPr>
            <p:cNvPr id="2299" name="Billede 2298" descr="Et billede, der indeholder pattedyr, mus, snyde, gnaver&#10;&#10;AI-genereret indhold kan være ukorrekt.">
              <a:extLst>
                <a:ext uri="{FF2B5EF4-FFF2-40B4-BE49-F238E27FC236}">
                  <a16:creationId xmlns:a16="http://schemas.microsoft.com/office/drawing/2014/main" id="{4BCCA004-D29D-C8CD-65A2-69DBB318D5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0" t="20829" r="7171" b="16866"/>
            <a:stretch>
              <a:fillRect/>
            </a:stretch>
          </p:blipFill>
          <p:spPr>
            <a:xfrm>
              <a:off x="6567280" y="7237757"/>
              <a:ext cx="314755" cy="217562"/>
            </a:xfrm>
            <a:prstGeom prst="rect">
              <a:avLst/>
            </a:prstGeom>
          </p:spPr>
        </p:pic>
        <p:pic>
          <p:nvPicPr>
            <p:cNvPr id="2302" name="Billede 2301" descr="Et billede, der indeholder pattedyr, mus, snyde, gnaver&#10;&#10;AI-genereret indhold kan være ukorrekt.">
              <a:extLst>
                <a:ext uri="{FF2B5EF4-FFF2-40B4-BE49-F238E27FC236}">
                  <a16:creationId xmlns:a16="http://schemas.microsoft.com/office/drawing/2014/main" id="{7C76B317-4525-D146-7BFF-09166064E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0" t="20829" r="7171" b="16866"/>
            <a:stretch>
              <a:fillRect/>
            </a:stretch>
          </p:blipFill>
          <p:spPr>
            <a:xfrm>
              <a:off x="5954102" y="7471178"/>
              <a:ext cx="314755" cy="217562"/>
            </a:xfrm>
            <a:prstGeom prst="rect">
              <a:avLst/>
            </a:prstGeom>
          </p:spPr>
        </p:pic>
        <p:pic>
          <p:nvPicPr>
            <p:cNvPr id="2303" name="Billede 2302" descr="Et billede, der indeholder pattedyr, mus, snyde, gnaver&#10;&#10;AI-genereret indhold kan være ukorrekt.">
              <a:extLst>
                <a:ext uri="{FF2B5EF4-FFF2-40B4-BE49-F238E27FC236}">
                  <a16:creationId xmlns:a16="http://schemas.microsoft.com/office/drawing/2014/main" id="{0768A268-0883-C521-F07E-BB18FE0F5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0" t="20829" r="7171" b="16866"/>
            <a:stretch>
              <a:fillRect/>
            </a:stretch>
          </p:blipFill>
          <p:spPr>
            <a:xfrm>
              <a:off x="6357404" y="7471178"/>
              <a:ext cx="314755" cy="217562"/>
            </a:xfrm>
            <a:prstGeom prst="rect">
              <a:avLst/>
            </a:prstGeom>
          </p:spPr>
        </p:pic>
        <p:sp>
          <p:nvSpPr>
            <p:cNvPr id="2318" name="Tekstfelt 2317">
              <a:extLst>
                <a:ext uri="{FF2B5EF4-FFF2-40B4-BE49-F238E27FC236}">
                  <a16:creationId xmlns:a16="http://schemas.microsoft.com/office/drawing/2014/main" id="{9F13566C-8A24-9F7F-8F72-5C62792457F0}"/>
                </a:ext>
              </a:extLst>
            </p:cNvPr>
            <p:cNvSpPr txBox="1"/>
            <p:nvPr/>
          </p:nvSpPr>
          <p:spPr>
            <a:xfrm>
              <a:off x="5352828" y="7084970"/>
              <a:ext cx="66548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NIKOLAJ B.</a:t>
              </a:r>
            </a:p>
          </p:txBody>
        </p:sp>
        <p:sp>
          <p:nvSpPr>
            <p:cNvPr id="2319" name="Tekstfelt 2318">
              <a:extLst>
                <a:ext uri="{FF2B5EF4-FFF2-40B4-BE49-F238E27FC236}">
                  <a16:creationId xmlns:a16="http://schemas.microsoft.com/office/drawing/2014/main" id="{001BD2C8-D1F3-8E42-A6D0-B11E12F8E450}"/>
                </a:ext>
              </a:extLst>
            </p:cNvPr>
            <p:cNvSpPr txBox="1"/>
            <p:nvPr/>
          </p:nvSpPr>
          <p:spPr>
            <a:xfrm>
              <a:off x="5570465" y="7647637"/>
              <a:ext cx="78082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ANNE SOFIE R.</a:t>
              </a:r>
            </a:p>
          </p:txBody>
        </p:sp>
        <p:sp>
          <p:nvSpPr>
            <p:cNvPr id="2320" name="Tekstfelt 2319">
              <a:extLst>
                <a:ext uri="{FF2B5EF4-FFF2-40B4-BE49-F238E27FC236}">
                  <a16:creationId xmlns:a16="http://schemas.microsoft.com/office/drawing/2014/main" id="{BF0C3B86-732F-1915-8FB1-91AFFB0522DF}"/>
                </a:ext>
              </a:extLst>
            </p:cNvPr>
            <p:cNvSpPr txBox="1"/>
            <p:nvPr/>
          </p:nvSpPr>
          <p:spPr>
            <a:xfrm>
              <a:off x="5872205" y="7084970"/>
              <a:ext cx="84171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CHRISTOFFER H.</a:t>
              </a:r>
            </a:p>
          </p:txBody>
        </p:sp>
        <p:sp>
          <p:nvSpPr>
            <p:cNvPr id="2321" name="Tekstfelt 2320">
              <a:extLst>
                <a:ext uri="{FF2B5EF4-FFF2-40B4-BE49-F238E27FC236}">
                  <a16:creationId xmlns:a16="http://schemas.microsoft.com/office/drawing/2014/main" id="{2B41F582-4EDE-F03C-57C3-7701AAC78C1A}"/>
                </a:ext>
              </a:extLst>
            </p:cNvPr>
            <p:cNvSpPr txBox="1"/>
            <p:nvPr/>
          </p:nvSpPr>
          <p:spPr>
            <a:xfrm>
              <a:off x="6294632" y="7647637"/>
              <a:ext cx="78082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RIKKE L.</a:t>
              </a:r>
            </a:p>
          </p:txBody>
        </p:sp>
        <p:sp>
          <p:nvSpPr>
            <p:cNvPr id="2322" name="Tekstfelt 2321">
              <a:extLst>
                <a:ext uri="{FF2B5EF4-FFF2-40B4-BE49-F238E27FC236}">
                  <a16:creationId xmlns:a16="http://schemas.microsoft.com/office/drawing/2014/main" id="{92F86DE9-1A41-452B-3D09-F4725F309DE0}"/>
                </a:ext>
              </a:extLst>
            </p:cNvPr>
            <p:cNvSpPr txBox="1"/>
            <p:nvPr/>
          </p:nvSpPr>
          <p:spPr>
            <a:xfrm>
              <a:off x="6567818" y="7084970"/>
              <a:ext cx="78082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JAKOB J.</a:t>
              </a:r>
            </a:p>
          </p:txBody>
        </p:sp>
      </p:grpSp>
      <p:grpSp>
        <p:nvGrpSpPr>
          <p:cNvPr id="2331" name="Gruppe 2330">
            <a:extLst>
              <a:ext uri="{FF2B5EF4-FFF2-40B4-BE49-F238E27FC236}">
                <a16:creationId xmlns:a16="http://schemas.microsoft.com/office/drawing/2014/main" id="{49FB8F1A-0E3E-B4BB-D008-2412B1C30C46}"/>
              </a:ext>
            </a:extLst>
          </p:cNvPr>
          <p:cNvGrpSpPr/>
          <p:nvPr/>
        </p:nvGrpSpPr>
        <p:grpSpPr>
          <a:xfrm>
            <a:off x="5658815" y="9159601"/>
            <a:ext cx="1338556" cy="698053"/>
            <a:chOff x="5676087" y="8582222"/>
            <a:chExt cx="1338556" cy="698053"/>
          </a:xfrm>
        </p:grpSpPr>
        <p:grpSp>
          <p:nvGrpSpPr>
            <p:cNvPr id="2330" name="Gruppe 2329">
              <a:extLst>
                <a:ext uri="{FF2B5EF4-FFF2-40B4-BE49-F238E27FC236}">
                  <a16:creationId xmlns:a16="http://schemas.microsoft.com/office/drawing/2014/main" id="{24E7C24E-BFCA-16E5-97E8-326457954961}"/>
                </a:ext>
              </a:extLst>
            </p:cNvPr>
            <p:cNvGrpSpPr/>
            <p:nvPr/>
          </p:nvGrpSpPr>
          <p:grpSpPr>
            <a:xfrm>
              <a:off x="5791601" y="8582222"/>
              <a:ext cx="1079700" cy="220658"/>
              <a:chOff x="5791601" y="8582222"/>
              <a:chExt cx="1079700" cy="220658"/>
            </a:xfrm>
          </p:grpSpPr>
          <p:cxnSp>
            <p:nvCxnSpPr>
              <p:cNvPr id="2326" name="Lige forbindelse 2325">
                <a:extLst>
                  <a:ext uri="{FF2B5EF4-FFF2-40B4-BE49-F238E27FC236}">
                    <a16:creationId xmlns:a16="http://schemas.microsoft.com/office/drawing/2014/main" id="{B9BE2EFC-1E1B-430D-6523-0B5ECAA7B7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8654" y="8707951"/>
                <a:ext cx="676886" cy="0"/>
              </a:xfrm>
              <a:prstGeom prst="line">
                <a:avLst/>
              </a:prstGeom>
              <a:ln w="38100">
                <a:solidFill>
                  <a:srgbClr val="832E0F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323" name="Billede 2322" descr="Et billede, der indeholder pattedyr, mus, snyde, gnaver&#10;&#10;AI-genereret indhold kan være ukorrekt.">
                <a:extLst>
                  <a:ext uri="{FF2B5EF4-FFF2-40B4-BE49-F238E27FC236}">
                    <a16:creationId xmlns:a16="http://schemas.microsoft.com/office/drawing/2014/main" id="{E76EE35A-D219-63A7-FD24-EC4308FA6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90" t="20829" r="7171" b="16866"/>
              <a:stretch>
                <a:fillRect/>
              </a:stretch>
            </p:blipFill>
            <p:spPr>
              <a:xfrm>
                <a:off x="5791601" y="8585318"/>
                <a:ext cx="314752" cy="217561"/>
              </a:xfrm>
              <a:prstGeom prst="rect">
                <a:avLst/>
              </a:prstGeom>
            </p:spPr>
          </p:pic>
          <p:pic>
            <p:nvPicPr>
              <p:cNvPr id="2325" name="Billede 2324" descr="Et billede, der indeholder pattedyr, mus, snyde, gnaver&#10;&#10;AI-genereret indhold kan være ukorrekt.">
                <a:extLst>
                  <a:ext uri="{FF2B5EF4-FFF2-40B4-BE49-F238E27FC236}">
                    <a16:creationId xmlns:a16="http://schemas.microsoft.com/office/drawing/2014/main" id="{D564E6E2-FB00-D33D-FC6A-FE896F8F22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90" t="20829" r="7171" b="16866"/>
              <a:stretch>
                <a:fillRect/>
              </a:stretch>
            </p:blipFill>
            <p:spPr>
              <a:xfrm>
                <a:off x="6174072" y="8585318"/>
                <a:ext cx="314755" cy="217562"/>
              </a:xfrm>
              <a:prstGeom prst="rect">
                <a:avLst/>
              </a:prstGeom>
            </p:spPr>
          </p:pic>
          <p:pic>
            <p:nvPicPr>
              <p:cNvPr id="2324" name="Billede 2323" descr="Et billede, der indeholder pattedyr, mus, snyde, gnaver&#10;&#10;AI-genereret indhold kan være ukorrekt.">
                <a:extLst>
                  <a:ext uri="{FF2B5EF4-FFF2-40B4-BE49-F238E27FC236}">
                    <a16:creationId xmlns:a16="http://schemas.microsoft.com/office/drawing/2014/main" id="{6049DEE6-5C47-1966-72CB-C963332735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alphaModFix amt="3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90" t="20829" r="7171" b="16866"/>
              <a:stretch>
                <a:fillRect/>
              </a:stretch>
            </p:blipFill>
            <p:spPr>
              <a:xfrm>
                <a:off x="6556546" y="8582222"/>
                <a:ext cx="314755" cy="217562"/>
              </a:xfrm>
              <a:prstGeom prst="rect">
                <a:avLst/>
              </a:prstGeom>
            </p:spPr>
          </p:pic>
        </p:grpSp>
        <p:sp>
          <p:nvSpPr>
            <p:cNvPr id="2329" name="Tekstfelt 2328">
              <a:extLst>
                <a:ext uri="{FF2B5EF4-FFF2-40B4-BE49-F238E27FC236}">
                  <a16:creationId xmlns:a16="http://schemas.microsoft.com/office/drawing/2014/main" id="{24528761-D344-B440-87B7-5BAB3B4666C7}"/>
                </a:ext>
              </a:extLst>
            </p:cNvPr>
            <p:cNvSpPr txBox="1"/>
            <p:nvPr/>
          </p:nvSpPr>
          <p:spPr>
            <a:xfrm>
              <a:off x="5676087" y="8841693"/>
              <a:ext cx="1338556" cy="438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AVERAGE PATH</a:t>
              </a:r>
            </a:p>
            <a:p>
              <a:pPr algn="ctr"/>
              <a:r>
                <a:rPr lang="en-GB" sz="1050" dirty="0">
                  <a:solidFill>
                    <a:schemeClr val="accent2">
                      <a:lumMod val="50000"/>
                    </a:schemeClr>
                  </a:solidFill>
                  <a:latin typeface="Amasis MT Pro Medium" panose="02040604050005020304" pitchFamily="18" charset="0"/>
                </a:rPr>
                <a:t>1.9 RATS</a:t>
              </a:r>
            </a:p>
          </p:txBody>
        </p:sp>
      </p:grpSp>
      <p:sp>
        <p:nvSpPr>
          <p:cNvPr id="2346" name="Tekstfelt 2345">
            <a:extLst>
              <a:ext uri="{FF2B5EF4-FFF2-40B4-BE49-F238E27FC236}">
                <a16:creationId xmlns:a16="http://schemas.microsoft.com/office/drawing/2014/main" id="{455397D5-7255-3F63-F185-D6101032B365}"/>
              </a:ext>
            </a:extLst>
          </p:cNvPr>
          <p:cNvSpPr txBox="1"/>
          <p:nvPr/>
        </p:nvSpPr>
        <p:spPr>
          <a:xfrm>
            <a:off x="242828" y="7096020"/>
            <a:ext cx="133855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TOTAL RATS</a:t>
            </a:r>
          </a:p>
          <a:p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44 RATS</a:t>
            </a:r>
          </a:p>
        </p:txBody>
      </p:sp>
      <p:sp>
        <p:nvSpPr>
          <p:cNvPr id="2354" name="Tekstfelt 2353">
            <a:extLst>
              <a:ext uri="{FF2B5EF4-FFF2-40B4-BE49-F238E27FC236}">
                <a16:creationId xmlns:a16="http://schemas.microsoft.com/office/drawing/2014/main" id="{CB98D7C0-F383-9182-B13D-EC4408067BD9}"/>
              </a:ext>
            </a:extLst>
          </p:cNvPr>
          <p:cNvSpPr txBox="1"/>
          <p:nvPr/>
        </p:nvSpPr>
        <p:spPr>
          <a:xfrm>
            <a:off x="1720384" y="9867672"/>
            <a:ext cx="221073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TOTAL CONNECTIONS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325 CONNECTIONS</a:t>
            </a:r>
          </a:p>
        </p:txBody>
      </p:sp>
    </p:spTree>
    <p:extLst>
      <p:ext uri="{BB962C8B-B14F-4D97-AF65-F5344CB8AC3E}">
        <p14:creationId xmlns:p14="http://schemas.microsoft.com/office/powerpoint/2010/main" val="328135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-t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197</TotalTime>
  <Words>91</Words>
  <Application>Microsoft Office PowerPoint</Application>
  <PresentationFormat>Brugerdefineret</PresentationFormat>
  <Paragraphs>44</Paragraphs>
  <Slides>1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5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7" baseType="lpstr">
      <vt:lpstr>Amasis MT Pro</vt:lpstr>
      <vt:lpstr>Amasis MT Pro Medium</vt:lpstr>
      <vt:lpstr>Aptos</vt:lpstr>
      <vt:lpstr>Aptos Display</vt:lpstr>
      <vt:lpstr>Arial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Kasper Fuglsang Jordt</dc:creator>
  <cp:lastModifiedBy>Kasper Fuglsang Jordt</cp:lastModifiedBy>
  <cp:revision>3</cp:revision>
  <dcterms:created xsi:type="dcterms:W3CDTF">2025-10-22T20:20:37Z</dcterms:created>
  <dcterms:modified xsi:type="dcterms:W3CDTF">2025-10-23T11:53:52Z</dcterms:modified>
</cp:coreProperties>
</file>