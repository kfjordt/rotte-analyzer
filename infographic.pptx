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7" r:id="rId2"/>
  </p:sldIdLst>
  <p:sldSz cx="7559675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2E0F"/>
    <a:srgbClr val="F8E7D3"/>
    <a:srgbClr val="FAE2CD"/>
    <a:srgbClr val="F7E8D4"/>
    <a:srgbClr val="FADDBD"/>
    <a:srgbClr val="F8D2AA"/>
    <a:srgbClr val="F9CC9A"/>
    <a:srgbClr val="F9A963"/>
    <a:srgbClr val="F9D2AA"/>
    <a:srgbClr val="F8E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25" d="100"/>
          <a:sy n="125" d="100"/>
        </p:scale>
        <p:origin x="3570" y="-6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A1EF9C-BB33-4546-8EA1-D04AA1B8530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619375" y="1143000"/>
            <a:ext cx="1619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B3E13-D6D1-4FA5-A82D-82631A6ABE6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915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619375" y="1143000"/>
            <a:ext cx="1619250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FB3E13-D6D1-4FA5-A82D-82631A6ABE6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552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2356703"/>
            <a:ext cx="6425724" cy="5013407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7563446"/>
            <a:ext cx="5669756" cy="3476717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824B-A6D6-4B80-9712-3EA9580464B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F8EED-52B4-4D69-B3EC-94E696DC957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204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824B-A6D6-4B80-9712-3EA9580464B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F8EED-52B4-4D69-B3EC-94E696DC957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220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3590057"/>
            <a:ext cx="6520220" cy="5990088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9636813"/>
            <a:ext cx="6520220" cy="3150046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824B-A6D6-4B80-9712-3EA9580464B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F8EED-52B4-4D69-B3EC-94E696DC957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692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3833390"/>
            <a:ext cx="3212862" cy="913680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3833390"/>
            <a:ext cx="3212862" cy="913680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824B-A6D6-4B80-9712-3EA9580464B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F8EED-52B4-4D69-B3EC-94E696DC957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236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66681"/>
            <a:ext cx="6520220" cy="2783376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3530053"/>
            <a:ext cx="3198096" cy="1730025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5260078"/>
            <a:ext cx="3198096" cy="773678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3530053"/>
            <a:ext cx="3213847" cy="1730025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5260078"/>
            <a:ext cx="3213847" cy="773678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824B-A6D6-4B80-9712-3EA9580464B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F8EED-52B4-4D69-B3EC-94E696DC957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953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824B-A6D6-4B80-9712-3EA9580464B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F8EED-52B4-4D69-B3EC-94E696DC957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2894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824B-A6D6-4B80-9712-3EA9580464B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F8EED-52B4-4D69-B3EC-94E696DC957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506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960014"/>
            <a:ext cx="2438192" cy="3360050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2073367"/>
            <a:ext cx="3827085" cy="10233485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4320064"/>
            <a:ext cx="2438192" cy="8003453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824B-A6D6-4B80-9712-3EA9580464B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F8EED-52B4-4D69-B3EC-94E696DC957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655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960014"/>
            <a:ext cx="2438192" cy="3360050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2073367"/>
            <a:ext cx="3827085" cy="10233485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4320064"/>
            <a:ext cx="2438192" cy="8003453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824B-A6D6-4B80-9712-3EA9580464B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F8EED-52B4-4D69-B3EC-94E696DC957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82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824B-A6D6-4B80-9712-3EA9580464B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F8EED-52B4-4D69-B3EC-94E696DC957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445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766678"/>
            <a:ext cx="1630055" cy="12203515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766678"/>
            <a:ext cx="4795669" cy="12203515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824B-A6D6-4B80-9712-3EA9580464B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F8EED-52B4-4D69-B3EC-94E696DC957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653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766681"/>
            <a:ext cx="652022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3833390"/>
            <a:ext cx="652022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13346867"/>
            <a:ext cx="170092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9D824B-A6D6-4B80-9712-3EA9580464B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13346867"/>
            <a:ext cx="255139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13346867"/>
            <a:ext cx="170092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0F8EED-52B4-4D69-B3EC-94E696DC957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70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7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E0C603-E2BB-872E-068C-9A6EFA54A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Rektangel 2088">
            <a:extLst>
              <a:ext uri="{FF2B5EF4-FFF2-40B4-BE49-F238E27FC236}">
                <a16:creationId xmlns:a16="http://schemas.microsoft.com/office/drawing/2014/main" id="{43D08CA3-F0E7-CE60-D067-EF7EFBAA979A}"/>
              </a:ext>
            </a:extLst>
          </p:cNvPr>
          <p:cNvSpPr/>
          <p:nvPr/>
        </p:nvSpPr>
        <p:spPr>
          <a:xfrm>
            <a:off x="5715062" y="12292013"/>
            <a:ext cx="178594" cy="8620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92" name="Rektangel 2091">
            <a:extLst>
              <a:ext uri="{FF2B5EF4-FFF2-40B4-BE49-F238E27FC236}">
                <a16:creationId xmlns:a16="http://schemas.microsoft.com/office/drawing/2014/main" id="{B5566B94-B169-22A6-0F47-627C5605A1E9}"/>
              </a:ext>
            </a:extLst>
          </p:cNvPr>
          <p:cNvSpPr/>
          <p:nvPr/>
        </p:nvSpPr>
        <p:spPr>
          <a:xfrm>
            <a:off x="4365788" y="12925425"/>
            <a:ext cx="178594" cy="2286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93" name="Rektangel 2092">
            <a:extLst>
              <a:ext uri="{FF2B5EF4-FFF2-40B4-BE49-F238E27FC236}">
                <a16:creationId xmlns:a16="http://schemas.microsoft.com/office/drawing/2014/main" id="{5907FA63-483F-96FD-B018-A2EC3A9E587A}"/>
              </a:ext>
            </a:extLst>
          </p:cNvPr>
          <p:cNvSpPr/>
          <p:nvPr/>
        </p:nvSpPr>
        <p:spPr>
          <a:xfrm>
            <a:off x="4590667" y="12925425"/>
            <a:ext cx="178594" cy="2286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94" name="Rektangel 2093">
            <a:extLst>
              <a:ext uri="{FF2B5EF4-FFF2-40B4-BE49-F238E27FC236}">
                <a16:creationId xmlns:a16="http://schemas.microsoft.com/office/drawing/2014/main" id="{96B02456-120D-99D3-8095-14357E5DD80C}"/>
              </a:ext>
            </a:extLst>
          </p:cNvPr>
          <p:cNvSpPr/>
          <p:nvPr/>
        </p:nvSpPr>
        <p:spPr>
          <a:xfrm>
            <a:off x="5939941" y="12849226"/>
            <a:ext cx="178594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97" name="Rektangel 2096">
            <a:extLst>
              <a:ext uri="{FF2B5EF4-FFF2-40B4-BE49-F238E27FC236}">
                <a16:creationId xmlns:a16="http://schemas.microsoft.com/office/drawing/2014/main" id="{A663CB4A-B2B7-25B7-69D9-5E8A1D113767}"/>
              </a:ext>
            </a:extLst>
          </p:cNvPr>
          <p:cNvSpPr/>
          <p:nvPr/>
        </p:nvSpPr>
        <p:spPr>
          <a:xfrm>
            <a:off x="6389699" y="12301539"/>
            <a:ext cx="178594" cy="85248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98" name="Rektangel 2097">
            <a:extLst>
              <a:ext uri="{FF2B5EF4-FFF2-40B4-BE49-F238E27FC236}">
                <a16:creationId xmlns:a16="http://schemas.microsoft.com/office/drawing/2014/main" id="{D33FD89F-64B7-DB18-78C3-7A98315FD880}"/>
              </a:ext>
            </a:extLst>
          </p:cNvPr>
          <p:cNvSpPr/>
          <p:nvPr/>
        </p:nvSpPr>
        <p:spPr>
          <a:xfrm>
            <a:off x="6614578" y="12925425"/>
            <a:ext cx="178594" cy="2286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99" name="Rektangel 2098">
            <a:extLst>
              <a:ext uri="{FF2B5EF4-FFF2-40B4-BE49-F238E27FC236}">
                <a16:creationId xmlns:a16="http://schemas.microsoft.com/office/drawing/2014/main" id="{1F122703-5038-E649-9ACB-2DD1BDA77EFA}"/>
              </a:ext>
            </a:extLst>
          </p:cNvPr>
          <p:cNvSpPr/>
          <p:nvPr/>
        </p:nvSpPr>
        <p:spPr>
          <a:xfrm>
            <a:off x="6839457" y="12853988"/>
            <a:ext cx="178594" cy="3000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30" name="Rektangel 2129">
            <a:extLst>
              <a:ext uri="{FF2B5EF4-FFF2-40B4-BE49-F238E27FC236}">
                <a16:creationId xmlns:a16="http://schemas.microsoft.com/office/drawing/2014/main" id="{F0D32FAD-45E4-787B-F107-5F6EF5EE76AE}"/>
              </a:ext>
            </a:extLst>
          </p:cNvPr>
          <p:cNvSpPr/>
          <p:nvPr/>
        </p:nvSpPr>
        <p:spPr>
          <a:xfrm>
            <a:off x="5040425" y="13006388"/>
            <a:ext cx="178594" cy="1476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31" name="Rektangel 2130">
            <a:extLst>
              <a:ext uri="{FF2B5EF4-FFF2-40B4-BE49-F238E27FC236}">
                <a16:creationId xmlns:a16="http://schemas.microsoft.com/office/drawing/2014/main" id="{3F656B92-2CFC-BBC9-27A7-E0E711209A35}"/>
              </a:ext>
            </a:extLst>
          </p:cNvPr>
          <p:cNvSpPr/>
          <p:nvPr/>
        </p:nvSpPr>
        <p:spPr>
          <a:xfrm>
            <a:off x="5490183" y="12925425"/>
            <a:ext cx="178594" cy="2286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23" name="Rektangel 2222">
            <a:extLst>
              <a:ext uri="{FF2B5EF4-FFF2-40B4-BE49-F238E27FC236}">
                <a16:creationId xmlns:a16="http://schemas.microsoft.com/office/drawing/2014/main" id="{858B18A6-2257-95C5-3E6A-43DA5EECF3B0}"/>
              </a:ext>
            </a:extLst>
          </p:cNvPr>
          <p:cNvSpPr/>
          <p:nvPr/>
        </p:nvSpPr>
        <p:spPr>
          <a:xfrm>
            <a:off x="390247" y="5695880"/>
            <a:ext cx="20693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74" name="Lige forbindelse 2173">
            <a:extLst>
              <a:ext uri="{FF2B5EF4-FFF2-40B4-BE49-F238E27FC236}">
                <a16:creationId xmlns:a16="http://schemas.microsoft.com/office/drawing/2014/main" id="{A72F5FF8-1798-874F-85CC-CDCAB991159B}"/>
              </a:ext>
            </a:extLst>
          </p:cNvPr>
          <p:cNvCxnSpPr>
            <a:cxnSpLocks/>
          </p:cNvCxnSpPr>
          <p:nvPr/>
        </p:nvCxnSpPr>
        <p:spPr>
          <a:xfrm>
            <a:off x="488950" y="5544276"/>
            <a:ext cx="4673600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Kombinationstegning: figur 4">
            <a:extLst>
              <a:ext uri="{FF2B5EF4-FFF2-40B4-BE49-F238E27FC236}">
                <a16:creationId xmlns:a16="http://schemas.microsoft.com/office/drawing/2014/main" id="{3EFC1DF4-81E6-7339-891F-5F1093741AF9}"/>
              </a:ext>
            </a:extLst>
          </p:cNvPr>
          <p:cNvSpPr/>
          <p:nvPr/>
        </p:nvSpPr>
        <p:spPr>
          <a:xfrm>
            <a:off x="1134270" y="217782"/>
            <a:ext cx="5291137" cy="464971"/>
          </a:xfrm>
          <a:custGeom>
            <a:avLst/>
            <a:gdLst>
              <a:gd name="connsiteX0" fmla="*/ 6223000 w 6223000"/>
              <a:gd name="connsiteY0" fmla="*/ 1041400 h 1041400"/>
              <a:gd name="connsiteX1" fmla="*/ 5651500 w 6223000"/>
              <a:gd name="connsiteY1" fmla="*/ 1041400 h 1041400"/>
              <a:gd name="connsiteX2" fmla="*/ 5416549 w 6223000"/>
              <a:gd name="connsiteY2" fmla="*/ 1041400 h 1041400"/>
              <a:gd name="connsiteX3" fmla="*/ 806451 w 6223000"/>
              <a:gd name="connsiteY3" fmla="*/ 1041400 h 1041400"/>
              <a:gd name="connsiteX4" fmla="*/ 571500 w 6223000"/>
              <a:gd name="connsiteY4" fmla="*/ 1041400 h 1041400"/>
              <a:gd name="connsiteX5" fmla="*/ 0 w 6223000"/>
              <a:gd name="connsiteY5" fmla="*/ 1041400 h 1041400"/>
              <a:gd name="connsiteX6" fmla="*/ 336549 w 6223000"/>
              <a:gd name="connsiteY6" fmla="*/ 520700 h 1041400"/>
              <a:gd name="connsiteX7" fmla="*/ 0 w 6223000"/>
              <a:gd name="connsiteY7" fmla="*/ 0 h 1041400"/>
              <a:gd name="connsiteX8" fmla="*/ 571500 w 6223000"/>
              <a:gd name="connsiteY8" fmla="*/ 0 h 1041400"/>
              <a:gd name="connsiteX9" fmla="*/ 806451 w 6223000"/>
              <a:gd name="connsiteY9" fmla="*/ 0 h 1041400"/>
              <a:gd name="connsiteX10" fmla="*/ 5416549 w 6223000"/>
              <a:gd name="connsiteY10" fmla="*/ 0 h 1041400"/>
              <a:gd name="connsiteX11" fmla="*/ 5651500 w 6223000"/>
              <a:gd name="connsiteY11" fmla="*/ 0 h 1041400"/>
              <a:gd name="connsiteX12" fmla="*/ 6223000 w 6223000"/>
              <a:gd name="connsiteY12" fmla="*/ 0 h 1041400"/>
              <a:gd name="connsiteX13" fmla="*/ 5886451 w 6223000"/>
              <a:gd name="connsiteY13" fmla="*/ 520700 h 104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23000" h="1041400">
                <a:moveTo>
                  <a:pt x="6223000" y="1041400"/>
                </a:moveTo>
                <a:lnTo>
                  <a:pt x="5651500" y="1041400"/>
                </a:lnTo>
                <a:lnTo>
                  <a:pt x="5416549" y="1041400"/>
                </a:lnTo>
                <a:lnTo>
                  <a:pt x="806451" y="1041400"/>
                </a:lnTo>
                <a:lnTo>
                  <a:pt x="571500" y="1041400"/>
                </a:lnTo>
                <a:lnTo>
                  <a:pt x="0" y="1041400"/>
                </a:lnTo>
                <a:lnTo>
                  <a:pt x="336549" y="520700"/>
                </a:lnTo>
                <a:lnTo>
                  <a:pt x="0" y="0"/>
                </a:lnTo>
                <a:lnTo>
                  <a:pt x="571500" y="0"/>
                </a:lnTo>
                <a:lnTo>
                  <a:pt x="806451" y="0"/>
                </a:lnTo>
                <a:lnTo>
                  <a:pt x="5416549" y="0"/>
                </a:lnTo>
                <a:lnTo>
                  <a:pt x="5651500" y="0"/>
                </a:lnTo>
                <a:lnTo>
                  <a:pt x="6223000" y="0"/>
                </a:lnTo>
                <a:lnTo>
                  <a:pt x="5886451" y="52070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  <a:latin typeface="Amasis MT Pro Medium" panose="02040604050005020304" pitchFamily="18" charset="0"/>
              </a:rPr>
              <a:t>ROTTEHULLET BY THE NUMBERS</a:t>
            </a:r>
          </a:p>
        </p:txBody>
      </p:sp>
      <p:grpSp>
        <p:nvGrpSpPr>
          <p:cNvPr id="55" name="Gruppe 54">
            <a:extLst>
              <a:ext uri="{FF2B5EF4-FFF2-40B4-BE49-F238E27FC236}">
                <a16:creationId xmlns:a16="http://schemas.microsoft.com/office/drawing/2014/main" id="{09053E0C-42F3-0E1E-92A5-9A5E30059454}"/>
              </a:ext>
            </a:extLst>
          </p:cNvPr>
          <p:cNvGrpSpPr/>
          <p:nvPr/>
        </p:nvGrpSpPr>
        <p:grpSpPr>
          <a:xfrm>
            <a:off x="364139" y="829392"/>
            <a:ext cx="6831394" cy="252000"/>
            <a:chOff x="111917" y="749432"/>
            <a:chExt cx="6831394" cy="252000"/>
          </a:xfrm>
        </p:grpSpPr>
        <p:pic>
          <p:nvPicPr>
            <p:cNvPr id="31" name="Grafik 30" descr="Rotte med massiv udfyldning">
              <a:extLst>
                <a:ext uri="{FF2B5EF4-FFF2-40B4-BE49-F238E27FC236}">
                  <a16:creationId xmlns:a16="http://schemas.microsoft.com/office/drawing/2014/main" id="{280F50A1-CE3A-BBC8-BFA3-D92145812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1917" y="749432"/>
              <a:ext cx="252000" cy="252000"/>
            </a:xfrm>
            <a:prstGeom prst="rect">
              <a:avLst/>
            </a:prstGeom>
          </p:spPr>
        </p:pic>
        <p:pic>
          <p:nvPicPr>
            <p:cNvPr id="32" name="Grafik 31" descr="Rotte med massiv udfyldning">
              <a:extLst>
                <a:ext uri="{FF2B5EF4-FFF2-40B4-BE49-F238E27FC236}">
                  <a16:creationId xmlns:a16="http://schemas.microsoft.com/office/drawing/2014/main" id="{3DD604C8-1CCE-054C-E32E-E7EA3E04C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7978" y="749432"/>
              <a:ext cx="252000" cy="252000"/>
            </a:xfrm>
            <a:prstGeom prst="rect">
              <a:avLst/>
            </a:prstGeom>
          </p:spPr>
        </p:pic>
        <p:pic>
          <p:nvPicPr>
            <p:cNvPr id="33" name="Grafik 32" descr="Rotte med massiv udfyldning">
              <a:extLst>
                <a:ext uri="{FF2B5EF4-FFF2-40B4-BE49-F238E27FC236}">
                  <a16:creationId xmlns:a16="http://schemas.microsoft.com/office/drawing/2014/main" id="{528695D8-716F-D26A-B270-9515BC9CF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4039" y="749432"/>
              <a:ext cx="252000" cy="252000"/>
            </a:xfrm>
            <a:prstGeom prst="rect">
              <a:avLst/>
            </a:prstGeom>
          </p:spPr>
        </p:pic>
        <p:pic>
          <p:nvPicPr>
            <p:cNvPr id="34" name="Grafik 33" descr="Rotte med massiv udfyldning">
              <a:extLst>
                <a:ext uri="{FF2B5EF4-FFF2-40B4-BE49-F238E27FC236}">
                  <a16:creationId xmlns:a16="http://schemas.microsoft.com/office/drawing/2014/main" id="{9FF141DE-E3E2-9336-F389-F7491A33C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0100" y="749432"/>
              <a:ext cx="252000" cy="252000"/>
            </a:xfrm>
            <a:prstGeom prst="rect">
              <a:avLst/>
            </a:prstGeom>
          </p:spPr>
        </p:pic>
        <p:pic>
          <p:nvPicPr>
            <p:cNvPr id="35" name="Grafik 34" descr="Rotte med massiv udfyldning">
              <a:extLst>
                <a:ext uri="{FF2B5EF4-FFF2-40B4-BE49-F238E27FC236}">
                  <a16:creationId xmlns:a16="http://schemas.microsoft.com/office/drawing/2014/main" id="{1431EBA0-BCA7-3523-322B-875FE5A97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56161" y="749432"/>
              <a:ext cx="252000" cy="252000"/>
            </a:xfrm>
            <a:prstGeom prst="rect">
              <a:avLst/>
            </a:prstGeom>
          </p:spPr>
        </p:pic>
        <p:pic>
          <p:nvPicPr>
            <p:cNvPr id="36" name="Grafik 35" descr="Rotte med massiv udfyldning">
              <a:extLst>
                <a:ext uri="{FF2B5EF4-FFF2-40B4-BE49-F238E27FC236}">
                  <a16:creationId xmlns:a16="http://schemas.microsoft.com/office/drawing/2014/main" id="{FDDEB874-C9D2-BB65-1147-724235337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42222" y="749432"/>
              <a:ext cx="252000" cy="252000"/>
            </a:xfrm>
            <a:prstGeom prst="rect">
              <a:avLst/>
            </a:prstGeom>
          </p:spPr>
        </p:pic>
        <p:pic>
          <p:nvPicPr>
            <p:cNvPr id="37" name="Grafik 36" descr="Rotte med massiv udfyldning">
              <a:extLst>
                <a:ext uri="{FF2B5EF4-FFF2-40B4-BE49-F238E27FC236}">
                  <a16:creationId xmlns:a16="http://schemas.microsoft.com/office/drawing/2014/main" id="{4175B85A-2680-BA5C-7F7B-471DCA7528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28283" y="749432"/>
              <a:ext cx="252000" cy="252000"/>
            </a:xfrm>
            <a:prstGeom prst="rect">
              <a:avLst/>
            </a:prstGeom>
          </p:spPr>
        </p:pic>
        <p:pic>
          <p:nvPicPr>
            <p:cNvPr id="38" name="Grafik 37" descr="Rotte med massiv udfyldning">
              <a:extLst>
                <a:ext uri="{FF2B5EF4-FFF2-40B4-BE49-F238E27FC236}">
                  <a16:creationId xmlns:a16="http://schemas.microsoft.com/office/drawing/2014/main" id="{8D2E40E0-74BC-736D-3E0C-5BDD54713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14344" y="749432"/>
              <a:ext cx="252000" cy="252000"/>
            </a:xfrm>
            <a:prstGeom prst="rect">
              <a:avLst/>
            </a:prstGeom>
          </p:spPr>
        </p:pic>
        <p:pic>
          <p:nvPicPr>
            <p:cNvPr id="39" name="Grafik 38" descr="Rotte med massiv udfyldning">
              <a:extLst>
                <a:ext uri="{FF2B5EF4-FFF2-40B4-BE49-F238E27FC236}">
                  <a16:creationId xmlns:a16="http://schemas.microsoft.com/office/drawing/2014/main" id="{60F3940F-A0B9-C55C-86CF-73E9016A5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00405" y="749432"/>
              <a:ext cx="252000" cy="252000"/>
            </a:xfrm>
            <a:prstGeom prst="rect">
              <a:avLst/>
            </a:prstGeom>
          </p:spPr>
        </p:pic>
        <p:pic>
          <p:nvPicPr>
            <p:cNvPr id="40" name="Grafik 39" descr="Rotte med massiv udfyldning">
              <a:extLst>
                <a:ext uri="{FF2B5EF4-FFF2-40B4-BE49-F238E27FC236}">
                  <a16:creationId xmlns:a16="http://schemas.microsoft.com/office/drawing/2014/main" id="{41E19A01-5D43-2DF8-49EC-707913D3F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86466" y="749432"/>
              <a:ext cx="252000" cy="252000"/>
            </a:xfrm>
            <a:prstGeom prst="rect">
              <a:avLst/>
            </a:prstGeom>
          </p:spPr>
        </p:pic>
        <p:pic>
          <p:nvPicPr>
            <p:cNvPr id="41" name="Grafik 40" descr="Rotte med massiv udfyldning">
              <a:extLst>
                <a:ext uri="{FF2B5EF4-FFF2-40B4-BE49-F238E27FC236}">
                  <a16:creationId xmlns:a16="http://schemas.microsoft.com/office/drawing/2014/main" id="{1EBA6111-EC6F-BB9B-DA23-C2501A60D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72527" y="749432"/>
              <a:ext cx="252000" cy="252000"/>
            </a:xfrm>
            <a:prstGeom prst="rect">
              <a:avLst/>
            </a:prstGeom>
          </p:spPr>
        </p:pic>
        <p:pic>
          <p:nvPicPr>
            <p:cNvPr id="42" name="Grafik 41" descr="Rotte med massiv udfyldning">
              <a:extLst>
                <a:ext uri="{FF2B5EF4-FFF2-40B4-BE49-F238E27FC236}">
                  <a16:creationId xmlns:a16="http://schemas.microsoft.com/office/drawing/2014/main" id="{18B56B53-EE26-0518-7E04-77FA1960F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44649" y="749432"/>
              <a:ext cx="252000" cy="252000"/>
            </a:xfrm>
            <a:prstGeom prst="rect">
              <a:avLst/>
            </a:prstGeom>
          </p:spPr>
        </p:pic>
        <p:pic>
          <p:nvPicPr>
            <p:cNvPr id="43" name="Grafik 42" descr="Rotte med massiv udfyldning">
              <a:extLst>
                <a:ext uri="{FF2B5EF4-FFF2-40B4-BE49-F238E27FC236}">
                  <a16:creationId xmlns:a16="http://schemas.microsoft.com/office/drawing/2014/main" id="{8092BD4E-4CA9-C38B-53CD-2382CBE27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16771" y="749432"/>
              <a:ext cx="252000" cy="252000"/>
            </a:xfrm>
            <a:prstGeom prst="rect">
              <a:avLst/>
            </a:prstGeom>
          </p:spPr>
        </p:pic>
        <p:pic>
          <p:nvPicPr>
            <p:cNvPr id="44" name="Grafik 43" descr="Rotte med massiv udfyldning">
              <a:extLst>
                <a:ext uri="{FF2B5EF4-FFF2-40B4-BE49-F238E27FC236}">
                  <a16:creationId xmlns:a16="http://schemas.microsoft.com/office/drawing/2014/main" id="{54993101-1751-6B89-D79B-784D9E3B7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88893" y="749432"/>
              <a:ext cx="252000" cy="252000"/>
            </a:xfrm>
            <a:prstGeom prst="rect">
              <a:avLst/>
            </a:prstGeom>
          </p:spPr>
        </p:pic>
        <p:pic>
          <p:nvPicPr>
            <p:cNvPr id="45" name="Grafik 44" descr="Rotte med massiv udfyldning">
              <a:extLst>
                <a:ext uri="{FF2B5EF4-FFF2-40B4-BE49-F238E27FC236}">
                  <a16:creationId xmlns:a16="http://schemas.microsoft.com/office/drawing/2014/main" id="{548DCF78-6735-2E70-2459-25DA0B3A7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61015" y="749432"/>
              <a:ext cx="252000" cy="252000"/>
            </a:xfrm>
            <a:prstGeom prst="rect">
              <a:avLst/>
            </a:prstGeom>
          </p:spPr>
        </p:pic>
        <p:pic>
          <p:nvPicPr>
            <p:cNvPr id="46" name="Grafik 45" descr="Rotte med massiv udfyldning">
              <a:extLst>
                <a:ext uri="{FF2B5EF4-FFF2-40B4-BE49-F238E27FC236}">
                  <a16:creationId xmlns:a16="http://schemas.microsoft.com/office/drawing/2014/main" id="{ED58F041-9D90-B8A4-D485-8050561F7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33137" y="749432"/>
              <a:ext cx="252000" cy="252000"/>
            </a:xfrm>
            <a:prstGeom prst="rect">
              <a:avLst/>
            </a:prstGeom>
          </p:spPr>
        </p:pic>
        <p:pic>
          <p:nvPicPr>
            <p:cNvPr id="47" name="Grafik 46" descr="Rotte med massiv udfyldning">
              <a:extLst>
                <a:ext uri="{FF2B5EF4-FFF2-40B4-BE49-F238E27FC236}">
                  <a16:creationId xmlns:a16="http://schemas.microsoft.com/office/drawing/2014/main" id="{4F2AFF97-07E1-7D8C-4005-9BA47D262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05259" y="749432"/>
              <a:ext cx="252000" cy="252000"/>
            </a:xfrm>
            <a:prstGeom prst="rect">
              <a:avLst/>
            </a:prstGeom>
          </p:spPr>
        </p:pic>
        <p:pic>
          <p:nvPicPr>
            <p:cNvPr id="48" name="Grafik 47" descr="Rotte med massiv udfyldning">
              <a:extLst>
                <a:ext uri="{FF2B5EF4-FFF2-40B4-BE49-F238E27FC236}">
                  <a16:creationId xmlns:a16="http://schemas.microsoft.com/office/drawing/2014/main" id="{21E82146-0EF0-0C91-C0E9-A2EF00CE0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91311" y="749432"/>
              <a:ext cx="252000" cy="252000"/>
            </a:xfrm>
            <a:prstGeom prst="rect">
              <a:avLst/>
            </a:prstGeom>
          </p:spPr>
        </p:pic>
        <p:pic>
          <p:nvPicPr>
            <p:cNvPr id="49" name="Grafik 48" descr="Rotte med massiv udfyldning">
              <a:extLst>
                <a:ext uri="{FF2B5EF4-FFF2-40B4-BE49-F238E27FC236}">
                  <a16:creationId xmlns:a16="http://schemas.microsoft.com/office/drawing/2014/main" id="{5A27B14F-9C68-3C82-9F07-09DC1722D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58588" y="749432"/>
              <a:ext cx="252000" cy="252000"/>
            </a:xfrm>
            <a:prstGeom prst="rect">
              <a:avLst/>
            </a:prstGeom>
          </p:spPr>
        </p:pic>
        <p:pic>
          <p:nvPicPr>
            <p:cNvPr id="50" name="Grafik 49" descr="Rotte med massiv udfyldning">
              <a:extLst>
                <a:ext uri="{FF2B5EF4-FFF2-40B4-BE49-F238E27FC236}">
                  <a16:creationId xmlns:a16="http://schemas.microsoft.com/office/drawing/2014/main" id="{3353CFEA-8A24-E654-F902-668D0F930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30710" y="749432"/>
              <a:ext cx="252000" cy="252000"/>
            </a:xfrm>
            <a:prstGeom prst="rect">
              <a:avLst/>
            </a:prstGeom>
          </p:spPr>
        </p:pic>
        <p:pic>
          <p:nvPicPr>
            <p:cNvPr id="51" name="Grafik 50" descr="Rotte med massiv udfyldning">
              <a:extLst>
                <a:ext uri="{FF2B5EF4-FFF2-40B4-BE49-F238E27FC236}">
                  <a16:creationId xmlns:a16="http://schemas.microsoft.com/office/drawing/2014/main" id="{E7D54D18-5DCD-97B3-E19F-621A32294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02832" y="749432"/>
              <a:ext cx="252000" cy="252000"/>
            </a:xfrm>
            <a:prstGeom prst="rect">
              <a:avLst/>
            </a:prstGeom>
          </p:spPr>
        </p:pic>
        <p:pic>
          <p:nvPicPr>
            <p:cNvPr id="52" name="Grafik 51" descr="Rotte med massiv udfyldning">
              <a:extLst>
                <a:ext uri="{FF2B5EF4-FFF2-40B4-BE49-F238E27FC236}">
                  <a16:creationId xmlns:a16="http://schemas.microsoft.com/office/drawing/2014/main" id="{E43E5CF9-AA79-91AE-861C-63EBE6A8E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74954" y="749432"/>
              <a:ext cx="252000" cy="252000"/>
            </a:xfrm>
            <a:prstGeom prst="rect">
              <a:avLst/>
            </a:prstGeom>
          </p:spPr>
        </p:pic>
        <p:pic>
          <p:nvPicPr>
            <p:cNvPr id="53" name="Grafik 52" descr="Rotte med massiv udfyldning">
              <a:extLst>
                <a:ext uri="{FF2B5EF4-FFF2-40B4-BE49-F238E27FC236}">
                  <a16:creationId xmlns:a16="http://schemas.microsoft.com/office/drawing/2014/main" id="{AA31BE7C-C75D-580C-2B61-D4A2F62AD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47076" y="749432"/>
              <a:ext cx="252000" cy="252000"/>
            </a:xfrm>
            <a:prstGeom prst="rect">
              <a:avLst/>
            </a:prstGeom>
          </p:spPr>
        </p:pic>
        <p:pic>
          <p:nvPicPr>
            <p:cNvPr id="54" name="Grafik 53" descr="Rotte med massiv udfyldning">
              <a:extLst>
                <a:ext uri="{FF2B5EF4-FFF2-40B4-BE49-F238E27FC236}">
                  <a16:creationId xmlns:a16="http://schemas.microsoft.com/office/drawing/2014/main" id="{97EC2FDE-B747-F9E2-1535-9336680E6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19198" y="749432"/>
              <a:ext cx="252000" cy="252000"/>
            </a:xfrm>
            <a:prstGeom prst="rect">
              <a:avLst/>
            </a:prstGeom>
          </p:spPr>
        </p:pic>
      </p:grpSp>
      <p:sp>
        <p:nvSpPr>
          <p:cNvPr id="56" name="Rektangel 55">
            <a:extLst>
              <a:ext uri="{FF2B5EF4-FFF2-40B4-BE49-F238E27FC236}">
                <a16:creationId xmlns:a16="http://schemas.microsoft.com/office/drawing/2014/main" id="{95344826-36A5-48F5-0A9C-C6AB831A3196}"/>
              </a:ext>
            </a:extLst>
          </p:cNvPr>
          <p:cNvSpPr/>
          <p:nvPr/>
        </p:nvSpPr>
        <p:spPr>
          <a:xfrm>
            <a:off x="349465" y="3312445"/>
            <a:ext cx="3141958" cy="31226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Amasis MT Pro Medium" panose="02040604050005020304" pitchFamily="18" charset="0"/>
              </a:rPr>
              <a:t>MOST ROOMIES ATTAINED</a:t>
            </a:r>
          </a:p>
        </p:txBody>
      </p:sp>
      <p:grpSp>
        <p:nvGrpSpPr>
          <p:cNvPr id="2059" name="Gruppe 2058">
            <a:extLst>
              <a:ext uri="{FF2B5EF4-FFF2-40B4-BE49-F238E27FC236}">
                <a16:creationId xmlns:a16="http://schemas.microsoft.com/office/drawing/2014/main" id="{8892D531-54D9-732E-925A-106C1DFBD684}"/>
              </a:ext>
            </a:extLst>
          </p:cNvPr>
          <p:cNvGrpSpPr/>
          <p:nvPr/>
        </p:nvGrpSpPr>
        <p:grpSpPr>
          <a:xfrm>
            <a:off x="283924" y="2114736"/>
            <a:ext cx="3272800" cy="1111691"/>
            <a:chOff x="341785" y="2903833"/>
            <a:chExt cx="3272800" cy="1111691"/>
          </a:xfrm>
        </p:grpSpPr>
        <p:sp>
          <p:nvSpPr>
            <p:cNvPr id="60" name="Rektangel 59">
              <a:extLst>
                <a:ext uri="{FF2B5EF4-FFF2-40B4-BE49-F238E27FC236}">
                  <a16:creationId xmlns:a16="http://schemas.microsoft.com/office/drawing/2014/main" id="{D3DC0036-F07E-3EAB-C40E-80579F5BC6AA}"/>
                </a:ext>
              </a:extLst>
            </p:cNvPr>
            <p:cNvSpPr/>
            <p:nvPr/>
          </p:nvSpPr>
          <p:spPr>
            <a:xfrm>
              <a:off x="2530109" y="3539274"/>
              <a:ext cx="1019175" cy="476250"/>
            </a:xfrm>
            <a:prstGeom prst="rect">
              <a:avLst/>
            </a:prstGeom>
            <a:solidFill>
              <a:srgbClr val="AD654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latin typeface="Amasis MT Pro" panose="02040504050005020304" pitchFamily="18" charset="0"/>
                </a:rPr>
                <a:t>3</a:t>
              </a:r>
            </a:p>
          </p:txBody>
        </p:sp>
        <p:sp>
          <p:nvSpPr>
            <p:cNvPr id="61" name="Rektangel 60">
              <a:extLst>
                <a:ext uri="{FF2B5EF4-FFF2-40B4-BE49-F238E27FC236}">
                  <a16:creationId xmlns:a16="http://schemas.microsoft.com/office/drawing/2014/main" id="{95E4BC37-5A05-1776-A36E-E62F8FC24193}"/>
                </a:ext>
              </a:extLst>
            </p:cNvPr>
            <p:cNvSpPr/>
            <p:nvPr/>
          </p:nvSpPr>
          <p:spPr>
            <a:xfrm>
              <a:off x="403042" y="3381442"/>
              <a:ext cx="1019175" cy="634082"/>
            </a:xfrm>
            <a:prstGeom prst="rect">
              <a:avLst/>
            </a:prstGeom>
            <a:solidFill>
              <a:srgbClr val="995D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1" b="1" dirty="0">
                  <a:latin typeface="Amasis MT Pro" panose="02040504050005020304" pitchFamily="18" charset="0"/>
                </a:rPr>
                <a:t>2</a:t>
              </a:r>
            </a:p>
          </p:txBody>
        </p:sp>
        <p:grpSp>
          <p:nvGrpSpPr>
            <p:cNvPr id="2056" name="Gruppe 2055">
              <a:extLst>
                <a:ext uri="{FF2B5EF4-FFF2-40B4-BE49-F238E27FC236}">
                  <a16:creationId xmlns:a16="http://schemas.microsoft.com/office/drawing/2014/main" id="{FE72FC39-D476-412C-7B56-63F16081B708}"/>
                </a:ext>
              </a:extLst>
            </p:cNvPr>
            <p:cNvGrpSpPr/>
            <p:nvPr/>
          </p:nvGrpSpPr>
          <p:grpSpPr>
            <a:xfrm>
              <a:off x="2309614" y="3378267"/>
              <a:ext cx="1304971" cy="166875"/>
              <a:chOff x="2901265" y="2878706"/>
              <a:chExt cx="1304971" cy="166875"/>
            </a:xfrm>
          </p:grpSpPr>
          <p:sp>
            <p:nvSpPr>
              <p:cNvPr id="63" name="Rektangel 62">
                <a:extLst>
                  <a:ext uri="{FF2B5EF4-FFF2-40B4-BE49-F238E27FC236}">
                    <a16:creationId xmlns:a16="http://schemas.microsoft.com/office/drawing/2014/main" id="{207DCD58-253B-3E03-8D7C-A52523B73AE5}"/>
                  </a:ext>
                </a:extLst>
              </p:cNvPr>
              <p:cNvSpPr/>
              <p:nvPr/>
            </p:nvSpPr>
            <p:spPr>
              <a:xfrm>
                <a:off x="3121919" y="2980156"/>
                <a:ext cx="1084317" cy="65425"/>
              </a:xfrm>
              <a:prstGeom prst="rect">
                <a:avLst/>
              </a:prstGeom>
              <a:solidFill>
                <a:srgbClr val="89482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053" name="Ligebenet trapez 2052">
                <a:extLst>
                  <a:ext uri="{FF2B5EF4-FFF2-40B4-BE49-F238E27FC236}">
                    <a16:creationId xmlns:a16="http://schemas.microsoft.com/office/drawing/2014/main" id="{2659F5CF-EE05-BFAA-D389-E705C80D140F}"/>
                  </a:ext>
                </a:extLst>
              </p:cNvPr>
              <p:cNvSpPr/>
              <p:nvPr/>
            </p:nvSpPr>
            <p:spPr>
              <a:xfrm>
                <a:off x="2901265" y="2878706"/>
                <a:ext cx="1304788" cy="103924"/>
              </a:xfrm>
              <a:prstGeom prst="trapezoid">
                <a:avLst>
                  <a:gd name="adj" fmla="val 171646"/>
                </a:avLst>
              </a:prstGeom>
              <a:solidFill>
                <a:srgbClr val="5740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057" name="Gruppe 2056">
              <a:extLst>
                <a:ext uri="{FF2B5EF4-FFF2-40B4-BE49-F238E27FC236}">
                  <a16:creationId xmlns:a16="http://schemas.microsoft.com/office/drawing/2014/main" id="{CE01D7FF-BD6C-2F89-7E96-5E88C9054875}"/>
                </a:ext>
              </a:extLst>
            </p:cNvPr>
            <p:cNvGrpSpPr/>
            <p:nvPr/>
          </p:nvGrpSpPr>
          <p:grpSpPr>
            <a:xfrm>
              <a:off x="341785" y="3220424"/>
              <a:ext cx="1304788" cy="169349"/>
              <a:chOff x="185874" y="2888640"/>
              <a:chExt cx="1304788" cy="169349"/>
            </a:xfrm>
          </p:grpSpPr>
          <p:sp>
            <p:nvSpPr>
              <p:cNvPr id="62" name="Rektangel 61">
                <a:extLst>
                  <a:ext uri="{FF2B5EF4-FFF2-40B4-BE49-F238E27FC236}">
                    <a16:creationId xmlns:a16="http://schemas.microsoft.com/office/drawing/2014/main" id="{5446F78B-715F-ED0D-B65F-F67686EA4643}"/>
                  </a:ext>
                </a:extLst>
              </p:cNvPr>
              <p:cNvSpPr/>
              <p:nvPr/>
            </p:nvSpPr>
            <p:spPr>
              <a:xfrm>
                <a:off x="185874" y="2992564"/>
                <a:ext cx="1084317" cy="65425"/>
              </a:xfrm>
              <a:prstGeom prst="rect">
                <a:avLst/>
              </a:prstGeom>
              <a:solidFill>
                <a:srgbClr val="89482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54" name="Ligebenet trapez 2053">
                <a:extLst>
                  <a:ext uri="{FF2B5EF4-FFF2-40B4-BE49-F238E27FC236}">
                    <a16:creationId xmlns:a16="http://schemas.microsoft.com/office/drawing/2014/main" id="{F73BDA9C-7197-FB25-099B-7363D5320C3D}"/>
                  </a:ext>
                </a:extLst>
              </p:cNvPr>
              <p:cNvSpPr/>
              <p:nvPr/>
            </p:nvSpPr>
            <p:spPr>
              <a:xfrm>
                <a:off x="185874" y="2888640"/>
                <a:ext cx="1304788" cy="103924"/>
              </a:xfrm>
              <a:prstGeom prst="trapezoid">
                <a:avLst>
                  <a:gd name="adj" fmla="val 171646"/>
                </a:avLst>
              </a:prstGeom>
              <a:solidFill>
                <a:srgbClr val="5740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058" name="Gruppe 2057">
              <a:extLst>
                <a:ext uri="{FF2B5EF4-FFF2-40B4-BE49-F238E27FC236}">
                  <a16:creationId xmlns:a16="http://schemas.microsoft.com/office/drawing/2014/main" id="{ED6648B7-2CC6-1758-5339-1B12F3BA9852}"/>
                </a:ext>
              </a:extLst>
            </p:cNvPr>
            <p:cNvGrpSpPr/>
            <p:nvPr/>
          </p:nvGrpSpPr>
          <p:grpSpPr>
            <a:xfrm>
              <a:off x="1381109" y="2903833"/>
              <a:ext cx="1190290" cy="167575"/>
              <a:chOff x="1625935" y="2781950"/>
              <a:chExt cx="1190290" cy="167575"/>
            </a:xfrm>
          </p:grpSpPr>
          <p:sp>
            <p:nvSpPr>
              <p:cNvPr id="2048" name="Rektangel 2047">
                <a:extLst>
                  <a:ext uri="{FF2B5EF4-FFF2-40B4-BE49-F238E27FC236}">
                    <a16:creationId xmlns:a16="http://schemas.microsoft.com/office/drawing/2014/main" id="{14CF2595-F187-A200-10A7-1AB716DC646B}"/>
                  </a:ext>
                </a:extLst>
              </p:cNvPr>
              <p:cNvSpPr/>
              <p:nvPr/>
            </p:nvSpPr>
            <p:spPr>
              <a:xfrm>
                <a:off x="1625935" y="2884100"/>
                <a:ext cx="1190290" cy="65425"/>
              </a:xfrm>
              <a:prstGeom prst="rect">
                <a:avLst/>
              </a:prstGeom>
              <a:solidFill>
                <a:srgbClr val="B0583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55" name="Ligebenet trapez 2054">
                <a:extLst>
                  <a:ext uri="{FF2B5EF4-FFF2-40B4-BE49-F238E27FC236}">
                    <a16:creationId xmlns:a16="http://schemas.microsoft.com/office/drawing/2014/main" id="{2745EC3E-1F1E-88EC-BF86-CC5E2179B065}"/>
                  </a:ext>
                </a:extLst>
              </p:cNvPr>
              <p:cNvSpPr/>
              <p:nvPr/>
            </p:nvSpPr>
            <p:spPr>
              <a:xfrm>
                <a:off x="1625935" y="2781950"/>
                <a:ext cx="1190290" cy="103924"/>
              </a:xfrm>
              <a:prstGeom prst="trapezoid">
                <a:avLst>
                  <a:gd name="adj" fmla="val 171646"/>
                </a:avLst>
              </a:prstGeom>
              <a:solidFill>
                <a:srgbClr val="5740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59" name="Rektangel 58">
              <a:extLst>
                <a:ext uri="{FF2B5EF4-FFF2-40B4-BE49-F238E27FC236}">
                  <a16:creationId xmlns:a16="http://schemas.microsoft.com/office/drawing/2014/main" id="{CECC48F2-ED3A-F5F8-14EE-5A60553ABAD5}"/>
                </a:ext>
              </a:extLst>
            </p:cNvPr>
            <p:cNvSpPr/>
            <p:nvPr/>
          </p:nvSpPr>
          <p:spPr>
            <a:xfrm>
              <a:off x="1422217" y="3063024"/>
              <a:ext cx="1108075" cy="952500"/>
            </a:xfrm>
            <a:prstGeom prst="rect">
              <a:avLst/>
            </a:prstGeom>
            <a:solidFill>
              <a:srgbClr val="D687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001" b="1" dirty="0">
                  <a:latin typeface="Amasis MT Pro" panose="02040504050005020304" pitchFamily="18" charset="0"/>
                </a:rPr>
                <a:t>1</a:t>
              </a:r>
            </a:p>
          </p:txBody>
        </p:sp>
      </p:grpSp>
      <p:pic>
        <p:nvPicPr>
          <p:cNvPr id="2060" name="Grafik 2059" descr="Rotte med massiv udfyldning">
            <a:extLst>
              <a:ext uri="{FF2B5EF4-FFF2-40B4-BE49-F238E27FC236}">
                <a16:creationId xmlns:a16="http://schemas.microsoft.com/office/drawing/2014/main" id="{548E80C7-9692-E803-0228-C6302CAE66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7988" y="1458704"/>
            <a:ext cx="910491" cy="910491"/>
          </a:xfrm>
          <a:prstGeom prst="rect">
            <a:avLst/>
          </a:prstGeom>
        </p:spPr>
      </p:pic>
      <p:sp>
        <p:nvSpPr>
          <p:cNvPr id="2061" name="Stjerne: 4 takker 2060">
            <a:extLst>
              <a:ext uri="{FF2B5EF4-FFF2-40B4-BE49-F238E27FC236}">
                <a16:creationId xmlns:a16="http://schemas.microsoft.com/office/drawing/2014/main" id="{2560F3EC-8FF6-A363-F3CD-8832B583E49A}"/>
              </a:ext>
            </a:extLst>
          </p:cNvPr>
          <p:cNvSpPr/>
          <p:nvPr/>
        </p:nvSpPr>
        <p:spPr>
          <a:xfrm>
            <a:off x="1667850" y="1754032"/>
            <a:ext cx="250545" cy="239292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2" name="Stjerne: 4 takker 2061">
            <a:extLst>
              <a:ext uri="{FF2B5EF4-FFF2-40B4-BE49-F238E27FC236}">
                <a16:creationId xmlns:a16="http://schemas.microsoft.com/office/drawing/2014/main" id="{9E8F370F-F71B-8EAC-209D-86C44343EEAC}"/>
              </a:ext>
            </a:extLst>
          </p:cNvPr>
          <p:cNvSpPr/>
          <p:nvPr/>
        </p:nvSpPr>
        <p:spPr>
          <a:xfrm>
            <a:off x="1846105" y="1846907"/>
            <a:ext cx="144576" cy="138083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64" name="Grafik 2063" descr="Rotte med massiv udfyldning">
            <a:extLst>
              <a:ext uri="{FF2B5EF4-FFF2-40B4-BE49-F238E27FC236}">
                <a16:creationId xmlns:a16="http://schemas.microsoft.com/office/drawing/2014/main" id="{51F0F0DE-7644-83FE-1288-FD28E7A196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1646" y="1848488"/>
            <a:ext cx="820422" cy="820422"/>
          </a:xfrm>
          <a:prstGeom prst="rect">
            <a:avLst/>
          </a:prstGeom>
        </p:spPr>
      </p:pic>
      <p:sp>
        <p:nvSpPr>
          <p:cNvPr id="2065" name="Stjerne: 4 takker 2064">
            <a:extLst>
              <a:ext uri="{FF2B5EF4-FFF2-40B4-BE49-F238E27FC236}">
                <a16:creationId xmlns:a16="http://schemas.microsoft.com/office/drawing/2014/main" id="{F96316F6-12D3-8162-DDEF-411EFFAAA67F}"/>
              </a:ext>
            </a:extLst>
          </p:cNvPr>
          <p:cNvSpPr/>
          <p:nvPr/>
        </p:nvSpPr>
        <p:spPr>
          <a:xfrm>
            <a:off x="826083" y="2117988"/>
            <a:ext cx="172049" cy="164322"/>
          </a:xfrm>
          <a:prstGeom prst="star4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66" name="Grafik 2065" descr="Rotte med massiv udfyldning">
            <a:extLst>
              <a:ext uri="{FF2B5EF4-FFF2-40B4-BE49-F238E27FC236}">
                <a16:creationId xmlns:a16="http://schemas.microsoft.com/office/drawing/2014/main" id="{6650FE38-2309-257F-2513-E1AE792B66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05543" y="2077163"/>
            <a:ext cx="749288" cy="749288"/>
          </a:xfrm>
          <a:prstGeom prst="rect">
            <a:avLst/>
          </a:prstGeom>
        </p:spPr>
      </p:pic>
      <p:sp>
        <p:nvSpPr>
          <p:cNvPr id="1037" name="Rektangel 1036">
            <a:extLst>
              <a:ext uri="{FF2B5EF4-FFF2-40B4-BE49-F238E27FC236}">
                <a16:creationId xmlns:a16="http://schemas.microsoft.com/office/drawing/2014/main" id="{8280DE04-5F24-A3CD-AADE-BEC17E7C1B52}"/>
              </a:ext>
            </a:extLst>
          </p:cNvPr>
          <p:cNvSpPr/>
          <p:nvPr/>
        </p:nvSpPr>
        <p:spPr>
          <a:xfrm>
            <a:off x="4010557" y="3312446"/>
            <a:ext cx="3141958" cy="31226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Amasis MT Pro Medium" panose="02040604050005020304" pitchFamily="18" charset="0"/>
              </a:rPr>
              <a:t>AVERAGE ROOMIES ATTAINED</a:t>
            </a:r>
          </a:p>
        </p:txBody>
      </p:sp>
      <p:pic>
        <p:nvPicPr>
          <p:cNvPr id="1029" name="Billede 1028" descr="Et billede, der indeholder pattedyr, mus, snyde, gnaver&#10;&#10;AI-genereret indhold kan være ukorrekt.">
            <a:extLst>
              <a:ext uri="{FF2B5EF4-FFF2-40B4-BE49-F238E27FC236}">
                <a16:creationId xmlns:a16="http://schemas.microsoft.com/office/drawing/2014/main" id="{A6BD1A5A-5939-1D08-7F85-0B8C7FFCBA1F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20829" r="7171" b="16866"/>
          <a:stretch>
            <a:fillRect/>
          </a:stretch>
        </p:blipFill>
        <p:spPr>
          <a:xfrm>
            <a:off x="4398449" y="2129188"/>
            <a:ext cx="718690" cy="496767"/>
          </a:xfrm>
          <a:prstGeom prst="rect">
            <a:avLst/>
          </a:prstGeom>
        </p:spPr>
      </p:pic>
      <p:pic>
        <p:nvPicPr>
          <p:cNvPr id="13" name="Billede 12" descr="Et billede, der indeholder pattedyr, mus, snyde, gnaver&#10;&#10;AI-genereret indhold kan være ukorrekt.">
            <a:extLst>
              <a:ext uri="{FF2B5EF4-FFF2-40B4-BE49-F238E27FC236}">
                <a16:creationId xmlns:a16="http://schemas.microsoft.com/office/drawing/2014/main" id="{3D9B8068-6171-609E-E413-F597F0AC6763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20829" r="7171" b="16866"/>
          <a:stretch>
            <a:fillRect/>
          </a:stretch>
        </p:blipFill>
        <p:spPr>
          <a:xfrm>
            <a:off x="3865961" y="1641331"/>
            <a:ext cx="718690" cy="496767"/>
          </a:xfrm>
          <a:prstGeom prst="rect">
            <a:avLst/>
          </a:prstGeom>
        </p:spPr>
      </p:pic>
      <p:pic>
        <p:nvPicPr>
          <p:cNvPr id="14" name="Billede 13" descr="Et billede, der indeholder pattedyr, mus, snyde, gnaver&#10;&#10;AI-genereret indhold kan være ukorrekt.">
            <a:extLst>
              <a:ext uri="{FF2B5EF4-FFF2-40B4-BE49-F238E27FC236}">
                <a16:creationId xmlns:a16="http://schemas.microsoft.com/office/drawing/2014/main" id="{009A479E-F213-D104-4A79-1F79A96314D1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20829" r="7171" b="16866"/>
          <a:stretch>
            <a:fillRect/>
          </a:stretch>
        </p:blipFill>
        <p:spPr>
          <a:xfrm>
            <a:off x="4407637" y="1641331"/>
            <a:ext cx="718690" cy="496767"/>
          </a:xfrm>
          <a:prstGeom prst="rect">
            <a:avLst/>
          </a:prstGeom>
        </p:spPr>
      </p:pic>
      <p:pic>
        <p:nvPicPr>
          <p:cNvPr id="15" name="Billede 14" descr="Et billede, der indeholder pattedyr, mus, snyde, gnaver&#10;&#10;AI-genereret indhold kan være ukorrekt.">
            <a:extLst>
              <a:ext uri="{FF2B5EF4-FFF2-40B4-BE49-F238E27FC236}">
                <a16:creationId xmlns:a16="http://schemas.microsoft.com/office/drawing/2014/main" id="{D55470B4-32EF-8A0A-DA98-E34CB13820A5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20829" r="7171" b="16866"/>
          <a:stretch>
            <a:fillRect/>
          </a:stretch>
        </p:blipFill>
        <p:spPr>
          <a:xfrm>
            <a:off x="4949315" y="1641331"/>
            <a:ext cx="718690" cy="496767"/>
          </a:xfrm>
          <a:prstGeom prst="rect">
            <a:avLst/>
          </a:prstGeom>
        </p:spPr>
      </p:pic>
      <p:pic>
        <p:nvPicPr>
          <p:cNvPr id="26" name="Billede 25" descr="Et billede, der indeholder pattedyr, mus, snyde, gnaver&#10;&#10;AI-genereret indhold kan være ukorrekt.">
            <a:extLst>
              <a:ext uri="{FF2B5EF4-FFF2-40B4-BE49-F238E27FC236}">
                <a16:creationId xmlns:a16="http://schemas.microsoft.com/office/drawing/2014/main" id="{07E3C7E5-CB10-5B27-51AA-B92D43E5FC14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20829" r="7171" b="16866"/>
          <a:stretch>
            <a:fillRect/>
          </a:stretch>
        </p:blipFill>
        <p:spPr>
          <a:xfrm>
            <a:off x="5490991" y="1641331"/>
            <a:ext cx="718690" cy="496767"/>
          </a:xfrm>
          <a:prstGeom prst="rect">
            <a:avLst/>
          </a:prstGeom>
        </p:spPr>
      </p:pic>
      <p:pic>
        <p:nvPicPr>
          <p:cNvPr id="1027" name="Billede 1026" descr="Et billede, der indeholder pattedyr, mus, snyde, gnaver&#10;&#10;AI-genereret indhold kan være ukorrekt.">
            <a:extLst>
              <a:ext uri="{FF2B5EF4-FFF2-40B4-BE49-F238E27FC236}">
                <a16:creationId xmlns:a16="http://schemas.microsoft.com/office/drawing/2014/main" id="{FEB0C201-7282-51A1-F72B-25FB8C6F4512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20829" r="7171" b="16866"/>
          <a:stretch>
            <a:fillRect/>
          </a:stretch>
        </p:blipFill>
        <p:spPr>
          <a:xfrm>
            <a:off x="3856771" y="2129188"/>
            <a:ext cx="718690" cy="496767"/>
          </a:xfrm>
          <a:prstGeom prst="rect">
            <a:avLst/>
          </a:prstGeom>
        </p:spPr>
      </p:pic>
      <p:pic>
        <p:nvPicPr>
          <p:cNvPr id="1030" name="Billede 1029" descr="Et billede, der indeholder pattedyr, mus, snyde, gnaver&#10;&#10;AI-genereret indhold kan være ukorrekt.">
            <a:extLst>
              <a:ext uri="{FF2B5EF4-FFF2-40B4-BE49-F238E27FC236}">
                <a16:creationId xmlns:a16="http://schemas.microsoft.com/office/drawing/2014/main" id="{044E0EC0-EBE7-D5B4-82E2-133F048B0079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20829" r="7171" b="16866"/>
          <a:stretch>
            <a:fillRect/>
          </a:stretch>
        </p:blipFill>
        <p:spPr>
          <a:xfrm>
            <a:off x="4940125" y="2129188"/>
            <a:ext cx="718690" cy="496767"/>
          </a:xfrm>
          <a:prstGeom prst="rect">
            <a:avLst/>
          </a:prstGeom>
        </p:spPr>
      </p:pic>
      <p:pic>
        <p:nvPicPr>
          <p:cNvPr id="1031" name="Billede 1030" descr="Et billede, der indeholder pattedyr, mus, snyde, gnaver&#10;&#10;AI-genereret indhold kan være ukorrekt.">
            <a:extLst>
              <a:ext uri="{FF2B5EF4-FFF2-40B4-BE49-F238E27FC236}">
                <a16:creationId xmlns:a16="http://schemas.microsoft.com/office/drawing/2014/main" id="{5F3BC0A8-22D0-8E90-FC6A-EF6E67DD727F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20829" r="7171" b="16866"/>
          <a:stretch>
            <a:fillRect/>
          </a:stretch>
        </p:blipFill>
        <p:spPr>
          <a:xfrm>
            <a:off x="5481802" y="2129188"/>
            <a:ext cx="718690" cy="496767"/>
          </a:xfrm>
          <a:prstGeom prst="rect">
            <a:avLst/>
          </a:prstGeom>
        </p:spPr>
      </p:pic>
      <p:pic>
        <p:nvPicPr>
          <p:cNvPr id="1043" name="Billede 1042" descr="Et billede, der indeholder pattedyr, mus, snyde, gnaver&#10;&#10;AI-genereret indhold kan være ukorrekt.">
            <a:extLst>
              <a:ext uri="{FF2B5EF4-FFF2-40B4-BE49-F238E27FC236}">
                <a16:creationId xmlns:a16="http://schemas.microsoft.com/office/drawing/2014/main" id="{D29699BC-FAB9-880A-615E-230CAF9EF91F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20829" r="7171" b="16866"/>
          <a:stretch>
            <a:fillRect/>
          </a:stretch>
        </p:blipFill>
        <p:spPr>
          <a:xfrm>
            <a:off x="3865961" y="2617043"/>
            <a:ext cx="718690" cy="496767"/>
          </a:xfrm>
          <a:prstGeom prst="rect">
            <a:avLst/>
          </a:prstGeom>
        </p:spPr>
      </p:pic>
      <p:pic>
        <p:nvPicPr>
          <p:cNvPr id="1044" name="Billede 1043" descr="Et billede, der indeholder pattedyr, mus, snyde, gnaver&#10;&#10;AI-genereret indhold kan være ukorrekt.">
            <a:extLst>
              <a:ext uri="{FF2B5EF4-FFF2-40B4-BE49-F238E27FC236}">
                <a16:creationId xmlns:a16="http://schemas.microsoft.com/office/drawing/2014/main" id="{0AA13B9F-DBDE-839E-C317-DF9082CF43DF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20829" r="7171" b="16866"/>
          <a:stretch>
            <a:fillRect/>
          </a:stretch>
        </p:blipFill>
        <p:spPr>
          <a:xfrm>
            <a:off x="4407637" y="2617043"/>
            <a:ext cx="718690" cy="496767"/>
          </a:xfrm>
          <a:prstGeom prst="rect">
            <a:avLst/>
          </a:prstGeom>
        </p:spPr>
      </p:pic>
      <p:pic>
        <p:nvPicPr>
          <p:cNvPr id="2186" name="Billede 2185" descr="Et billede, der indeholder pattedyr, mus, snyde, gnaver&#10;&#10;AI-genereret indhold kan være ukorrekt.">
            <a:extLst>
              <a:ext uri="{FF2B5EF4-FFF2-40B4-BE49-F238E27FC236}">
                <a16:creationId xmlns:a16="http://schemas.microsoft.com/office/drawing/2014/main" id="{AACA910E-7818-5078-26FF-FD272414C4E3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20829" r="36915" b="16866"/>
          <a:stretch>
            <a:fillRect/>
          </a:stretch>
        </p:blipFill>
        <p:spPr>
          <a:xfrm>
            <a:off x="4949314" y="2617043"/>
            <a:ext cx="481538" cy="496767"/>
          </a:xfrm>
          <a:custGeom>
            <a:avLst/>
            <a:gdLst>
              <a:gd name="connsiteX0" fmla="*/ 0 w 481538"/>
              <a:gd name="connsiteY0" fmla="*/ 0 h 496767"/>
              <a:gd name="connsiteX1" fmla="*/ 481538 w 481538"/>
              <a:gd name="connsiteY1" fmla="*/ 0 h 496767"/>
              <a:gd name="connsiteX2" fmla="*/ 481538 w 481538"/>
              <a:gd name="connsiteY2" fmla="*/ 496767 h 496767"/>
              <a:gd name="connsiteX3" fmla="*/ 0 w 481538"/>
              <a:gd name="connsiteY3" fmla="*/ 496767 h 496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538" h="496767">
                <a:moveTo>
                  <a:pt x="0" y="0"/>
                </a:moveTo>
                <a:lnTo>
                  <a:pt x="481538" y="0"/>
                </a:lnTo>
                <a:lnTo>
                  <a:pt x="481538" y="496767"/>
                </a:lnTo>
                <a:lnTo>
                  <a:pt x="0" y="496767"/>
                </a:lnTo>
                <a:close/>
              </a:path>
            </a:pathLst>
          </a:custGeom>
        </p:spPr>
      </p:pic>
      <p:sp>
        <p:nvSpPr>
          <p:cNvPr id="1049" name="Tekstfelt 1048">
            <a:extLst>
              <a:ext uri="{FF2B5EF4-FFF2-40B4-BE49-F238E27FC236}">
                <a16:creationId xmlns:a16="http://schemas.microsoft.com/office/drawing/2014/main" id="{7BC4125B-148B-E1A0-C571-D7169EE7F9EC}"/>
              </a:ext>
            </a:extLst>
          </p:cNvPr>
          <p:cNvSpPr txBox="1"/>
          <p:nvPr/>
        </p:nvSpPr>
        <p:spPr>
          <a:xfrm>
            <a:off x="6098367" y="2011482"/>
            <a:ext cx="9685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14,8</a:t>
            </a:r>
          </a:p>
        </p:txBody>
      </p:sp>
      <p:grpSp>
        <p:nvGrpSpPr>
          <p:cNvPr id="1052" name="Gruppe 1051">
            <a:extLst>
              <a:ext uri="{FF2B5EF4-FFF2-40B4-BE49-F238E27FC236}">
                <a16:creationId xmlns:a16="http://schemas.microsoft.com/office/drawing/2014/main" id="{9574C538-D3B2-B374-6ABD-657C90635CE8}"/>
              </a:ext>
            </a:extLst>
          </p:cNvPr>
          <p:cNvGrpSpPr/>
          <p:nvPr/>
        </p:nvGrpSpPr>
        <p:grpSpPr>
          <a:xfrm>
            <a:off x="364025" y="4010345"/>
            <a:ext cx="6831394" cy="252000"/>
            <a:chOff x="111917" y="749432"/>
            <a:chExt cx="6831394" cy="252000"/>
          </a:xfrm>
        </p:grpSpPr>
        <p:pic>
          <p:nvPicPr>
            <p:cNvPr id="1053" name="Grafik 1052" descr="Rotte med massiv udfyldning">
              <a:extLst>
                <a:ext uri="{FF2B5EF4-FFF2-40B4-BE49-F238E27FC236}">
                  <a16:creationId xmlns:a16="http://schemas.microsoft.com/office/drawing/2014/main" id="{57F1DB38-9AAB-3FBB-32CD-B876B8D4A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1917" y="749432"/>
              <a:ext cx="252000" cy="252000"/>
            </a:xfrm>
            <a:prstGeom prst="rect">
              <a:avLst/>
            </a:prstGeom>
          </p:spPr>
        </p:pic>
        <p:pic>
          <p:nvPicPr>
            <p:cNvPr id="1054" name="Grafik 1053" descr="Rotte med massiv udfyldning">
              <a:extLst>
                <a:ext uri="{FF2B5EF4-FFF2-40B4-BE49-F238E27FC236}">
                  <a16:creationId xmlns:a16="http://schemas.microsoft.com/office/drawing/2014/main" id="{A92C5B67-2C95-10A7-23A6-864598BF7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7978" y="749432"/>
              <a:ext cx="252000" cy="252000"/>
            </a:xfrm>
            <a:prstGeom prst="rect">
              <a:avLst/>
            </a:prstGeom>
          </p:spPr>
        </p:pic>
        <p:pic>
          <p:nvPicPr>
            <p:cNvPr id="1055" name="Grafik 1054" descr="Rotte med massiv udfyldning">
              <a:extLst>
                <a:ext uri="{FF2B5EF4-FFF2-40B4-BE49-F238E27FC236}">
                  <a16:creationId xmlns:a16="http://schemas.microsoft.com/office/drawing/2014/main" id="{6C8BB021-BACF-A5F8-D257-E0AECFD96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4039" y="749432"/>
              <a:ext cx="252000" cy="252000"/>
            </a:xfrm>
            <a:prstGeom prst="rect">
              <a:avLst/>
            </a:prstGeom>
          </p:spPr>
        </p:pic>
        <p:pic>
          <p:nvPicPr>
            <p:cNvPr id="1056" name="Grafik 1055" descr="Rotte med massiv udfyldning">
              <a:extLst>
                <a:ext uri="{FF2B5EF4-FFF2-40B4-BE49-F238E27FC236}">
                  <a16:creationId xmlns:a16="http://schemas.microsoft.com/office/drawing/2014/main" id="{11CDD76D-9C4A-1CE0-6CFB-C36D44FA1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0100" y="749432"/>
              <a:ext cx="252000" cy="252000"/>
            </a:xfrm>
            <a:prstGeom prst="rect">
              <a:avLst/>
            </a:prstGeom>
          </p:spPr>
        </p:pic>
        <p:pic>
          <p:nvPicPr>
            <p:cNvPr id="1057" name="Grafik 1056" descr="Rotte med massiv udfyldning">
              <a:extLst>
                <a:ext uri="{FF2B5EF4-FFF2-40B4-BE49-F238E27FC236}">
                  <a16:creationId xmlns:a16="http://schemas.microsoft.com/office/drawing/2014/main" id="{F9C2C693-7A3A-216A-4773-9346DEE46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56161" y="749432"/>
              <a:ext cx="252000" cy="252000"/>
            </a:xfrm>
            <a:prstGeom prst="rect">
              <a:avLst/>
            </a:prstGeom>
          </p:spPr>
        </p:pic>
        <p:pic>
          <p:nvPicPr>
            <p:cNvPr id="1058" name="Grafik 1057" descr="Rotte med massiv udfyldning">
              <a:extLst>
                <a:ext uri="{FF2B5EF4-FFF2-40B4-BE49-F238E27FC236}">
                  <a16:creationId xmlns:a16="http://schemas.microsoft.com/office/drawing/2014/main" id="{6F72E654-6056-5603-4368-110041738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42222" y="749432"/>
              <a:ext cx="252000" cy="252000"/>
            </a:xfrm>
            <a:prstGeom prst="rect">
              <a:avLst/>
            </a:prstGeom>
          </p:spPr>
        </p:pic>
        <p:pic>
          <p:nvPicPr>
            <p:cNvPr id="1059" name="Grafik 1058" descr="Rotte med massiv udfyldning">
              <a:extLst>
                <a:ext uri="{FF2B5EF4-FFF2-40B4-BE49-F238E27FC236}">
                  <a16:creationId xmlns:a16="http://schemas.microsoft.com/office/drawing/2014/main" id="{301C5BCF-837C-6843-52F6-E4702EF3A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28283" y="749432"/>
              <a:ext cx="252000" cy="252000"/>
            </a:xfrm>
            <a:prstGeom prst="rect">
              <a:avLst/>
            </a:prstGeom>
          </p:spPr>
        </p:pic>
        <p:pic>
          <p:nvPicPr>
            <p:cNvPr id="1060" name="Grafik 1059" descr="Rotte med massiv udfyldning">
              <a:extLst>
                <a:ext uri="{FF2B5EF4-FFF2-40B4-BE49-F238E27FC236}">
                  <a16:creationId xmlns:a16="http://schemas.microsoft.com/office/drawing/2014/main" id="{FBC5065D-DA5D-F123-5464-2E0A90DCC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14344" y="749432"/>
              <a:ext cx="252000" cy="252000"/>
            </a:xfrm>
            <a:prstGeom prst="rect">
              <a:avLst/>
            </a:prstGeom>
          </p:spPr>
        </p:pic>
        <p:pic>
          <p:nvPicPr>
            <p:cNvPr id="1061" name="Grafik 1060" descr="Rotte med massiv udfyldning">
              <a:extLst>
                <a:ext uri="{FF2B5EF4-FFF2-40B4-BE49-F238E27FC236}">
                  <a16:creationId xmlns:a16="http://schemas.microsoft.com/office/drawing/2014/main" id="{4768F9B8-EFBB-61FD-2E55-270607512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00405" y="749432"/>
              <a:ext cx="252000" cy="252000"/>
            </a:xfrm>
            <a:prstGeom prst="rect">
              <a:avLst/>
            </a:prstGeom>
          </p:spPr>
        </p:pic>
        <p:pic>
          <p:nvPicPr>
            <p:cNvPr id="1062" name="Grafik 1061" descr="Rotte med massiv udfyldning">
              <a:extLst>
                <a:ext uri="{FF2B5EF4-FFF2-40B4-BE49-F238E27FC236}">
                  <a16:creationId xmlns:a16="http://schemas.microsoft.com/office/drawing/2014/main" id="{EA6ECF42-C416-935D-335A-F58BBB5A7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86466" y="749432"/>
              <a:ext cx="252000" cy="252000"/>
            </a:xfrm>
            <a:prstGeom prst="rect">
              <a:avLst/>
            </a:prstGeom>
          </p:spPr>
        </p:pic>
        <p:pic>
          <p:nvPicPr>
            <p:cNvPr id="1063" name="Grafik 1062" descr="Rotte med massiv udfyldning">
              <a:extLst>
                <a:ext uri="{FF2B5EF4-FFF2-40B4-BE49-F238E27FC236}">
                  <a16:creationId xmlns:a16="http://schemas.microsoft.com/office/drawing/2014/main" id="{1B0FE5F6-CA97-FD62-BDDB-844BD2803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72527" y="749432"/>
              <a:ext cx="252000" cy="252000"/>
            </a:xfrm>
            <a:prstGeom prst="rect">
              <a:avLst/>
            </a:prstGeom>
          </p:spPr>
        </p:pic>
        <p:pic>
          <p:nvPicPr>
            <p:cNvPr id="1064" name="Grafik 1063" descr="Rotte med massiv udfyldning">
              <a:extLst>
                <a:ext uri="{FF2B5EF4-FFF2-40B4-BE49-F238E27FC236}">
                  <a16:creationId xmlns:a16="http://schemas.microsoft.com/office/drawing/2014/main" id="{5C7AA12A-F09C-00C7-03ED-9459AA20A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44649" y="749432"/>
              <a:ext cx="252000" cy="252000"/>
            </a:xfrm>
            <a:prstGeom prst="rect">
              <a:avLst/>
            </a:prstGeom>
          </p:spPr>
        </p:pic>
        <p:pic>
          <p:nvPicPr>
            <p:cNvPr id="1065" name="Grafik 1064" descr="Rotte med massiv udfyldning">
              <a:extLst>
                <a:ext uri="{FF2B5EF4-FFF2-40B4-BE49-F238E27FC236}">
                  <a16:creationId xmlns:a16="http://schemas.microsoft.com/office/drawing/2014/main" id="{B98C8F37-3690-AFDB-A57A-C3A7274DB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16771" y="749432"/>
              <a:ext cx="252000" cy="252000"/>
            </a:xfrm>
            <a:prstGeom prst="rect">
              <a:avLst/>
            </a:prstGeom>
          </p:spPr>
        </p:pic>
        <p:pic>
          <p:nvPicPr>
            <p:cNvPr id="1066" name="Grafik 1065" descr="Rotte med massiv udfyldning">
              <a:extLst>
                <a:ext uri="{FF2B5EF4-FFF2-40B4-BE49-F238E27FC236}">
                  <a16:creationId xmlns:a16="http://schemas.microsoft.com/office/drawing/2014/main" id="{BA609A60-1B8E-5DD9-DB66-E4778E13D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88893" y="749432"/>
              <a:ext cx="252000" cy="252000"/>
            </a:xfrm>
            <a:prstGeom prst="rect">
              <a:avLst/>
            </a:prstGeom>
          </p:spPr>
        </p:pic>
        <p:pic>
          <p:nvPicPr>
            <p:cNvPr id="1067" name="Grafik 1066" descr="Rotte med massiv udfyldning">
              <a:extLst>
                <a:ext uri="{FF2B5EF4-FFF2-40B4-BE49-F238E27FC236}">
                  <a16:creationId xmlns:a16="http://schemas.microsoft.com/office/drawing/2014/main" id="{72DDF5EB-5023-9EAF-695E-2448D907D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61015" y="749432"/>
              <a:ext cx="252000" cy="252000"/>
            </a:xfrm>
            <a:prstGeom prst="rect">
              <a:avLst/>
            </a:prstGeom>
          </p:spPr>
        </p:pic>
        <p:pic>
          <p:nvPicPr>
            <p:cNvPr id="1068" name="Grafik 1067" descr="Rotte med massiv udfyldning">
              <a:extLst>
                <a:ext uri="{FF2B5EF4-FFF2-40B4-BE49-F238E27FC236}">
                  <a16:creationId xmlns:a16="http://schemas.microsoft.com/office/drawing/2014/main" id="{22B424AB-001A-DB1A-A8FA-A3C0BC1AC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33137" y="749432"/>
              <a:ext cx="252000" cy="252000"/>
            </a:xfrm>
            <a:prstGeom prst="rect">
              <a:avLst/>
            </a:prstGeom>
          </p:spPr>
        </p:pic>
        <p:pic>
          <p:nvPicPr>
            <p:cNvPr id="1069" name="Grafik 1068" descr="Rotte med massiv udfyldning">
              <a:extLst>
                <a:ext uri="{FF2B5EF4-FFF2-40B4-BE49-F238E27FC236}">
                  <a16:creationId xmlns:a16="http://schemas.microsoft.com/office/drawing/2014/main" id="{2FC36643-E477-DDD5-E27D-E83B0643D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05259" y="749432"/>
              <a:ext cx="252000" cy="252000"/>
            </a:xfrm>
            <a:prstGeom prst="rect">
              <a:avLst/>
            </a:prstGeom>
          </p:spPr>
        </p:pic>
        <p:pic>
          <p:nvPicPr>
            <p:cNvPr id="1070" name="Grafik 1069" descr="Rotte med massiv udfyldning">
              <a:extLst>
                <a:ext uri="{FF2B5EF4-FFF2-40B4-BE49-F238E27FC236}">
                  <a16:creationId xmlns:a16="http://schemas.microsoft.com/office/drawing/2014/main" id="{968167A1-5758-401E-B49E-E080F3D15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91311" y="749432"/>
              <a:ext cx="252000" cy="252000"/>
            </a:xfrm>
            <a:prstGeom prst="rect">
              <a:avLst/>
            </a:prstGeom>
          </p:spPr>
        </p:pic>
        <p:pic>
          <p:nvPicPr>
            <p:cNvPr id="1071" name="Grafik 1070" descr="Rotte med massiv udfyldning">
              <a:extLst>
                <a:ext uri="{FF2B5EF4-FFF2-40B4-BE49-F238E27FC236}">
                  <a16:creationId xmlns:a16="http://schemas.microsoft.com/office/drawing/2014/main" id="{28BDB4A7-71CA-F205-3A3F-8576644BF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58588" y="749432"/>
              <a:ext cx="252000" cy="252000"/>
            </a:xfrm>
            <a:prstGeom prst="rect">
              <a:avLst/>
            </a:prstGeom>
          </p:spPr>
        </p:pic>
        <p:pic>
          <p:nvPicPr>
            <p:cNvPr id="1072" name="Grafik 1071" descr="Rotte med massiv udfyldning">
              <a:extLst>
                <a:ext uri="{FF2B5EF4-FFF2-40B4-BE49-F238E27FC236}">
                  <a16:creationId xmlns:a16="http://schemas.microsoft.com/office/drawing/2014/main" id="{C28BEF59-CAF7-CDAA-EB83-F0F249094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30710" y="749432"/>
              <a:ext cx="252000" cy="252000"/>
            </a:xfrm>
            <a:prstGeom prst="rect">
              <a:avLst/>
            </a:prstGeom>
          </p:spPr>
        </p:pic>
        <p:pic>
          <p:nvPicPr>
            <p:cNvPr id="1073" name="Grafik 1072" descr="Rotte med massiv udfyldning">
              <a:extLst>
                <a:ext uri="{FF2B5EF4-FFF2-40B4-BE49-F238E27FC236}">
                  <a16:creationId xmlns:a16="http://schemas.microsoft.com/office/drawing/2014/main" id="{70263E5D-B711-A922-70C3-A9351EC91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02832" y="749432"/>
              <a:ext cx="252000" cy="252000"/>
            </a:xfrm>
            <a:prstGeom prst="rect">
              <a:avLst/>
            </a:prstGeom>
          </p:spPr>
        </p:pic>
        <p:pic>
          <p:nvPicPr>
            <p:cNvPr id="1074" name="Grafik 1073" descr="Rotte med massiv udfyldning">
              <a:extLst>
                <a:ext uri="{FF2B5EF4-FFF2-40B4-BE49-F238E27FC236}">
                  <a16:creationId xmlns:a16="http://schemas.microsoft.com/office/drawing/2014/main" id="{31AD5EA0-F620-1405-24FB-97EDF05E9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74954" y="749432"/>
              <a:ext cx="252000" cy="252000"/>
            </a:xfrm>
            <a:prstGeom prst="rect">
              <a:avLst/>
            </a:prstGeom>
          </p:spPr>
        </p:pic>
        <p:pic>
          <p:nvPicPr>
            <p:cNvPr id="1075" name="Grafik 1074" descr="Rotte med massiv udfyldning">
              <a:extLst>
                <a:ext uri="{FF2B5EF4-FFF2-40B4-BE49-F238E27FC236}">
                  <a16:creationId xmlns:a16="http://schemas.microsoft.com/office/drawing/2014/main" id="{C465CBA3-D14B-7F2B-825E-1B15A0AC9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47076" y="749432"/>
              <a:ext cx="252000" cy="252000"/>
            </a:xfrm>
            <a:prstGeom prst="rect">
              <a:avLst/>
            </a:prstGeom>
          </p:spPr>
        </p:pic>
        <p:pic>
          <p:nvPicPr>
            <p:cNvPr id="1076" name="Grafik 1075" descr="Rotte med massiv udfyldning">
              <a:extLst>
                <a:ext uri="{FF2B5EF4-FFF2-40B4-BE49-F238E27FC236}">
                  <a16:creationId xmlns:a16="http://schemas.microsoft.com/office/drawing/2014/main" id="{DCA38D71-887A-94B7-41C1-D86146C42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19198" y="749432"/>
              <a:ext cx="252000" cy="252000"/>
            </a:xfrm>
            <a:prstGeom prst="rect">
              <a:avLst/>
            </a:prstGeom>
          </p:spPr>
        </p:pic>
      </p:grpSp>
      <p:sp>
        <p:nvSpPr>
          <p:cNvPr id="1077" name="Tekstfelt 1076">
            <a:extLst>
              <a:ext uri="{FF2B5EF4-FFF2-40B4-BE49-F238E27FC236}">
                <a16:creationId xmlns:a16="http://schemas.microsoft.com/office/drawing/2014/main" id="{E07196D7-3DF4-DC3E-50F9-08837CB1E86F}"/>
              </a:ext>
            </a:extLst>
          </p:cNvPr>
          <p:cNvSpPr txBox="1"/>
          <p:nvPr/>
        </p:nvSpPr>
        <p:spPr>
          <a:xfrm>
            <a:off x="1266963" y="1198389"/>
            <a:ext cx="1302861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ROSANNA S.</a:t>
            </a:r>
          </a:p>
          <a:p>
            <a:pPr algn="ctr"/>
            <a:r>
              <a:rPr lang="en-GB" sz="105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31 ROOMIES</a:t>
            </a:r>
          </a:p>
        </p:txBody>
      </p:sp>
      <p:sp>
        <p:nvSpPr>
          <p:cNvPr id="1080" name="Tekstfelt 1079">
            <a:extLst>
              <a:ext uri="{FF2B5EF4-FFF2-40B4-BE49-F238E27FC236}">
                <a16:creationId xmlns:a16="http://schemas.microsoft.com/office/drawing/2014/main" id="{EBB565C1-07C7-014E-A198-77E3B9437CC5}"/>
              </a:ext>
            </a:extLst>
          </p:cNvPr>
          <p:cNvSpPr txBox="1"/>
          <p:nvPr/>
        </p:nvSpPr>
        <p:spPr>
          <a:xfrm>
            <a:off x="188594" y="1606367"/>
            <a:ext cx="1378452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LEONORA M.</a:t>
            </a:r>
          </a:p>
          <a:p>
            <a:pPr algn="ctr"/>
            <a:r>
              <a:rPr lang="en-GB" sz="105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26 ROOMIES</a:t>
            </a:r>
          </a:p>
        </p:txBody>
      </p:sp>
      <p:sp>
        <p:nvSpPr>
          <p:cNvPr id="1081" name="Tekstfelt 1080">
            <a:extLst>
              <a:ext uri="{FF2B5EF4-FFF2-40B4-BE49-F238E27FC236}">
                <a16:creationId xmlns:a16="http://schemas.microsoft.com/office/drawing/2014/main" id="{5C1A594B-F1B4-0003-3B37-76015AEAC674}"/>
              </a:ext>
            </a:extLst>
          </p:cNvPr>
          <p:cNvSpPr txBox="1"/>
          <p:nvPr/>
        </p:nvSpPr>
        <p:spPr>
          <a:xfrm>
            <a:off x="2290961" y="1811320"/>
            <a:ext cx="1378452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MARK R.</a:t>
            </a:r>
          </a:p>
          <a:p>
            <a:pPr algn="ctr"/>
            <a:r>
              <a:rPr lang="en-GB" sz="105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25 ROOMIES</a:t>
            </a:r>
          </a:p>
        </p:txBody>
      </p:sp>
      <p:grpSp>
        <p:nvGrpSpPr>
          <p:cNvPr id="1082" name="Gruppe 1081">
            <a:extLst>
              <a:ext uri="{FF2B5EF4-FFF2-40B4-BE49-F238E27FC236}">
                <a16:creationId xmlns:a16="http://schemas.microsoft.com/office/drawing/2014/main" id="{43B216E4-D2E3-435E-60E0-A78C8379EDE2}"/>
              </a:ext>
            </a:extLst>
          </p:cNvPr>
          <p:cNvGrpSpPr/>
          <p:nvPr/>
        </p:nvGrpSpPr>
        <p:grpSpPr>
          <a:xfrm>
            <a:off x="346990" y="6703536"/>
            <a:ext cx="6831394" cy="252000"/>
            <a:chOff x="111917" y="749432"/>
            <a:chExt cx="6831394" cy="252000"/>
          </a:xfrm>
        </p:grpSpPr>
        <p:pic>
          <p:nvPicPr>
            <p:cNvPr id="1083" name="Grafik 1082" descr="Rotte med massiv udfyldning">
              <a:extLst>
                <a:ext uri="{FF2B5EF4-FFF2-40B4-BE49-F238E27FC236}">
                  <a16:creationId xmlns:a16="http://schemas.microsoft.com/office/drawing/2014/main" id="{341350B5-8B4C-5568-2DEB-0D0B8CECB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1917" y="749432"/>
              <a:ext cx="252000" cy="252000"/>
            </a:xfrm>
            <a:prstGeom prst="rect">
              <a:avLst/>
            </a:prstGeom>
          </p:spPr>
        </p:pic>
        <p:pic>
          <p:nvPicPr>
            <p:cNvPr id="1084" name="Grafik 1083" descr="Rotte med massiv udfyldning">
              <a:extLst>
                <a:ext uri="{FF2B5EF4-FFF2-40B4-BE49-F238E27FC236}">
                  <a16:creationId xmlns:a16="http://schemas.microsoft.com/office/drawing/2014/main" id="{E69610F4-72DC-6090-2B3A-5CEBBD76D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7978" y="749432"/>
              <a:ext cx="252000" cy="252000"/>
            </a:xfrm>
            <a:prstGeom prst="rect">
              <a:avLst/>
            </a:prstGeom>
          </p:spPr>
        </p:pic>
        <p:pic>
          <p:nvPicPr>
            <p:cNvPr id="1085" name="Grafik 1084" descr="Rotte med massiv udfyldning">
              <a:extLst>
                <a:ext uri="{FF2B5EF4-FFF2-40B4-BE49-F238E27FC236}">
                  <a16:creationId xmlns:a16="http://schemas.microsoft.com/office/drawing/2014/main" id="{5B322EB3-7959-8CB5-8453-5382E7158E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4039" y="749432"/>
              <a:ext cx="252000" cy="252000"/>
            </a:xfrm>
            <a:prstGeom prst="rect">
              <a:avLst/>
            </a:prstGeom>
          </p:spPr>
        </p:pic>
        <p:pic>
          <p:nvPicPr>
            <p:cNvPr id="1086" name="Grafik 1085" descr="Rotte med massiv udfyldning">
              <a:extLst>
                <a:ext uri="{FF2B5EF4-FFF2-40B4-BE49-F238E27FC236}">
                  <a16:creationId xmlns:a16="http://schemas.microsoft.com/office/drawing/2014/main" id="{4C700203-BC40-5F87-0E54-62CB3410AF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0100" y="749432"/>
              <a:ext cx="252000" cy="252000"/>
            </a:xfrm>
            <a:prstGeom prst="rect">
              <a:avLst/>
            </a:prstGeom>
          </p:spPr>
        </p:pic>
        <p:pic>
          <p:nvPicPr>
            <p:cNvPr id="1087" name="Grafik 1086" descr="Rotte med massiv udfyldning">
              <a:extLst>
                <a:ext uri="{FF2B5EF4-FFF2-40B4-BE49-F238E27FC236}">
                  <a16:creationId xmlns:a16="http://schemas.microsoft.com/office/drawing/2014/main" id="{D2618690-EA96-674B-255D-F2F6D4FA6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56161" y="749432"/>
              <a:ext cx="252000" cy="252000"/>
            </a:xfrm>
            <a:prstGeom prst="rect">
              <a:avLst/>
            </a:prstGeom>
          </p:spPr>
        </p:pic>
        <p:pic>
          <p:nvPicPr>
            <p:cNvPr id="2049" name="Grafik 2048" descr="Rotte med massiv udfyldning">
              <a:extLst>
                <a:ext uri="{FF2B5EF4-FFF2-40B4-BE49-F238E27FC236}">
                  <a16:creationId xmlns:a16="http://schemas.microsoft.com/office/drawing/2014/main" id="{5440F4DD-7F21-294A-9E3D-A30FEDBD6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42222" y="749432"/>
              <a:ext cx="252000" cy="252000"/>
            </a:xfrm>
            <a:prstGeom prst="rect">
              <a:avLst/>
            </a:prstGeom>
          </p:spPr>
        </p:pic>
        <p:pic>
          <p:nvPicPr>
            <p:cNvPr id="2050" name="Grafik 2049" descr="Rotte med massiv udfyldning">
              <a:extLst>
                <a:ext uri="{FF2B5EF4-FFF2-40B4-BE49-F238E27FC236}">
                  <a16:creationId xmlns:a16="http://schemas.microsoft.com/office/drawing/2014/main" id="{4461783B-2825-AC2C-DC45-D6031B988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28283" y="749432"/>
              <a:ext cx="252000" cy="252000"/>
            </a:xfrm>
            <a:prstGeom prst="rect">
              <a:avLst/>
            </a:prstGeom>
          </p:spPr>
        </p:pic>
        <p:pic>
          <p:nvPicPr>
            <p:cNvPr id="2051" name="Grafik 2050" descr="Rotte med massiv udfyldning">
              <a:extLst>
                <a:ext uri="{FF2B5EF4-FFF2-40B4-BE49-F238E27FC236}">
                  <a16:creationId xmlns:a16="http://schemas.microsoft.com/office/drawing/2014/main" id="{3888ACB7-5134-487E-CCB5-E43F9A965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14344" y="749432"/>
              <a:ext cx="252000" cy="252000"/>
            </a:xfrm>
            <a:prstGeom prst="rect">
              <a:avLst/>
            </a:prstGeom>
          </p:spPr>
        </p:pic>
        <p:pic>
          <p:nvPicPr>
            <p:cNvPr id="2052" name="Grafik 2051" descr="Rotte med massiv udfyldning">
              <a:extLst>
                <a:ext uri="{FF2B5EF4-FFF2-40B4-BE49-F238E27FC236}">
                  <a16:creationId xmlns:a16="http://schemas.microsoft.com/office/drawing/2014/main" id="{52F13132-03A1-56C4-F57F-1F4590A7A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00405" y="749432"/>
              <a:ext cx="252000" cy="252000"/>
            </a:xfrm>
            <a:prstGeom prst="rect">
              <a:avLst/>
            </a:prstGeom>
          </p:spPr>
        </p:pic>
        <p:pic>
          <p:nvPicPr>
            <p:cNvPr id="2067" name="Grafik 2066" descr="Rotte med massiv udfyldning">
              <a:extLst>
                <a:ext uri="{FF2B5EF4-FFF2-40B4-BE49-F238E27FC236}">
                  <a16:creationId xmlns:a16="http://schemas.microsoft.com/office/drawing/2014/main" id="{3BF1503C-ACDA-4563-CF87-38C745818A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86466" y="749432"/>
              <a:ext cx="252000" cy="252000"/>
            </a:xfrm>
            <a:prstGeom prst="rect">
              <a:avLst/>
            </a:prstGeom>
          </p:spPr>
        </p:pic>
        <p:pic>
          <p:nvPicPr>
            <p:cNvPr id="2070" name="Grafik 2069" descr="Rotte med massiv udfyldning">
              <a:extLst>
                <a:ext uri="{FF2B5EF4-FFF2-40B4-BE49-F238E27FC236}">
                  <a16:creationId xmlns:a16="http://schemas.microsoft.com/office/drawing/2014/main" id="{05F454D1-F53A-1FCA-BF87-EB524BE88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72527" y="749432"/>
              <a:ext cx="252000" cy="252000"/>
            </a:xfrm>
            <a:prstGeom prst="rect">
              <a:avLst/>
            </a:prstGeom>
          </p:spPr>
        </p:pic>
        <p:pic>
          <p:nvPicPr>
            <p:cNvPr id="2071" name="Grafik 2070" descr="Rotte med massiv udfyldning">
              <a:extLst>
                <a:ext uri="{FF2B5EF4-FFF2-40B4-BE49-F238E27FC236}">
                  <a16:creationId xmlns:a16="http://schemas.microsoft.com/office/drawing/2014/main" id="{46E1A5B0-6355-5046-0D07-1A7A71012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44649" y="749432"/>
              <a:ext cx="252000" cy="252000"/>
            </a:xfrm>
            <a:prstGeom prst="rect">
              <a:avLst/>
            </a:prstGeom>
          </p:spPr>
        </p:pic>
        <p:pic>
          <p:nvPicPr>
            <p:cNvPr id="2072" name="Grafik 2071" descr="Rotte med massiv udfyldning">
              <a:extLst>
                <a:ext uri="{FF2B5EF4-FFF2-40B4-BE49-F238E27FC236}">
                  <a16:creationId xmlns:a16="http://schemas.microsoft.com/office/drawing/2014/main" id="{17AEB884-DB88-681E-95BB-36AA6F6C4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16771" y="749432"/>
              <a:ext cx="252000" cy="252000"/>
            </a:xfrm>
            <a:prstGeom prst="rect">
              <a:avLst/>
            </a:prstGeom>
          </p:spPr>
        </p:pic>
        <p:pic>
          <p:nvPicPr>
            <p:cNvPr id="2073" name="Grafik 2072" descr="Rotte med massiv udfyldning">
              <a:extLst>
                <a:ext uri="{FF2B5EF4-FFF2-40B4-BE49-F238E27FC236}">
                  <a16:creationId xmlns:a16="http://schemas.microsoft.com/office/drawing/2014/main" id="{E425CFB1-A5C5-DD53-40E7-BA0B417A4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88893" y="749432"/>
              <a:ext cx="252000" cy="252000"/>
            </a:xfrm>
            <a:prstGeom prst="rect">
              <a:avLst/>
            </a:prstGeom>
          </p:spPr>
        </p:pic>
        <p:pic>
          <p:nvPicPr>
            <p:cNvPr id="2074" name="Grafik 2073" descr="Rotte med massiv udfyldning">
              <a:extLst>
                <a:ext uri="{FF2B5EF4-FFF2-40B4-BE49-F238E27FC236}">
                  <a16:creationId xmlns:a16="http://schemas.microsoft.com/office/drawing/2014/main" id="{11C9E723-5B89-0642-B173-35C8D20E8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61015" y="749432"/>
              <a:ext cx="252000" cy="252000"/>
            </a:xfrm>
            <a:prstGeom prst="rect">
              <a:avLst/>
            </a:prstGeom>
          </p:spPr>
        </p:pic>
        <p:pic>
          <p:nvPicPr>
            <p:cNvPr id="2075" name="Grafik 2074" descr="Rotte med massiv udfyldning">
              <a:extLst>
                <a:ext uri="{FF2B5EF4-FFF2-40B4-BE49-F238E27FC236}">
                  <a16:creationId xmlns:a16="http://schemas.microsoft.com/office/drawing/2014/main" id="{75FD9060-6BEA-DDB4-0077-9D599B34C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33137" y="749432"/>
              <a:ext cx="252000" cy="252000"/>
            </a:xfrm>
            <a:prstGeom prst="rect">
              <a:avLst/>
            </a:prstGeom>
          </p:spPr>
        </p:pic>
        <p:pic>
          <p:nvPicPr>
            <p:cNvPr id="2076" name="Grafik 2075" descr="Rotte med massiv udfyldning">
              <a:extLst>
                <a:ext uri="{FF2B5EF4-FFF2-40B4-BE49-F238E27FC236}">
                  <a16:creationId xmlns:a16="http://schemas.microsoft.com/office/drawing/2014/main" id="{52FE0F7F-7F8B-3CC0-121F-970CA11D7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05259" y="749432"/>
              <a:ext cx="252000" cy="252000"/>
            </a:xfrm>
            <a:prstGeom prst="rect">
              <a:avLst/>
            </a:prstGeom>
          </p:spPr>
        </p:pic>
        <p:pic>
          <p:nvPicPr>
            <p:cNvPr id="2077" name="Grafik 2076" descr="Rotte med massiv udfyldning">
              <a:extLst>
                <a:ext uri="{FF2B5EF4-FFF2-40B4-BE49-F238E27FC236}">
                  <a16:creationId xmlns:a16="http://schemas.microsoft.com/office/drawing/2014/main" id="{5A87B0F9-AD11-AF28-1622-D535B946F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91311" y="749432"/>
              <a:ext cx="252000" cy="252000"/>
            </a:xfrm>
            <a:prstGeom prst="rect">
              <a:avLst/>
            </a:prstGeom>
          </p:spPr>
        </p:pic>
        <p:pic>
          <p:nvPicPr>
            <p:cNvPr id="2078" name="Grafik 2077" descr="Rotte med massiv udfyldning">
              <a:extLst>
                <a:ext uri="{FF2B5EF4-FFF2-40B4-BE49-F238E27FC236}">
                  <a16:creationId xmlns:a16="http://schemas.microsoft.com/office/drawing/2014/main" id="{3F002302-D1C7-E3F8-7085-70E2951AB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58588" y="749432"/>
              <a:ext cx="252000" cy="252000"/>
            </a:xfrm>
            <a:prstGeom prst="rect">
              <a:avLst/>
            </a:prstGeom>
          </p:spPr>
        </p:pic>
        <p:pic>
          <p:nvPicPr>
            <p:cNvPr id="2079" name="Grafik 2078" descr="Rotte med massiv udfyldning">
              <a:extLst>
                <a:ext uri="{FF2B5EF4-FFF2-40B4-BE49-F238E27FC236}">
                  <a16:creationId xmlns:a16="http://schemas.microsoft.com/office/drawing/2014/main" id="{5A4FFC07-B8F8-9702-5035-E7E61186E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30710" y="749432"/>
              <a:ext cx="252000" cy="252000"/>
            </a:xfrm>
            <a:prstGeom prst="rect">
              <a:avLst/>
            </a:prstGeom>
          </p:spPr>
        </p:pic>
        <p:pic>
          <p:nvPicPr>
            <p:cNvPr id="2080" name="Grafik 2079" descr="Rotte med massiv udfyldning">
              <a:extLst>
                <a:ext uri="{FF2B5EF4-FFF2-40B4-BE49-F238E27FC236}">
                  <a16:creationId xmlns:a16="http://schemas.microsoft.com/office/drawing/2014/main" id="{76B91FA4-6613-7858-7840-D951D8B7D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02832" y="749432"/>
              <a:ext cx="252000" cy="252000"/>
            </a:xfrm>
            <a:prstGeom prst="rect">
              <a:avLst/>
            </a:prstGeom>
          </p:spPr>
        </p:pic>
        <p:pic>
          <p:nvPicPr>
            <p:cNvPr id="2081" name="Grafik 2080" descr="Rotte med massiv udfyldning">
              <a:extLst>
                <a:ext uri="{FF2B5EF4-FFF2-40B4-BE49-F238E27FC236}">
                  <a16:creationId xmlns:a16="http://schemas.microsoft.com/office/drawing/2014/main" id="{5BF4BDBC-635A-707C-D7AC-8CF4EA580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74954" y="749432"/>
              <a:ext cx="252000" cy="252000"/>
            </a:xfrm>
            <a:prstGeom prst="rect">
              <a:avLst/>
            </a:prstGeom>
          </p:spPr>
        </p:pic>
        <p:pic>
          <p:nvPicPr>
            <p:cNvPr id="2082" name="Grafik 2081" descr="Rotte med massiv udfyldning">
              <a:extLst>
                <a:ext uri="{FF2B5EF4-FFF2-40B4-BE49-F238E27FC236}">
                  <a16:creationId xmlns:a16="http://schemas.microsoft.com/office/drawing/2014/main" id="{CB15FF02-9A31-A9E9-9C8F-B237DC770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47076" y="749432"/>
              <a:ext cx="252000" cy="252000"/>
            </a:xfrm>
            <a:prstGeom prst="rect">
              <a:avLst/>
            </a:prstGeom>
          </p:spPr>
        </p:pic>
        <p:pic>
          <p:nvPicPr>
            <p:cNvPr id="2083" name="Grafik 2082" descr="Rotte med massiv udfyldning">
              <a:extLst>
                <a:ext uri="{FF2B5EF4-FFF2-40B4-BE49-F238E27FC236}">
                  <a16:creationId xmlns:a16="http://schemas.microsoft.com/office/drawing/2014/main" id="{852F97F5-FB22-9EA6-312A-E2F9E74C6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19198" y="749432"/>
              <a:ext cx="252000" cy="252000"/>
            </a:xfrm>
            <a:prstGeom prst="rect">
              <a:avLst/>
            </a:prstGeom>
          </p:spPr>
        </p:pic>
      </p:grpSp>
      <p:sp>
        <p:nvSpPr>
          <p:cNvPr id="2086" name="Tekstfelt 2085">
            <a:extLst>
              <a:ext uri="{FF2B5EF4-FFF2-40B4-BE49-F238E27FC236}">
                <a16:creationId xmlns:a16="http://schemas.microsoft.com/office/drawing/2014/main" id="{714832D4-4D74-2C1F-5269-716B14D9B1A0}"/>
              </a:ext>
            </a:extLst>
          </p:cNvPr>
          <p:cNvSpPr txBox="1"/>
          <p:nvPr/>
        </p:nvSpPr>
        <p:spPr>
          <a:xfrm>
            <a:off x="6092052" y="2498553"/>
            <a:ext cx="9701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00" i="1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MEDIAN = 13</a:t>
            </a:r>
          </a:p>
        </p:txBody>
      </p:sp>
      <p:sp>
        <p:nvSpPr>
          <p:cNvPr id="2087" name="Tekstfelt 2086">
            <a:extLst>
              <a:ext uri="{FF2B5EF4-FFF2-40B4-BE49-F238E27FC236}">
                <a16:creationId xmlns:a16="http://schemas.microsoft.com/office/drawing/2014/main" id="{BD06AACB-4BBA-BDC1-6FE6-CC2C2C72E2AD}"/>
              </a:ext>
            </a:extLst>
          </p:cNvPr>
          <p:cNvSpPr txBox="1"/>
          <p:nvPr/>
        </p:nvSpPr>
        <p:spPr>
          <a:xfrm>
            <a:off x="-44906" y="14131107"/>
            <a:ext cx="17908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i="1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KASPER FUGLSANG JORDT</a:t>
            </a:r>
          </a:p>
        </p:txBody>
      </p:sp>
      <p:cxnSp>
        <p:nvCxnSpPr>
          <p:cNvPr id="2096" name="Lige forbindelse 2095">
            <a:extLst>
              <a:ext uri="{FF2B5EF4-FFF2-40B4-BE49-F238E27FC236}">
                <a16:creationId xmlns:a16="http://schemas.microsoft.com/office/drawing/2014/main" id="{51622256-91CE-7167-0461-6BA67B936850}"/>
              </a:ext>
            </a:extLst>
          </p:cNvPr>
          <p:cNvCxnSpPr>
            <a:cxnSpLocks/>
          </p:cNvCxnSpPr>
          <p:nvPr/>
        </p:nvCxnSpPr>
        <p:spPr>
          <a:xfrm>
            <a:off x="349466" y="5022057"/>
            <a:ext cx="68030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44" name="Gruppe 2143">
            <a:extLst>
              <a:ext uri="{FF2B5EF4-FFF2-40B4-BE49-F238E27FC236}">
                <a16:creationId xmlns:a16="http://schemas.microsoft.com/office/drawing/2014/main" id="{A02F96E1-FD0E-1936-51A6-02909E91D53C}"/>
              </a:ext>
            </a:extLst>
          </p:cNvPr>
          <p:cNvGrpSpPr/>
          <p:nvPr/>
        </p:nvGrpSpPr>
        <p:grpSpPr>
          <a:xfrm>
            <a:off x="5784808" y="5016009"/>
            <a:ext cx="332143" cy="293149"/>
            <a:chOff x="6978310" y="4836782"/>
            <a:chExt cx="332143" cy="293149"/>
          </a:xfrm>
        </p:grpSpPr>
        <p:cxnSp>
          <p:nvCxnSpPr>
            <p:cNvPr id="2139" name="Lige forbindelse 2138">
              <a:extLst>
                <a:ext uri="{FF2B5EF4-FFF2-40B4-BE49-F238E27FC236}">
                  <a16:creationId xmlns:a16="http://schemas.microsoft.com/office/drawing/2014/main" id="{C8057931-2EE6-5396-C754-718B59BAFD6C}"/>
                </a:ext>
              </a:extLst>
            </p:cNvPr>
            <p:cNvCxnSpPr>
              <a:cxnSpLocks/>
            </p:cNvCxnSpPr>
            <p:nvPr/>
          </p:nvCxnSpPr>
          <p:spPr>
            <a:xfrm>
              <a:off x="7144382" y="4836782"/>
              <a:ext cx="0" cy="78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43" name="Tekstfelt 2142">
              <a:extLst>
                <a:ext uri="{FF2B5EF4-FFF2-40B4-BE49-F238E27FC236}">
                  <a16:creationId xmlns:a16="http://schemas.microsoft.com/office/drawing/2014/main" id="{5014D51D-4264-484D-3AF9-31FF54440EC2}"/>
                </a:ext>
              </a:extLst>
            </p:cNvPr>
            <p:cNvSpPr txBox="1"/>
            <p:nvPr/>
          </p:nvSpPr>
          <p:spPr>
            <a:xfrm>
              <a:off x="6978310" y="4876015"/>
              <a:ext cx="33214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1050" dirty="0">
                  <a:latin typeface="Amasis MT Pro Medium" panose="02040604050005020304" pitchFamily="18" charset="0"/>
                </a:rPr>
                <a:t>50</a:t>
              </a:r>
            </a:p>
          </p:txBody>
        </p:sp>
      </p:grpSp>
      <p:grpSp>
        <p:nvGrpSpPr>
          <p:cNvPr id="2145" name="Gruppe 2144">
            <a:extLst>
              <a:ext uri="{FF2B5EF4-FFF2-40B4-BE49-F238E27FC236}">
                <a16:creationId xmlns:a16="http://schemas.microsoft.com/office/drawing/2014/main" id="{37983073-E436-49B7-8BF6-82998CB3DE38}"/>
              </a:ext>
            </a:extLst>
          </p:cNvPr>
          <p:cNvGrpSpPr/>
          <p:nvPr/>
        </p:nvGrpSpPr>
        <p:grpSpPr>
          <a:xfrm>
            <a:off x="4629561" y="5025599"/>
            <a:ext cx="332143" cy="293149"/>
            <a:chOff x="6978310" y="4836782"/>
            <a:chExt cx="332143" cy="293149"/>
          </a:xfrm>
        </p:grpSpPr>
        <p:cxnSp>
          <p:nvCxnSpPr>
            <p:cNvPr id="2146" name="Lige forbindelse 2145">
              <a:extLst>
                <a:ext uri="{FF2B5EF4-FFF2-40B4-BE49-F238E27FC236}">
                  <a16:creationId xmlns:a16="http://schemas.microsoft.com/office/drawing/2014/main" id="{8D08EA27-E982-4468-A13A-10C523282056}"/>
                </a:ext>
              </a:extLst>
            </p:cNvPr>
            <p:cNvCxnSpPr>
              <a:cxnSpLocks/>
            </p:cNvCxnSpPr>
            <p:nvPr/>
          </p:nvCxnSpPr>
          <p:spPr>
            <a:xfrm>
              <a:off x="7144382" y="4836782"/>
              <a:ext cx="0" cy="78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47" name="Tekstfelt 2146">
              <a:extLst>
                <a:ext uri="{FF2B5EF4-FFF2-40B4-BE49-F238E27FC236}">
                  <a16:creationId xmlns:a16="http://schemas.microsoft.com/office/drawing/2014/main" id="{F19F1A8E-2214-9344-9394-9586F76FA11F}"/>
                </a:ext>
              </a:extLst>
            </p:cNvPr>
            <p:cNvSpPr txBox="1"/>
            <p:nvPr/>
          </p:nvSpPr>
          <p:spPr>
            <a:xfrm>
              <a:off x="6978310" y="4876015"/>
              <a:ext cx="33214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1050" dirty="0">
                  <a:latin typeface="Amasis MT Pro Medium" panose="02040604050005020304" pitchFamily="18" charset="0"/>
                </a:rPr>
                <a:t>40</a:t>
              </a:r>
            </a:p>
          </p:txBody>
        </p:sp>
      </p:grpSp>
      <p:grpSp>
        <p:nvGrpSpPr>
          <p:cNvPr id="2148" name="Gruppe 2147">
            <a:extLst>
              <a:ext uri="{FF2B5EF4-FFF2-40B4-BE49-F238E27FC236}">
                <a16:creationId xmlns:a16="http://schemas.microsoft.com/office/drawing/2014/main" id="{38175616-9114-A590-7303-9913BC6518A8}"/>
              </a:ext>
            </a:extLst>
          </p:cNvPr>
          <p:cNvGrpSpPr/>
          <p:nvPr/>
        </p:nvGrpSpPr>
        <p:grpSpPr>
          <a:xfrm>
            <a:off x="2392808" y="5025599"/>
            <a:ext cx="332143" cy="293149"/>
            <a:chOff x="6978310" y="4836782"/>
            <a:chExt cx="332143" cy="293149"/>
          </a:xfrm>
        </p:grpSpPr>
        <p:cxnSp>
          <p:nvCxnSpPr>
            <p:cNvPr id="2149" name="Lige forbindelse 2148">
              <a:extLst>
                <a:ext uri="{FF2B5EF4-FFF2-40B4-BE49-F238E27FC236}">
                  <a16:creationId xmlns:a16="http://schemas.microsoft.com/office/drawing/2014/main" id="{C4C0B4EC-442E-FC05-2CFF-5A6B6EF4C13F}"/>
                </a:ext>
              </a:extLst>
            </p:cNvPr>
            <p:cNvCxnSpPr>
              <a:cxnSpLocks/>
            </p:cNvCxnSpPr>
            <p:nvPr/>
          </p:nvCxnSpPr>
          <p:spPr>
            <a:xfrm>
              <a:off x="7144382" y="4836782"/>
              <a:ext cx="0" cy="78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50" name="Tekstfelt 2149">
              <a:extLst>
                <a:ext uri="{FF2B5EF4-FFF2-40B4-BE49-F238E27FC236}">
                  <a16:creationId xmlns:a16="http://schemas.microsoft.com/office/drawing/2014/main" id="{8BE2E8EA-F3F8-3178-9A1C-596E34EFB8DF}"/>
                </a:ext>
              </a:extLst>
            </p:cNvPr>
            <p:cNvSpPr txBox="1"/>
            <p:nvPr/>
          </p:nvSpPr>
          <p:spPr>
            <a:xfrm>
              <a:off x="6978310" y="4876015"/>
              <a:ext cx="33214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1050" dirty="0">
                  <a:latin typeface="Amasis MT Pro Medium" panose="02040604050005020304" pitchFamily="18" charset="0"/>
                </a:rPr>
                <a:t>20</a:t>
              </a:r>
            </a:p>
          </p:txBody>
        </p:sp>
      </p:grpSp>
      <p:grpSp>
        <p:nvGrpSpPr>
          <p:cNvPr id="2151" name="Gruppe 2150">
            <a:extLst>
              <a:ext uri="{FF2B5EF4-FFF2-40B4-BE49-F238E27FC236}">
                <a16:creationId xmlns:a16="http://schemas.microsoft.com/office/drawing/2014/main" id="{728071BB-6035-A076-0574-8CBD0307A889}"/>
              </a:ext>
            </a:extLst>
          </p:cNvPr>
          <p:cNvGrpSpPr/>
          <p:nvPr/>
        </p:nvGrpSpPr>
        <p:grpSpPr>
          <a:xfrm>
            <a:off x="1274431" y="5025599"/>
            <a:ext cx="332143" cy="293149"/>
            <a:chOff x="6978310" y="4836782"/>
            <a:chExt cx="332143" cy="293149"/>
          </a:xfrm>
        </p:grpSpPr>
        <p:cxnSp>
          <p:nvCxnSpPr>
            <p:cNvPr id="2152" name="Lige forbindelse 2151">
              <a:extLst>
                <a:ext uri="{FF2B5EF4-FFF2-40B4-BE49-F238E27FC236}">
                  <a16:creationId xmlns:a16="http://schemas.microsoft.com/office/drawing/2014/main" id="{AE7CEB22-110F-F7B3-57BD-AB5741740F81}"/>
                </a:ext>
              </a:extLst>
            </p:cNvPr>
            <p:cNvCxnSpPr>
              <a:cxnSpLocks/>
            </p:cNvCxnSpPr>
            <p:nvPr/>
          </p:nvCxnSpPr>
          <p:spPr>
            <a:xfrm>
              <a:off x="7144382" y="4836782"/>
              <a:ext cx="0" cy="78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53" name="Tekstfelt 2152">
              <a:extLst>
                <a:ext uri="{FF2B5EF4-FFF2-40B4-BE49-F238E27FC236}">
                  <a16:creationId xmlns:a16="http://schemas.microsoft.com/office/drawing/2014/main" id="{0289027E-5D3E-29A9-76DE-A52081A041C5}"/>
                </a:ext>
              </a:extLst>
            </p:cNvPr>
            <p:cNvSpPr txBox="1"/>
            <p:nvPr/>
          </p:nvSpPr>
          <p:spPr>
            <a:xfrm>
              <a:off x="6978310" y="4876015"/>
              <a:ext cx="33214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1050" dirty="0">
                  <a:latin typeface="Amasis MT Pro Medium" panose="02040604050005020304" pitchFamily="18" charset="0"/>
                </a:rPr>
                <a:t>10</a:t>
              </a:r>
            </a:p>
          </p:txBody>
        </p:sp>
      </p:grpSp>
      <p:grpSp>
        <p:nvGrpSpPr>
          <p:cNvPr id="2154" name="Gruppe 2153">
            <a:extLst>
              <a:ext uri="{FF2B5EF4-FFF2-40B4-BE49-F238E27FC236}">
                <a16:creationId xmlns:a16="http://schemas.microsoft.com/office/drawing/2014/main" id="{8C891783-233F-E477-03E8-B30A021110A9}"/>
              </a:ext>
            </a:extLst>
          </p:cNvPr>
          <p:cNvGrpSpPr/>
          <p:nvPr/>
        </p:nvGrpSpPr>
        <p:grpSpPr>
          <a:xfrm>
            <a:off x="229773" y="5023216"/>
            <a:ext cx="258403" cy="333025"/>
            <a:chOff x="7055733" y="4834401"/>
            <a:chExt cx="177297" cy="272429"/>
          </a:xfrm>
        </p:grpSpPr>
        <p:cxnSp>
          <p:nvCxnSpPr>
            <p:cNvPr id="2155" name="Lige forbindelse 2154">
              <a:extLst>
                <a:ext uri="{FF2B5EF4-FFF2-40B4-BE49-F238E27FC236}">
                  <a16:creationId xmlns:a16="http://schemas.microsoft.com/office/drawing/2014/main" id="{B6B926A0-7355-64CB-E58E-E84FBED8DEC0}"/>
                </a:ext>
              </a:extLst>
            </p:cNvPr>
            <p:cNvCxnSpPr>
              <a:cxnSpLocks/>
            </p:cNvCxnSpPr>
            <p:nvPr/>
          </p:nvCxnSpPr>
          <p:spPr>
            <a:xfrm>
              <a:off x="7144382" y="4834401"/>
              <a:ext cx="0" cy="78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56" name="Tekstfelt 2155">
              <a:extLst>
                <a:ext uri="{FF2B5EF4-FFF2-40B4-BE49-F238E27FC236}">
                  <a16:creationId xmlns:a16="http://schemas.microsoft.com/office/drawing/2014/main" id="{D77ECDC0-0A61-9B7A-43DC-0C115859DB4B}"/>
                </a:ext>
              </a:extLst>
            </p:cNvPr>
            <p:cNvSpPr txBox="1"/>
            <p:nvPr/>
          </p:nvSpPr>
          <p:spPr>
            <a:xfrm>
              <a:off x="7055733" y="4899116"/>
              <a:ext cx="177297" cy="2077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1050" dirty="0">
                  <a:latin typeface="Amasis MT Pro Medium" panose="02040604050005020304" pitchFamily="18" charset="0"/>
                </a:rPr>
                <a:t>0</a:t>
              </a:r>
            </a:p>
          </p:txBody>
        </p:sp>
      </p:grpSp>
      <p:grpSp>
        <p:nvGrpSpPr>
          <p:cNvPr id="2157" name="Gruppe 2156">
            <a:extLst>
              <a:ext uri="{FF2B5EF4-FFF2-40B4-BE49-F238E27FC236}">
                <a16:creationId xmlns:a16="http://schemas.microsoft.com/office/drawing/2014/main" id="{9D0EB979-44B3-3E7D-7145-C3A5CC8A8ADC}"/>
              </a:ext>
            </a:extLst>
          </p:cNvPr>
          <p:cNvGrpSpPr/>
          <p:nvPr/>
        </p:nvGrpSpPr>
        <p:grpSpPr>
          <a:xfrm>
            <a:off x="3511185" y="5025599"/>
            <a:ext cx="332143" cy="293149"/>
            <a:chOff x="6978310" y="4836782"/>
            <a:chExt cx="332143" cy="293149"/>
          </a:xfrm>
        </p:grpSpPr>
        <p:cxnSp>
          <p:nvCxnSpPr>
            <p:cNvPr id="2158" name="Lige forbindelse 2157">
              <a:extLst>
                <a:ext uri="{FF2B5EF4-FFF2-40B4-BE49-F238E27FC236}">
                  <a16:creationId xmlns:a16="http://schemas.microsoft.com/office/drawing/2014/main" id="{2ADF2643-12A1-EBB3-0ADC-D027B28E9496}"/>
                </a:ext>
              </a:extLst>
            </p:cNvPr>
            <p:cNvCxnSpPr>
              <a:cxnSpLocks/>
            </p:cNvCxnSpPr>
            <p:nvPr/>
          </p:nvCxnSpPr>
          <p:spPr>
            <a:xfrm>
              <a:off x="7144382" y="4836782"/>
              <a:ext cx="0" cy="78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59" name="Tekstfelt 2158">
              <a:extLst>
                <a:ext uri="{FF2B5EF4-FFF2-40B4-BE49-F238E27FC236}">
                  <a16:creationId xmlns:a16="http://schemas.microsoft.com/office/drawing/2014/main" id="{AAE3F9B9-9B8E-EDD1-D070-29749EDA6F9E}"/>
                </a:ext>
              </a:extLst>
            </p:cNvPr>
            <p:cNvSpPr txBox="1"/>
            <p:nvPr/>
          </p:nvSpPr>
          <p:spPr>
            <a:xfrm>
              <a:off x="6978310" y="4876015"/>
              <a:ext cx="33214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1050" dirty="0">
                  <a:latin typeface="Amasis MT Pro Medium" panose="02040604050005020304" pitchFamily="18" charset="0"/>
                </a:rPr>
                <a:t>30</a:t>
              </a:r>
            </a:p>
          </p:txBody>
        </p:sp>
      </p:grpSp>
      <p:sp>
        <p:nvSpPr>
          <p:cNvPr id="2161" name="Ellipse 2160">
            <a:extLst>
              <a:ext uri="{FF2B5EF4-FFF2-40B4-BE49-F238E27FC236}">
                <a16:creationId xmlns:a16="http://schemas.microsoft.com/office/drawing/2014/main" id="{6C12C840-2313-4082-9338-3D9C80C76499}"/>
              </a:ext>
            </a:extLst>
          </p:cNvPr>
          <p:cNvSpPr/>
          <p:nvPr/>
        </p:nvSpPr>
        <p:spPr>
          <a:xfrm>
            <a:off x="6026151" y="5494270"/>
            <a:ext cx="100012" cy="1000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63" name="Rektangel 2162">
            <a:extLst>
              <a:ext uri="{FF2B5EF4-FFF2-40B4-BE49-F238E27FC236}">
                <a16:creationId xmlns:a16="http://schemas.microsoft.com/office/drawing/2014/main" id="{AB28B67E-163D-DC2E-9987-144D461516B7}"/>
              </a:ext>
            </a:extLst>
          </p:cNvPr>
          <p:cNvSpPr/>
          <p:nvPr/>
        </p:nvSpPr>
        <p:spPr>
          <a:xfrm>
            <a:off x="1541124" y="5406840"/>
            <a:ext cx="1741827" cy="2748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67" name="Lige forbindelse 2166">
            <a:extLst>
              <a:ext uri="{FF2B5EF4-FFF2-40B4-BE49-F238E27FC236}">
                <a16:creationId xmlns:a16="http://schemas.microsoft.com/office/drawing/2014/main" id="{79E8C1CC-1F47-D941-9C6A-1459E107A3E3}"/>
              </a:ext>
            </a:extLst>
          </p:cNvPr>
          <p:cNvCxnSpPr>
            <a:cxnSpLocks/>
          </p:cNvCxnSpPr>
          <p:nvPr/>
        </p:nvCxnSpPr>
        <p:spPr>
          <a:xfrm>
            <a:off x="2448602" y="5402080"/>
            <a:ext cx="0" cy="28439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1" name="Lige forbindelse 2180">
            <a:extLst>
              <a:ext uri="{FF2B5EF4-FFF2-40B4-BE49-F238E27FC236}">
                <a16:creationId xmlns:a16="http://schemas.microsoft.com/office/drawing/2014/main" id="{CC9F3D1D-BD22-9CB8-AA46-4F430567080A}"/>
              </a:ext>
            </a:extLst>
          </p:cNvPr>
          <p:cNvCxnSpPr>
            <a:cxnSpLocks/>
          </p:cNvCxnSpPr>
          <p:nvPr/>
        </p:nvCxnSpPr>
        <p:spPr>
          <a:xfrm>
            <a:off x="5155938" y="5402080"/>
            <a:ext cx="0" cy="284397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3" name="Lige forbindelse 2182">
            <a:extLst>
              <a:ext uri="{FF2B5EF4-FFF2-40B4-BE49-F238E27FC236}">
                <a16:creationId xmlns:a16="http://schemas.microsoft.com/office/drawing/2014/main" id="{6DE8B8FC-2405-71F0-5829-7E364899D06C}"/>
              </a:ext>
            </a:extLst>
          </p:cNvPr>
          <p:cNvCxnSpPr>
            <a:cxnSpLocks/>
          </p:cNvCxnSpPr>
          <p:nvPr/>
        </p:nvCxnSpPr>
        <p:spPr>
          <a:xfrm>
            <a:off x="493667" y="5402079"/>
            <a:ext cx="0" cy="284397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89" name="Gruppe 2188">
            <a:extLst>
              <a:ext uri="{FF2B5EF4-FFF2-40B4-BE49-F238E27FC236}">
                <a16:creationId xmlns:a16="http://schemas.microsoft.com/office/drawing/2014/main" id="{D73A200F-AFB7-30BB-C91F-5CDC2E96D8AD}"/>
              </a:ext>
            </a:extLst>
          </p:cNvPr>
          <p:cNvGrpSpPr/>
          <p:nvPr/>
        </p:nvGrpSpPr>
        <p:grpSpPr>
          <a:xfrm>
            <a:off x="6976905" y="5020062"/>
            <a:ext cx="332141" cy="330452"/>
            <a:chOff x="7035585" y="4836782"/>
            <a:chExt cx="217592" cy="269877"/>
          </a:xfrm>
        </p:grpSpPr>
        <p:cxnSp>
          <p:nvCxnSpPr>
            <p:cNvPr id="2190" name="Lige forbindelse 2189">
              <a:extLst>
                <a:ext uri="{FF2B5EF4-FFF2-40B4-BE49-F238E27FC236}">
                  <a16:creationId xmlns:a16="http://schemas.microsoft.com/office/drawing/2014/main" id="{D3845899-03A3-A601-A6BF-90BFC207153B}"/>
                </a:ext>
              </a:extLst>
            </p:cNvPr>
            <p:cNvCxnSpPr>
              <a:cxnSpLocks/>
            </p:cNvCxnSpPr>
            <p:nvPr/>
          </p:nvCxnSpPr>
          <p:spPr>
            <a:xfrm>
              <a:off x="7144382" y="4836782"/>
              <a:ext cx="0" cy="78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91" name="Tekstfelt 2190">
              <a:extLst>
                <a:ext uri="{FF2B5EF4-FFF2-40B4-BE49-F238E27FC236}">
                  <a16:creationId xmlns:a16="http://schemas.microsoft.com/office/drawing/2014/main" id="{4635DF1B-7DC4-9C69-B8A1-7ACA1E09AA22}"/>
                </a:ext>
              </a:extLst>
            </p:cNvPr>
            <p:cNvSpPr txBox="1"/>
            <p:nvPr/>
          </p:nvSpPr>
          <p:spPr>
            <a:xfrm>
              <a:off x="7035585" y="4899288"/>
              <a:ext cx="217592" cy="2073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1050" dirty="0">
                  <a:latin typeface="Amasis MT Pro Medium" panose="02040604050005020304" pitchFamily="18" charset="0"/>
                </a:rPr>
                <a:t>60</a:t>
              </a:r>
            </a:p>
          </p:txBody>
        </p:sp>
      </p:grpSp>
      <p:sp>
        <p:nvSpPr>
          <p:cNvPr id="2198" name="Tekstfelt 2197">
            <a:extLst>
              <a:ext uri="{FF2B5EF4-FFF2-40B4-BE49-F238E27FC236}">
                <a16:creationId xmlns:a16="http://schemas.microsoft.com/office/drawing/2014/main" id="{C03E1860-714F-EAE0-0AB2-CB9E73AF01FB}"/>
              </a:ext>
            </a:extLst>
          </p:cNvPr>
          <p:cNvSpPr txBox="1"/>
          <p:nvPr/>
        </p:nvSpPr>
        <p:spPr>
          <a:xfrm>
            <a:off x="5386787" y="5984639"/>
            <a:ext cx="1885278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b="1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LONGEST RESIDENCE</a:t>
            </a:r>
          </a:p>
          <a:p>
            <a:pPr algn="r"/>
            <a:r>
              <a:rPr lang="en-GB" sz="105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4,25 YEARS</a:t>
            </a:r>
          </a:p>
        </p:txBody>
      </p:sp>
      <p:sp>
        <p:nvSpPr>
          <p:cNvPr id="2199" name="Tekstfelt 2198">
            <a:extLst>
              <a:ext uri="{FF2B5EF4-FFF2-40B4-BE49-F238E27FC236}">
                <a16:creationId xmlns:a16="http://schemas.microsoft.com/office/drawing/2014/main" id="{6A860525-4CFC-AF60-2C07-6EB5E5D5E63F}"/>
              </a:ext>
            </a:extLst>
          </p:cNvPr>
          <p:cNvSpPr txBox="1"/>
          <p:nvPr/>
        </p:nvSpPr>
        <p:spPr>
          <a:xfrm>
            <a:off x="2825750" y="5984639"/>
            <a:ext cx="1885278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AVERAGE RESIDENCE</a:t>
            </a:r>
          </a:p>
          <a:p>
            <a:pPr algn="ctr"/>
            <a:r>
              <a:rPr lang="en-GB" sz="105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1,52 YEARS</a:t>
            </a:r>
          </a:p>
        </p:txBody>
      </p:sp>
      <p:sp>
        <p:nvSpPr>
          <p:cNvPr id="2201" name="Tekstfelt 2200">
            <a:extLst>
              <a:ext uri="{FF2B5EF4-FFF2-40B4-BE49-F238E27FC236}">
                <a16:creationId xmlns:a16="http://schemas.microsoft.com/office/drawing/2014/main" id="{8CDA7991-9D0C-4D63-2F5E-4BA958C7D918}"/>
              </a:ext>
            </a:extLst>
          </p:cNvPr>
          <p:cNvSpPr txBox="1"/>
          <p:nvPr/>
        </p:nvSpPr>
        <p:spPr>
          <a:xfrm>
            <a:off x="264713" y="5984639"/>
            <a:ext cx="1885278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SHORTEST RESIDENCE</a:t>
            </a:r>
          </a:p>
          <a:p>
            <a:r>
              <a:rPr lang="en-GB" sz="105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1 MONTH</a:t>
            </a:r>
          </a:p>
        </p:txBody>
      </p:sp>
      <p:cxnSp>
        <p:nvCxnSpPr>
          <p:cNvPr id="2206" name="Forbindelse: vinklet 2205">
            <a:extLst>
              <a:ext uri="{FF2B5EF4-FFF2-40B4-BE49-F238E27FC236}">
                <a16:creationId xmlns:a16="http://schemas.microsoft.com/office/drawing/2014/main" id="{8BBAAA68-4D39-9350-B796-963E1A96D6B5}"/>
              </a:ext>
            </a:extLst>
          </p:cNvPr>
          <p:cNvCxnSpPr>
            <a:cxnSpLocks/>
            <a:stCxn id="2231" idx="2"/>
            <a:endCxn id="2198" idx="0"/>
          </p:cNvCxnSpPr>
          <p:nvPr/>
        </p:nvCxnSpPr>
        <p:spPr>
          <a:xfrm rot="16200000" flipH="1">
            <a:off x="6038016" y="5693228"/>
            <a:ext cx="332181" cy="25064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7" name="Forbindelse: vinklet 2216">
            <a:extLst>
              <a:ext uri="{FF2B5EF4-FFF2-40B4-BE49-F238E27FC236}">
                <a16:creationId xmlns:a16="http://schemas.microsoft.com/office/drawing/2014/main" id="{B74FAFBA-4384-5A5B-3413-03F7D33F672F}"/>
              </a:ext>
            </a:extLst>
          </p:cNvPr>
          <p:cNvCxnSpPr>
            <a:cxnSpLocks/>
            <a:stCxn id="2229" idx="2"/>
            <a:endCxn id="2199" idx="0"/>
          </p:cNvCxnSpPr>
          <p:nvPr/>
        </p:nvCxnSpPr>
        <p:spPr>
          <a:xfrm rot="16200000" flipH="1">
            <a:off x="2979963" y="5196211"/>
            <a:ext cx="257069" cy="131978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4" name="Forbindelse: vinklet 2223">
            <a:extLst>
              <a:ext uri="{FF2B5EF4-FFF2-40B4-BE49-F238E27FC236}">
                <a16:creationId xmlns:a16="http://schemas.microsoft.com/office/drawing/2014/main" id="{7AB7C5D4-BAF6-C914-A485-60135043867E}"/>
              </a:ext>
            </a:extLst>
          </p:cNvPr>
          <p:cNvCxnSpPr>
            <a:cxnSpLocks/>
            <a:stCxn id="2223" idx="2"/>
            <a:endCxn id="2201" idx="0"/>
          </p:cNvCxnSpPr>
          <p:nvPr/>
        </p:nvCxnSpPr>
        <p:spPr>
          <a:xfrm rot="16200000" flipH="1">
            <a:off x="729013" y="5506299"/>
            <a:ext cx="243041" cy="71363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9" name="Rektangel 2228">
            <a:extLst>
              <a:ext uri="{FF2B5EF4-FFF2-40B4-BE49-F238E27FC236}">
                <a16:creationId xmlns:a16="http://schemas.microsoft.com/office/drawing/2014/main" id="{7CE241F9-CB21-39CA-C21D-B10A92BE709A}"/>
              </a:ext>
            </a:extLst>
          </p:cNvPr>
          <p:cNvSpPr/>
          <p:nvPr/>
        </p:nvSpPr>
        <p:spPr>
          <a:xfrm>
            <a:off x="2345137" y="5681852"/>
            <a:ext cx="20693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31" name="Rektangel 2230">
            <a:extLst>
              <a:ext uri="{FF2B5EF4-FFF2-40B4-BE49-F238E27FC236}">
                <a16:creationId xmlns:a16="http://schemas.microsoft.com/office/drawing/2014/main" id="{789FD385-6EC8-9C5A-AD9C-E70055B9B2AC}"/>
              </a:ext>
            </a:extLst>
          </p:cNvPr>
          <p:cNvSpPr/>
          <p:nvPr/>
        </p:nvSpPr>
        <p:spPr>
          <a:xfrm>
            <a:off x="5975319" y="5606740"/>
            <a:ext cx="20693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33" name="Rektangel 2232">
            <a:extLst>
              <a:ext uri="{FF2B5EF4-FFF2-40B4-BE49-F238E27FC236}">
                <a16:creationId xmlns:a16="http://schemas.microsoft.com/office/drawing/2014/main" id="{5E8AB3E8-1E9D-9D8C-8ECB-26A7E62F02C4}"/>
              </a:ext>
            </a:extLst>
          </p:cNvPr>
          <p:cNvSpPr/>
          <p:nvPr/>
        </p:nvSpPr>
        <p:spPr>
          <a:xfrm>
            <a:off x="2101254" y="4531122"/>
            <a:ext cx="3141958" cy="31226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Amasis MT Pro Medium" panose="02040604050005020304" pitchFamily="18" charset="0"/>
              </a:rPr>
              <a:t>RESIDENCY PERIOD</a:t>
            </a:r>
          </a:p>
        </p:txBody>
      </p:sp>
      <p:sp>
        <p:nvSpPr>
          <p:cNvPr id="2235" name="Tekstfelt 2234">
            <a:extLst>
              <a:ext uri="{FF2B5EF4-FFF2-40B4-BE49-F238E27FC236}">
                <a16:creationId xmlns:a16="http://schemas.microsoft.com/office/drawing/2014/main" id="{46EC84A7-843A-ECF6-3A45-D002BC3F38DE}"/>
              </a:ext>
            </a:extLst>
          </p:cNvPr>
          <p:cNvSpPr txBox="1"/>
          <p:nvPr/>
        </p:nvSpPr>
        <p:spPr>
          <a:xfrm>
            <a:off x="6821973" y="14141529"/>
            <a:ext cx="7377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00" i="1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OCT 2025</a:t>
            </a:r>
          </a:p>
        </p:txBody>
      </p:sp>
      <p:pic>
        <p:nvPicPr>
          <p:cNvPr id="2291" name="Billede 2290" descr="Et billede, der indeholder pattedyr, mus, snyde, gnaver&#10;&#10;AI-genereret indhold kan være ukorrekt.">
            <a:extLst>
              <a:ext uri="{FF2B5EF4-FFF2-40B4-BE49-F238E27FC236}">
                <a16:creationId xmlns:a16="http://schemas.microsoft.com/office/drawing/2014/main" id="{7E959EE8-AFC8-8A5A-8612-5BF1F1CB7300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20829" r="7171" b="16866"/>
          <a:stretch>
            <a:fillRect/>
          </a:stretch>
        </p:blipFill>
        <p:spPr>
          <a:xfrm>
            <a:off x="5739368" y="7623709"/>
            <a:ext cx="314752" cy="217561"/>
          </a:xfrm>
          <a:prstGeom prst="rect">
            <a:avLst/>
          </a:prstGeom>
        </p:spPr>
      </p:pic>
      <p:sp>
        <p:nvSpPr>
          <p:cNvPr id="2296" name="Tekstfelt 2295">
            <a:extLst>
              <a:ext uri="{FF2B5EF4-FFF2-40B4-BE49-F238E27FC236}">
                <a16:creationId xmlns:a16="http://schemas.microsoft.com/office/drawing/2014/main" id="{E2DD1973-6035-9510-712E-64C8FFDB8905}"/>
              </a:ext>
            </a:extLst>
          </p:cNvPr>
          <p:cNvSpPr txBox="1"/>
          <p:nvPr/>
        </p:nvSpPr>
        <p:spPr>
          <a:xfrm>
            <a:off x="5394001" y="8228777"/>
            <a:ext cx="1885278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LONGEST PATH</a:t>
            </a:r>
          </a:p>
          <a:p>
            <a:pPr algn="ctr"/>
            <a:r>
              <a:rPr lang="en-GB" sz="105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5 RATS</a:t>
            </a:r>
          </a:p>
        </p:txBody>
      </p:sp>
      <p:pic>
        <p:nvPicPr>
          <p:cNvPr id="2297" name="Billede 2296" descr="Et billede, der indeholder pattedyr, mus, snyde, gnaver&#10;&#10;AI-genereret indhold kan være ukorrekt.">
            <a:extLst>
              <a:ext uri="{FF2B5EF4-FFF2-40B4-BE49-F238E27FC236}">
                <a16:creationId xmlns:a16="http://schemas.microsoft.com/office/drawing/2014/main" id="{A69B6696-416D-5485-91E6-BF6560618A54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20829" r="7171" b="16866"/>
          <a:stretch>
            <a:fillRect/>
          </a:stretch>
        </p:blipFill>
        <p:spPr>
          <a:xfrm>
            <a:off x="6142668" y="7623707"/>
            <a:ext cx="314755" cy="217562"/>
          </a:xfrm>
          <a:prstGeom prst="rect">
            <a:avLst/>
          </a:prstGeom>
        </p:spPr>
      </p:pic>
      <p:pic>
        <p:nvPicPr>
          <p:cNvPr id="2299" name="Billede 2298" descr="Et billede, der indeholder pattedyr, mus, snyde, gnaver&#10;&#10;AI-genereret indhold kan være ukorrekt.">
            <a:extLst>
              <a:ext uri="{FF2B5EF4-FFF2-40B4-BE49-F238E27FC236}">
                <a16:creationId xmlns:a16="http://schemas.microsoft.com/office/drawing/2014/main" id="{4BCCA004-D29D-C8CD-65A2-69DBB318D5F5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20829" r="7171" b="16866"/>
          <a:stretch>
            <a:fillRect/>
          </a:stretch>
        </p:blipFill>
        <p:spPr>
          <a:xfrm>
            <a:off x="6545970" y="7623707"/>
            <a:ext cx="314755" cy="217562"/>
          </a:xfrm>
          <a:prstGeom prst="rect">
            <a:avLst/>
          </a:prstGeom>
        </p:spPr>
      </p:pic>
      <p:pic>
        <p:nvPicPr>
          <p:cNvPr id="2302" name="Billede 2301" descr="Et billede, der indeholder pattedyr, mus, snyde, gnaver&#10;&#10;AI-genereret indhold kan være ukorrekt.">
            <a:extLst>
              <a:ext uri="{FF2B5EF4-FFF2-40B4-BE49-F238E27FC236}">
                <a16:creationId xmlns:a16="http://schemas.microsoft.com/office/drawing/2014/main" id="{7C76B317-4525-D146-7BFF-09166064EA2E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20829" r="7171" b="16866"/>
          <a:stretch>
            <a:fillRect/>
          </a:stretch>
        </p:blipFill>
        <p:spPr>
          <a:xfrm>
            <a:off x="5932792" y="7857129"/>
            <a:ext cx="314755" cy="217562"/>
          </a:xfrm>
          <a:prstGeom prst="rect">
            <a:avLst/>
          </a:prstGeom>
        </p:spPr>
      </p:pic>
      <p:pic>
        <p:nvPicPr>
          <p:cNvPr id="2303" name="Billede 2302" descr="Et billede, der indeholder pattedyr, mus, snyde, gnaver&#10;&#10;AI-genereret indhold kan være ukorrekt.">
            <a:extLst>
              <a:ext uri="{FF2B5EF4-FFF2-40B4-BE49-F238E27FC236}">
                <a16:creationId xmlns:a16="http://schemas.microsoft.com/office/drawing/2014/main" id="{0768A268-0883-C521-F07E-BB18FE0F5EC5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20829" r="7171" b="16866"/>
          <a:stretch>
            <a:fillRect/>
          </a:stretch>
        </p:blipFill>
        <p:spPr>
          <a:xfrm>
            <a:off x="6336094" y="7857129"/>
            <a:ext cx="314755" cy="217562"/>
          </a:xfrm>
          <a:prstGeom prst="rect">
            <a:avLst/>
          </a:prstGeom>
        </p:spPr>
      </p:pic>
      <p:sp>
        <p:nvSpPr>
          <p:cNvPr id="2318" name="Tekstfelt 2317">
            <a:extLst>
              <a:ext uri="{FF2B5EF4-FFF2-40B4-BE49-F238E27FC236}">
                <a16:creationId xmlns:a16="http://schemas.microsoft.com/office/drawing/2014/main" id="{9F13566C-8A24-9F7F-8F72-5C62792457F0}"/>
              </a:ext>
            </a:extLst>
          </p:cNvPr>
          <p:cNvSpPr txBox="1"/>
          <p:nvPr/>
        </p:nvSpPr>
        <p:spPr>
          <a:xfrm>
            <a:off x="5331516" y="7470921"/>
            <a:ext cx="6654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NIKOLAJ B.</a:t>
            </a:r>
          </a:p>
        </p:txBody>
      </p:sp>
      <p:sp>
        <p:nvSpPr>
          <p:cNvPr id="2319" name="Tekstfelt 2318">
            <a:extLst>
              <a:ext uri="{FF2B5EF4-FFF2-40B4-BE49-F238E27FC236}">
                <a16:creationId xmlns:a16="http://schemas.microsoft.com/office/drawing/2014/main" id="{001BD2C8-D1F3-8E42-A6D0-B11E12F8E450}"/>
              </a:ext>
            </a:extLst>
          </p:cNvPr>
          <p:cNvSpPr txBox="1"/>
          <p:nvPr/>
        </p:nvSpPr>
        <p:spPr>
          <a:xfrm>
            <a:off x="5549154" y="8033587"/>
            <a:ext cx="7808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ANNE SOFIE R.</a:t>
            </a:r>
          </a:p>
        </p:txBody>
      </p:sp>
      <p:sp>
        <p:nvSpPr>
          <p:cNvPr id="2320" name="Tekstfelt 2319">
            <a:extLst>
              <a:ext uri="{FF2B5EF4-FFF2-40B4-BE49-F238E27FC236}">
                <a16:creationId xmlns:a16="http://schemas.microsoft.com/office/drawing/2014/main" id="{BF0C3B86-732F-1915-8FB1-91AFFB0522DF}"/>
              </a:ext>
            </a:extLst>
          </p:cNvPr>
          <p:cNvSpPr txBox="1"/>
          <p:nvPr/>
        </p:nvSpPr>
        <p:spPr>
          <a:xfrm>
            <a:off x="5850895" y="7470921"/>
            <a:ext cx="84171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CHRISTOFFER H.</a:t>
            </a:r>
          </a:p>
        </p:txBody>
      </p:sp>
      <p:sp>
        <p:nvSpPr>
          <p:cNvPr id="2321" name="Tekstfelt 2320">
            <a:extLst>
              <a:ext uri="{FF2B5EF4-FFF2-40B4-BE49-F238E27FC236}">
                <a16:creationId xmlns:a16="http://schemas.microsoft.com/office/drawing/2014/main" id="{2B41F582-4EDE-F03C-57C3-7701AAC78C1A}"/>
              </a:ext>
            </a:extLst>
          </p:cNvPr>
          <p:cNvSpPr txBox="1"/>
          <p:nvPr/>
        </p:nvSpPr>
        <p:spPr>
          <a:xfrm>
            <a:off x="6273322" y="8033587"/>
            <a:ext cx="7808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RIKKE L.</a:t>
            </a:r>
          </a:p>
        </p:txBody>
      </p:sp>
      <p:sp>
        <p:nvSpPr>
          <p:cNvPr id="2322" name="Tekstfelt 2321">
            <a:extLst>
              <a:ext uri="{FF2B5EF4-FFF2-40B4-BE49-F238E27FC236}">
                <a16:creationId xmlns:a16="http://schemas.microsoft.com/office/drawing/2014/main" id="{92F86DE9-1A41-452B-3D09-F4725F309DE0}"/>
              </a:ext>
            </a:extLst>
          </p:cNvPr>
          <p:cNvSpPr txBox="1"/>
          <p:nvPr/>
        </p:nvSpPr>
        <p:spPr>
          <a:xfrm>
            <a:off x="6546507" y="7470921"/>
            <a:ext cx="7808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JAKOB J.</a:t>
            </a:r>
          </a:p>
        </p:txBody>
      </p:sp>
      <p:pic>
        <p:nvPicPr>
          <p:cNvPr id="2323" name="Billede 2322" descr="Et billede, der indeholder pattedyr, mus, snyde, gnaver&#10;&#10;AI-genereret indhold kan være ukorrekt.">
            <a:extLst>
              <a:ext uri="{FF2B5EF4-FFF2-40B4-BE49-F238E27FC236}">
                <a16:creationId xmlns:a16="http://schemas.microsoft.com/office/drawing/2014/main" id="{E76EE35A-D219-63A7-FD24-EC4308FA6E07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20829" r="7171" b="16866"/>
          <a:stretch>
            <a:fillRect/>
          </a:stretch>
        </p:blipFill>
        <p:spPr>
          <a:xfrm>
            <a:off x="5774329" y="9229373"/>
            <a:ext cx="314752" cy="217561"/>
          </a:xfrm>
          <a:prstGeom prst="rect">
            <a:avLst/>
          </a:prstGeom>
        </p:spPr>
      </p:pic>
      <p:pic>
        <p:nvPicPr>
          <p:cNvPr id="2325" name="Billede 2324" descr="Et billede, der indeholder pattedyr, mus, snyde, gnaver&#10;&#10;AI-genereret indhold kan være ukorrekt.">
            <a:extLst>
              <a:ext uri="{FF2B5EF4-FFF2-40B4-BE49-F238E27FC236}">
                <a16:creationId xmlns:a16="http://schemas.microsoft.com/office/drawing/2014/main" id="{D564E6E2-FB00-D33D-FC6A-FE896F8F22E5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20829" r="7171" b="16866"/>
          <a:stretch>
            <a:fillRect/>
          </a:stretch>
        </p:blipFill>
        <p:spPr>
          <a:xfrm>
            <a:off x="6156802" y="9229373"/>
            <a:ext cx="314755" cy="217562"/>
          </a:xfrm>
          <a:prstGeom prst="rect">
            <a:avLst/>
          </a:prstGeom>
        </p:spPr>
      </p:pic>
      <p:pic>
        <p:nvPicPr>
          <p:cNvPr id="2324" name="Billede 2323" descr="Et billede, der indeholder pattedyr, mus, snyde, gnaver&#10;&#10;AI-genereret indhold kan være ukorrekt.">
            <a:extLst>
              <a:ext uri="{FF2B5EF4-FFF2-40B4-BE49-F238E27FC236}">
                <a16:creationId xmlns:a16="http://schemas.microsoft.com/office/drawing/2014/main" id="{6049DEE6-5C47-1966-72CB-C96333273548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2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20829" r="7171" b="16866"/>
          <a:stretch>
            <a:fillRect/>
          </a:stretch>
        </p:blipFill>
        <p:spPr>
          <a:xfrm>
            <a:off x="6539276" y="9226276"/>
            <a:ext cx="314755" cy="217562"/>
          </a:xfrm>
          <a:prstGeom prst="rect">
            <a:avLst/>
          </a:prstGeom>
        </p:spPr>
      </p:pic>
      <p:sp>
        <p:nvSpPr>
          <p:cNvPr id="2329" name="Tekstfelt 2328">
            <a:extLst>
              <a:ext uri="{FF2B5EF4-FFF2-40B4-BE49-F238E27FC236}">
                <a16:creationId xmlns:a16="http://schemas.microsoft.com/office/drawing/2014/main" id="{24528761-D344-B440-87B7-5BAB3B4666C7}"/>
              </a:ext>
            </a:extLst>
          </p:cNvPr>
          <p:cNvSpPr txBox="1"/>
          <p:nvPr/>
        </p:nvSpPr>
        <p:spPr>
          <a:xfrm>
            <a:off x="5658815" y="9485748"/>
            <a:ext cx="133855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AVERAGE PATH</a:t>
            </a:r>
          </a:p>
          <a:p>
            <a:pPr algn="ctr"/>
            <a:r>
              <a:rPr lang="en-GB" sz="105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1.9 RATS</a:t>
            </a:r>
          </a:p>
        </p:txBody>
      </p:sp>
      <p:sp>
        <p:nvSpPr>
          <p:cNvPr id="2346" name="Tekstfelt 2345">
            <a:extLst>
              <a:ext uri="{FF2B5EF4-FFF2-40B4-BE49-F238E27FC236}">
                <a16:creationId xmlns:a16="http://schemas.microsoft.com/office/drawing/2014/main" id="{455397D5-7255-3F63-F185-D6101032B365}"/>
              </a:ext>
            </a:extLst>
          </p:cNvPr>
          <p:cNvSpPr txBox="1"/>
          <p:nvPr/>
        </p:nvSpPr>
        <p:spPr>
          <a:xfrm>
            <a:off x="242828" y="7162695"/>
            <a:ext cx="133855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TOTAL RATS</a:t>
            </a:r>
          </a:p>
          <a:p>
            <a:r>
              <a:rPr lang="en-GB" sz="105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44 RATS</a:t>
            </a:r>
          </a:p>
        </p:txBody>
      </p:sp>
      <p:sp>
        <p:nvSpPr>
          <p:cNvPr id="2354" name="Tekstfelt 2353">
            <a:extLst>
              <a:ext uri="{FF2B5EF4-FFF2-40B4-BE49-F238E27FC236}">
                <a16:creationId xmlns:a16="http://schemas.microsoft.com/office/drawing/2014/main" id="{CB98D7C0-F383-9182-B13D-EC4408067BD9}"/>
              </a:ext>
            </a:extLst>
          </p:cNvPr>
          <p:cNvSpPr txBox="1"/>
          <p:nvPr/>
        </p:nvSpPr>
        <p:spPr>
          <a:xfrm>
            <a:off x="1720385" y="9934348"/>
            <a:ext cx="2210732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TOTAL CONNECTIONS</a:t>
            </a:r>
          </a:p>
          <a:p>
            <a:pPr algn="ctr"/>
            <a:r>
              <a:rPr lang="en-GB" sz="105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325 CONNECTIONS</a:t>
            </a:r>
          </a:p>
        </p:txBody>
      </p:sp>
      <p:cxnSp>
        <p:nvCxnSpPr>
          <p:cNvPr id="2316" name="Lige forbindelse 2315">
            <a:extLst>
              <a:ext uri="{FF2B5EF4-FFF2-40B4-BE49-F238E27FC236}">
                <a16:creationId xmlns:a16="http://schemas.microsoft.com/office/drawing/2014/main" id="{03FD5D35-2D8C-9B91-F07A-A9E26F7F353F}"/>
              </a:ext>
            </a:extLst>
          </p:cNvPr>
          <p:cNvCxnSpPr>
            <a:cxnSpLocks/>
          </p:cNvCxnSpPr>
          <p:nvPr/>
        </p:nvCxnSpPr>
        <p:spPr>
          <a:xfrm flipV="1">
            <a:off x="6591300" y="7793832"/>
            <a:ext cx="64294" cy="83344"/>
          </a:xfrm>
          <a:prstGeom prst="line">
            <a:avLst/>
          </a:prstGeom>
          <a:ln w="38100">
            <a:solidFill>
              <a:srgbClr val="832E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7" name="Lige forbindelse 2316">
            <a:extLst>
              <a:ext uri="{FF2B5EF4-FFF2-40B4-BE49-F238E27FC236}">
                <a16:creationId xmlns:a16="http://schemas.microsoft.com/office/drawing/2014/main" id="{F25F178D-777E-F95E-38B4-9D7C443ACD58}"/>
              </a:ext>
            </a:extLst>
          </p:cNvPr>
          <p:cNvCxnSpPr>
            <a:cxnSpLocks/>
          </p:cNvCxnSpPr>
          <p:nvPr/>
        </p:nvCxnSpPr>
        <p:spPr>
          <a:xfrm flipH="1" flipV="1">
            <a:off x="6355557" y="7796213"/>
            <a:ext cx="50007" cy="76200"/>
          </a:xfrm>
          <a:prstGeom prst="line">
            <a:avLst/>
          </a:prstGeom>
          <a:ln w="38100">
            <a:solidFill>
              <a:srgbClr val="832E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2" name="Lige forbindelse 2311">
            <a:extLst>
              <a:ext uri="{FF2B5EF4-FFF2-40B4-BE49-F238E27FC236}">
                <a16:creationId xmlns:a16="http://schemas.microsoft.com/office/drawing/2014/main" id="{3F25F6E3-B026-EC93-BD50-B36E99DF5751}"/>
              </a:ext>
            </a:extLst>
          </p:cNvPr>
          <p:cNvCxnSpPr>
            <a:cxnSpLocks/>
          </p:cNvCxnSpPr>
          <p:nvPr/>
        </p:nvCxnSpPr>
        <p:spPr>
          <a:xfrm flipV="1">
            <a:off x="6191252" y="7786690"/>
            <a:ext cx="59531" cy="85725"/>
          </a:xfrm>
          <a:prstGeom prst="line">
            <a:avLst/>
          </a:prstGeom>
          <a:ln w="38100">
            <a:solidFill>
              <a:srgbClr val="832E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9" name="Lige forbindelse 2308">
            <a:extLst>
              <a:ext uri="{FF2B5EF4-FFF2-40B4-BE49-F238E27FC236}">
                <a16:creationId xmlns:a16="http://schemas.microsoft.com/office/drawing/2014/main" id="{D5EACDB8-589D-08FB-FF23-C50123A3D6B4}"/>
              </a:ext>
            </a:extLst>
          </p:cNvPr>
          <p:cNvCxnSpPr>
            <a:cxnSpLocks/>
          </p:cNvCxnSpPr>
          <p:nvPr/>
        </p:nvCxnSpPr>
        <p:spPr>
          <a:xfrm flipH="1" flipV="1">
            <a:off x="5931696" y="7798594"/>
            <a:ext cx="71437" cy="83344"/>
          </a:xfrm>
          <a:prstGeom prst="line">
            <a:avLst/>
          </a:prstGeom>
          <a:ln w="38100">
            <a:solidFill>
              <a:srgbClr val="832E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6" name="Lige forbindelse 2325">
            <a:extLst>
              <a:ext uri="{FF2B5EF4-FFF2-40B4-BE49-F238E27FC236}">
                <a16:creationId xmlns:a16="http://schemas.microsoft.com/office/drawing/2014/main" id="{B9BE2EFC-1E1B-430D-6523-0B5ECAA7B714}"/>
              </a:ext>
            </a:extLst>
          </p:cNvPr>
          <p:cNvCxnSpPr>
            <a:cxnSpLocks/>
          </p:cNvCxnSpPr>
          <p:nvPr/>
        </p:nvCxnSpPr>
        <p:spPr>
          <a:xfrm>
            <a:off x="6015040" y="9352005"/>
            <a:ext cx="235743" cy="0"/>
          </a:xfrm>
          <a:prstGeom prst="line">
            <a:avLst/>
          </a:prstGeom>
          <a:ln w="38100">
            <a:solidFill>
              <a:srgbClr val="832E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ige forbindelse 18">
            <a:extLst>
              <a:ext uri="{FF2B5EF4-FFF2-40B4-BE49-F238E27FC236}">
                <a16:creationId xmlns:a16="http://schemas.microsoft.com/office/drawing/2014/main" id="{ACFABCB7-1CAD-4B45-A948-24B78D556D22}"/>
              </a:ext>
            </a:extLst>
          </p:cNvPr>
          <p:cNvCxnSpPr>
            <a:cxnSpLocks/>
          </p:cNvCxnSpPr>
          <p:nvPr/>
        </p:nvCxnSpPr>
        <p:spPr>
          <a:xfrm>
            <a:off x="6394849" y="9352005"/>
            <a:ext cx="235743" cy="0"/>
          </a:xfrm>
          <a:prstGeom prst="line">
            <a:avLst/>
          </a:prstGeom>
          <a:ln w="38100">
            <a:solidFill>
              <a:srgbClr val="832E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uppe 1">
            <a:extLst>
              <a:ext uri="{FF2B5EF4-FFF2-40B4-BE49-F238E27FC236}">
                <a16:creationId xmlns:a16="http://schemas.microsoft.com/office/drawing/2014/main" id="{F241AEF1-9A40-E517-A2FC-8A160AC93145}"/>
              </a:ext>
            </a:extLst>
          </p:cNvPr>
          <p:cNvGrpSpPr/>
          <p:nvPr/>
        </p:nvGrpSpPr>
        <p:grpSpPr>
          <a:xfrm>
            <a:off x="349465" y="10536023"/>
            <a:ext cx="6831394" cy="252000"/>
            <a:chOff x="111917" y="749432"/>
            <a:chExt cx="6831394" cy="252000"/>
          </a:xfrm>
        </p:grpSpPr>
        <p:pic>
          <p:nvPicPr>
            <p:cNvPr id="3" name="Grafik 2" descr="Rotte med massiv udfyldning">
              <a:extLst>
                <a:ext uri="{FF2B5EF4-FFF2-40B4-BE49-F238E27FC236}">
                  <a16:creationId xmlns:a16="http://schemas.microsoft.com/office/drawing/2014/main" id="{828BB51D-B02E-D292-709C-99FC0110F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1917" y="749432"/>
              <a:ext cx="252000" cy="252000"/>
            </a:xfrm>
            <a:prstGeom prst="rect">
              <a:avLst/>
            </a:prstGeom>
          </p:spPr>
        </p:pic>
        <p:pic>
          <p:nvPicPr>
            <p:cNvPr id="4" name="Grafik 3" descr="Rotte med massiv udfyldning">
              <a:extLst>
                <a:ext uri="{FF2B5EF4-FFF2-40B4-BE49-F238E27FC236}">
                  <a16:creationId xmlns:a16="http://schemas.microsoft.com/office/drawing/2014/main" id="{C7B59475-B5F9-19F9-98EC-2D4E1D06C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7978" y="749432"/>
              <a:ext cx="252000" cy="252000"/>
            </a:xfrm>
            <a:prstGeom prst="rect">
              <a:avLst/>
            </a:prstGeom>
          </p:spPr>
        </p:pic>
        <p:pic>
          <p:nvPicPr>
            <p:cNvPr id="6" name="Grafik 5" descr="Rotte med massiv udfyldning">
              <a:extLst>
                <a:ext uri="{FF2B5EF4-FFF2-40B4-BE49-F238E27FC236}">
                  <a16:creationId xmlns:a16="http://schemas.microsoft.com/office/drawing/2014/main" id="{2BEF4A6C-13BA-BF51-ECE1-EE96276D6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4039" y="749432"/>
              <a:ext cx="252000" cy="252000"/>
            </a:xfrm>
            <a:prstGeom prst="rect">
              <a:avLst/>
            </a:prstGeom>
          </p:spPr>
        </p:pic>
        <p:pic>
          <p:nvPicPr>
            <p:cNvPr id="7" name="Grafik 6" descr="Rotte med massiv udfyldning">
              <a:extLst>
                <a:ext uri="{FF2B5EF4-FFF2-40B4-BE49-F238E27FC236}">
                  <a16:creationId xmlns:a16="http://schemas.microsoft.com/office/drawing/2014/main" id="{C3719753-6D9C-5D29-D675-FE5D84F16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0100" y="749432"/>
              <a:ext cx="252000" cy="252000"/>
            </a:xfrm>
            <a:prstGeom prst="rect">
              <a:avLst/>
            </a:prstGeom>
          </p:spPr>
        </p:pic>
        <p:pic>
          <p:nvPicPr>
            <p:cNvPr id="8" name="Grafik 7" descr="Rotte med massiv udfyldning">
              <a:extLst>
                <a:ext uri="{FF2B5EF4-FFF2-40B4-BE49-F238E27FC236}">
                  <a16:creationId xmlns:a16="http://schemas.microsoft.com/office/drawing/2014/main" id="{C6D48B08-5C37-5B6B-CE04-A90A3E98D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56161" y="749432"/>
              <a:ext cx="252000" cy="252000"/>
            </a:xfrm>
            <a:prstGeom prst="rect">
              <a:avLst/>
            </a:prstGeom>
          </p:spPr>
        </p:pic>
        <p:pic>
          <p:nvPicPr>
            <p:cNvPr id="9" name="Grafik 8" descr="Rotte med massiv udfyldning">
              <a:extLst>
                <a:ext uri="{FF2B5EF4-FFF2-40B4-BE49-F238E27FC236}">
                  <a16:creationId xmlns:a16="http://schemas.microsoft.com/office/drawing/2014/main" id="{6ABB81B6-1DCE-D42E-ED76-DDA220B21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42222" y="749432"/>
              <a:ext cx="252000" cy="252000"/>
            </a:xfrm>
            <a:prstGeom prst="rect">
              <a:avLst/>
            </a:prstGeom>
          </p:spPr>
        </p:pic>
        <p:pic>
          <p:nvPicPr>
            <p:cNvPr id="10" name="Grafik 9" descr="Rotte med massiv udfyldning">
              <a:extLst>
                <a:ext uri="{FF2B5EF4-FFF2-40B4-BE49-F238E27FC236}">
                  <a16:creationId xmlns:a16="http://schemas.microsoft.com/office/drawing/2014/main" id="{F6287DEF-5CD0-43F0-8AA9-76D3F4375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28283" y="749432"/>
              <a:ext cx="252000" cy="252000"/>
            </a:xfrm>
            <a:prstGeom prst="rect">
              <a:avLst/>
            </a:prstGeom>
          </p:spPr>
        </p:pic>
        <p:pic>
          <p:nvPicPr>
            <p:cNvPr id="11" name="Grafik 10" descr="Rotte med massiv udfyldning">
              <a:extLst>
                <a:ext uri="{FF2B5EF4-FFF2-40B4-BE49-F238E27FC236}">
                  <a16:creationId xmlns:a16="http://schemas.microsoft.com/office/drawing/2014/main" id="{F0BFC14F-B4E1-101C-9C30-ACDE721F9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14344" y="749432"/>
              <a:ext cx="252000" cy="252000"/>
            </a:xfrm>
            <a:prstGeom prst="rect">
              <a:avLst/>
            </a:prstGeom>
          </p:spPr>
        </p:pic>
        <p:pic>
          <p:nvPicPr>
            <p:cNvPr id="12" name="Grafik 11" descr="Rotte med massiv udfyldning">
              <a:extLst>
                <a:ext uri="{FF2B5EF4-FFF2-40B4-BE49-F238E27FC236}">
                  <a16:creationId xmlns:a16="http://schemas.microsoft.com/office/drawing/2014/main" id="{7AA55DB0-5895-3AA7-BF4F-B9D15480B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00405" y="749432"/>
              <a:ext cx="252000" cy="252000"/>
            </a:xfrm>
            <a:prstGeom prst="rect">
              <a:avLst/>
            </a:prstGeom>
          </p:spPr>
        </p:pic>
        <p:pic>
          <p:nvPicPr>
            <p:cNvPr id="16" name="Grafik 15" descr="Rotte med massiv udfyldning">
              <a:extLst>
                <a:ext uri="{FF2B5EF4-FFF2-40B4-BE49-F238E27FC236}">
                  <a16:creationId xmlns:a16="http://schemas.microsoft.com/office/drawing/2014/main" id="{0C54094F-5030-0955-7768-83BEF4FCF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86466" y="749432"/>
              <a:ext cx="252000" cy="252000"/>
            </a:xfrm>
            <a:prstGeom prst="rect">
              <a:avLst/>
            </a:prstGeom>
          </p:spPr>
        </p:pic>
        <p:pic>
          <p:nvPicPr>
            <p:cNvPr id="17" name="Grafik 16" descr="Rotte med massiv udfyldning">
              <a:extLst>
                <a:ext uri="{FF2B5EF4-FFF2-40B4-BE49-F238E27FC236}">
                  <a16:creationId xmlns:a16="http://schemas.microsoft.com/office/drawing/2014/main" id="{42D74246-1B65-9CEE-34C9-8F99EE116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72527" y="749432"/>
              <a:ext cx="252000" cy="252000"/>
            </a:xfrm>
            <a:prstGeom prst="rect">
              <a:avLst/>
            </a:prstGeom>
          </p:spPr>
        </p:pic>
        <p:pic>
          <p:nvPicPr>
            <p:cNvPr id="18" name="Grafik 17" descr="Rotte med massiv udfyldning">
              <a:extLst>
                <a:ext uri="{FF2B5EF4-FFF2-40B4-BE49-F238E27FC236}">
                  <a16:creationId xmlns:a16="http://schemas.microsoft.com/office/drawing/2014/main" id="{A342F4DC-A480-2084-7B5F-67D20305A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44649" y="749432"/>
              <a:ext cx="252000" cy="252000"/>
            </a:xfrm>
            <a:prstGeom prst="rect">
              <a:avLst/>
            </a:prstGeom>
          </p:spPr>
        </p:pic>
        <p:pic>
          <p:nvPicPr>
            <p:cNvPr id="20" name="Grafik 19" descr="Rotte med massiv udfyldning">
              <a:extLst>
                <a:ext uri="{FF2B5EF4-FFF2-40B4-BE49-F238E27FC236}">
                  <a16:creationId xmlns:a16="http://schemas.microsoft.com/office/drawing/2014/main" id="{8FEF4D1A-FB9C-C3D4-8AB4-FFDC2DB1B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16771" y="749432"/>
              <a:ext cx="252000" cy="252000"/>
            </a:xfrm>
            <a:prstGeom prst="rect">
              <a:avLst/>
            </a:prstGeom>
          </p:spPr>
        </p:pic>
        <p:pic>
          <p:nvPicPr>
            <p:cNvPr id="21" name="Grafik 20" descr="Rotte med massiv udfyldning">
              <a:extLst>
                <a:ext uri="{FF2B5EF4-FFF2-40B4-BE49-F238E27FC236}">
                  <a16:creationId xmlns:a16="http://schemas.microsoft.com/office/drawing/2014/main" id="{32E7D467-7297-B293-99F3-55832CFDB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88893" y="749432"/>
              <a:ext cx="252000" cy="252000"/>
            </a:xfrm>
            <a:prstGeom prst="rect">
              <a:avLst/>
            </a:prstGeom>
          </p:spPr>
        </p:pic>
        <p:pic>
          <p:nvPicPr>
            <p:cNvPr id="22" name="Grafik 21" descr="Rotte med massiv udfyldning">
              <a:extLst>
                <a:ext uri="{FF2B5EF4-FFF2-40B4-BE49-F238E27FC236}">
                  <a16:creationId xmlns:a16="http://schemas.microsoft.com/office/drawing/2014/main" id="{DA528200-38EC-644E-8790-35A341920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61015" y="749432"/>
              <a:ext cx="252000" cy="252000"/>
            </a:xfrm>
            <a:prstGeom prst="rect">
              <a:avLst/>
            </a:prstGeom>
          </p:spPr>
        </p:pic>
        <p:pic>
          <p:nvPicPr>
            <p:cNvPr id="23" name="Grafik 22" descr="Rotte med massiv udfyldning">
              <a:extLst>
                <a:ext uri="{FF2B5EF4-FFF2-40B4-BE49-F238E27FC236}">
                  <a16:creationId xmlns:a16="http://schemas.microsoft.com/office/drawing/2014/main" id="{3C0FD097-32CF-BC8D-4127-58FAC454E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33137" y="749432"/>
              <a:ext cx="252000" cy="252000"/>
            </a:xfrm>
            <a:prstGeom prst="rect">
              <a:avLst/>
            </a:prstGeom>
          </p:spPr>
        </p:pic>
        <p:pic>
          <p:nvPicPr>
            <p:cNvPr id="24" name="Grafik 23" descr="Rotte med massiv udfyldning">
              <a:extLst>
                <a:ext uri="{FF2B5EF4-FFF2-40B4-BE49-F238E27FC236}">
                  <a16:creationId xmlns:a16="http://schemas.microsoft.com/office/drawing/2014/main" id="{5D84D99F-2A60-B737-4754-81D5AFD33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05259" y="749432"/>
              <a:ext cx="252000" cy="252000"/>
            </a:xfrm>
            <a:prstGeom prst="rect">
              <a:avLst/>
            </a:prstGeom>
          </p:spPr>
        </p:pic>
        <p:pic>
          <p:nvPicPr>
            <p:cNvPr id="25" name="Grafik 24" descr="Rotte med massiv udfyldning">
              <a:extLst>
                <a:ext uri="{FF2B5EF4-FFF2-40B4-BE49-F238E27FC236}">
                  <a16:creationId xmlns:a16="http://schemas.microsoft.com/office/drawing/2014/main" id="{10EB82A7-AE3E-4AD8-DFFE-EF52084B8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91311" y="749432"/>
              <a:ext cx="252000" cy="252000"/>
            </a:xfrm>
            <a:prstGeom prst="rect">
              <a:avLst/>
            </a:prstGeom>
          </p:spPr>
        </p:pic>
        <p:pic>
          <p:nvPicPr>
            <p:cNvPr id="27" name="Grafik 26" descr="Rotte med massiv udfyldning">
              <a:extLst>
                <a:ext uri="{FF2B5EF4-FFF2-40B4-BE49-F238E27FC236}">
                  <a16:creationId xmlns:a16="http://schemas.microsoft.com/office/drawing/2014/main" id="{6C103D19-E5C2-9846-9B9D-A3322BBF7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58588" y="749432"/>
              <a:ext cx="252000" cy="252000"/>
            </a:xfrm>
            <a:prstGeom prst="rect">
              <a:avLst/>
            </a:prstGeom>
          </p:spPr>
        </p:pic>
        <p:pic>
          <p:nvPicPr>
            <p:cNvPr id="28" name="Grafik 27" descr="Rotte med massiv udfyldning">
              <a:extLst>
                <a:ext uri="{FF2B5EF4-FFF2-40B4-BE49-F238E27FC236}">
                  <a16:creationId xmlns:a16="http://schemas.microsoft.com/office/drawing/2014/main" id="{2FC1B33D-CB79-08DA-86BE-D0ECDC8B6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30710" y="749432"/>
              <a:ext cx="252000" cy="252000"/>
            </a:xfrm>
            <a:prstGeom prst="rect">
              <a:avLst/>
            </a:prstGeom>
          </p:spPr>
        </p:pic>
        <p:pic>
          <p:nvPicPr>
            <p:cNvPr id="29" name="Grafik 28" descr="Rotte med massiv udfyldning">
              <a:extLst>
                <a:ext uri="{FF2B5EF4-FFF2-40B4-BE49-F238E27FC236}">
                  <a16:creationId xmlns:a16="http://schemas.microsoft.com/office/drawing/2014/main" id="{E2978B64-FAD1-A2AF-920D-88993B1FF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02832" y="749432"/>
              <a:ext cx="252000" cy="252000"/>
            </a:xfrm>
            <a:prstGeom prst="rect">
              <a:avLst/>
            </a:prstGeom>
          </p:spPr>
        </p:pic>
        <p:pic>
          <p:nvPicPr>
            <p:cNvPr id="30" name="Grafik 29" descr="Rotte med massiv udfyldning">
              <a:extLst>
                <a:ext uri="{FF2B5EF4-FFF2-40B4-BE49-F238E27FC236}">
                  <a16:creationId xmlns:a16="http://schemas.microsoft.com/office/drawing/2014/main" id="{F1393BE2-1CA5-B98E-B3AB-B938A9E48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74954" y="749432"/>
              <a:ext cx="252000" cy="252000"/>
            </a:xfrm>
            <a:prstGeom prst="rect">
              <a:avLst/>
            </a:prstGeom>
          </p:spPr>
        </p:pic>
        <p:pic>
          <p:nvPicPr>
            <p:cNvPr id="57" name="Grafik 56" descr="Rotte med massiv udfyldning">
              <a:extLst>
                <a:ext uri="{FF2B5EF4-FFF2-40B4-BE49-F238E27FC236}">
                  <a16:creationId xmlns:a16="http://schemas.microsoft.com/office/drawing/2014/main" id="{720A1761-C68B-3C63-E915-734FA19C6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47076" y="749432"/>
              <a:ext cx="252000" cy="252000"/>
            </a:xfrm>
            <a:prstGeom prst="rect">
              <a:avLst/>
            </a:prstGeom>
          </p:spPr>
        </p:pic>
        <p:pic>
          <p:nvPicPr>
            <p:cNvPr id="58" name="Grafik 57" descr="Rotte med massiv udfyldning">
              <a:extLst>
                <a:ext uri="{FF2B5EF4-FFF2-40B4-BE49-F238E27FC236}">
                  <a16:creationId xmlns:a16="http://schemas.microsoft.com/office/drawing/2014/main" id="{F90EA2C8-6101-9436-F088-CCF51C78F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19198" y="749432"/>
              <a:ext cx="252000" cy="252000"/>
            </a:xfrm>
            <a:prstGeom prst="rect">
              <a:avLst/>
            </a:prstGeom>
          </p:spPr>
        </p:pic>
      </p:grpSp>
      <p:sp>
        <p:nvSpPr>
          <p:cNvPr id="2240" name="Rektangel 2239">
            <a:extLst>
              <a:ext uri="{FF2B5EF4-FFF2-40B4-BE49-F238E27FC236}">
                <a16:creationId xmlns:a16="http://schemas.microsoft.com/office/drawing/2014/main" id="{B0A7C8F8-0BD1-38EE-5C57-45D55040A997}"/>
              </a:ext>
            </a:extLst>
          </p:cNvPr>
          <p:cNvSpPr/>
          <p:nvPr/>
        </p:nvSpPr>
        <p:spPr>
          <a:xfrm>
            <a:off x="349465" y="10859175"/>
            <a:ext cx="3141958" cy="31226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Amasis MT Pro Medium" panose="02040604050005020304" pitchFamily="18" charset="0"/>
              </a:rPr>
              <a:t>MOVE IN MONTHS</a:t>
            </a:r>
          </a:p>
        </p:txBody>
      </p:sp>
      <p:sp>
        <p:nvSpPr>
          <p:cNvPr id="2241" name="Rektangel 2240">
            <a:extLst>
              <a:ext uri="{FF2B5EF4-FFF2-40B4-BE49-F238E27FC236}">
                <a16:creationId xmlns:a16="http://schemas.microsoft.com/office/drawing/2014/main" id="{9112EEC2-0EF7-305A-5D6A-4BD292E6AB89}"/>
              </a:ext>
            </a:extLst>
          </p:cNvPr>
          <p:cNvSpPr/>
          <p:nvPr/>
        </p:nvSpPr>
        <p:spPr>
          <a:xfrm>
            <a:off x="4010557" y="10859175"/>
            <a:ext cx="3141958" cy="31226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  <a:latin typeface="Amasis MT Pro Medium" panose="02040604050005020304" pitchFamily="18" charset="0"/>
              </a:rPr>
              <a:t>MOVE OUT MONTHS</a:t>
            </a:r>
          </a:p>
        </p:txBody>
      </p:sp>
      <p:sp>
        <p:nvSpPr>
          <p:cNvPr id="2253" name="Tekstfelt 2252">
            <a:extLst>
              <a:ext uri="{FF2B5EF4-FFF2-40B4-BE49-F238E27FC236}">
                <a16:creationId xmlns:a16="http://schemas.microsoft.com/office/drawing/2014/main" id="{FF900B68-C35B-35C3-3DAD-FB154B2B5574}"/>
              </a:ext>
            </a:extLst>
          </p:cNvPr>
          <p:cNvSpPr txBox="1"/>
          <p:nvPr/>
        </p:nvSpPr>
        <p:spPr>
          <a:xfrm>
            <a:off x="400991" y="13427965"/>
            <a:ext cx="303480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MOST POPULAR MONTH TO MOVE IN</a:t>
            </a:r>
          </a:p>
          <a:p>
            <a:pPr algn="ctr"/>
            <a:r>
              <a:rPr lang="en-GB" sz="105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AUGUST</a:t>
            </a:r>
          </a:p>
        </p:txBody>
      </p:sp>
      <p:sp>
        <p:nvSpPr>
          <p:cNvPr id="2263" name="Tekstfelt 2262">
            <a:extLst>
              <a:ext uri="{FF2B5EF4-FFF2-40B4-BE49-F238E27FC236}">
                <a16:creationId xmlns:a16="http://schemas.microsoft.com/office/drawing/2014/main" id="{A52BDF39-1FD2-42D0-FD8E-677AC1E72F0D}"/>
              </a:ext>
            </a:extLst>
          </p:cNvPr>
          <p:cNvSpPr txBox="1"/>
          <p:nvPr/>
        </p:nvSpPr>
        <p:spPr>
          <a:xfrm>
            <a:off x="4012912" y="13427965"/>
            <a:ext cx="3139604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MOST POPULAR MONTH TO MOVE OUT</a:t>
            </a:r>
          </a:p>
          <a:p>
            <a:pPr algn="ctr"/>
            <a:r>
              <a:rPr lang="en-GB" sz="105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JULY / OCTOBER</a:t>
            </a:r>
          </a:p>
        </p:txBody>
      </p:sp>
      <p:cxnSp>
        <p:nvCxnSpPr>
          <p:cNvPr id="2295" name="Lige forbindelse 2294">
            <a:extLst>
              <a:ext uri="{FF2B5EF4-FFF2-40B4-BE49-F238E27FC236}">
                <a16:creationId xmlns:a16="http://schemas.microsoft.com/office/drawing/2014/main" id="{E4BB9AAE-DC10-536E-3234-B83B3C9BAFD5}"/>
              </a:ext>
            </a:extLst>
          </p:cNvPr>
          <p:cNvCxnSpPr>
            <a:cxnSpLocks/>
          </p:cNvCxnSpPr>
          <p:nvPr/>
        </p:nvCxnSpPr>
        <p:spPr>
          <a:xfrm>
            <a:off x="563961" y="11293476"/>
            <a:ext cx="0" cy="1860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4" name="Lige forbindelse 2333">
            <a:extLst>
              <a:ext uri="{FF2B5EF4-FFF2-40B4-BE49-F238E27FC236}">
                <a16:creationId xmlns:a16="http://schemas.microsoft.com/office/drawing/2014/main" id="{48BDC7D6-6F34-86DB-F753-2C4E9A612665}"/>
              </a:ext>
            </a:extLst>
          </p:cNvPr>
          <p:cNvCxnSpPr>
            <a:cxnSpLocks/>
          </p:cNvCxnSpPr>
          <p:nvPr/>
        </p:nvCxnSpPr>
        <p:spPr>
          <a:xfrm rot="5400000" flipV="1">
            <a:off x="536961" y="12735646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5" name="Lige forbindelse 2334">
            <a:extLst>
              <a:ext uri="{FF2B5EF4-FFF2-40B4-BE49-F238E27FC236}">
                <a16:creationId xmlns:a16="http://schemas.microsoft.com/office/drawing/2014/main" id="{B918FBEA-320E-76A2-B583-876877392196}"/>
              </a:ext>
            </a:extLst>
          </p:cNvPr>
          <p:cNvCxnSpPr>
            <a:cxnSpLocks/>
          </p:cNvCxnSpPr>
          <p:nvPr/>
        </p:nvCxnSpPr>
        <p:spPr>
          <a:xfrm rot="5400000" flipV="1">
            <a:off x="536961" y="1159755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6" name="Lige forbindelse 2335">
            <a:extLst>
              <a:ext uri="{FF2B5EF4-FFF2-40B4-BE49-F238E27FC236}">
                <a16:creationId xmlns:a16="http://schemas.microsoft.com/office/drawing/2014/main" id="{6C0FDF37-F008-49C2-0C69-A4C1E0872AB2}"/>
              </a:ext>
            </a:extLst>
          </p:cNvPr>
          <p:cNvCxnSpPr>
            <a:cxnSpLocks/>
          </p:cNvCxnSpPr>
          <p:nvPr/>
        </p:nvCxnSpPr>
        <p:spPr>
          <a:xfrm rot="5400000" flipV="1">
            <a:off x="536961" y="11976919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7" name="Lige forbindelse 2336">
            <a:extLst>
              <a:ext uri="{FF2B5EF4-FFF2-40B4-BE49-F238E27FC236}">
                <a16:creationId xmlns:a16="http://schemas.microsoft.com/office/drawing/2014/main" id="{0718575E-D3C1-B25D-EA8A-1768B43FDD63}"/>
              </a:ext>
            </a:extLst>
          </p:cNvPr>
          <p:cNvCxnSpPr>
            <a:cxnSpLocks/>
          </p:cNvCxnSpPr>
          <p:nvPr/>
        </p:nvCxnSpPr>
        <p:spPr>
          <a:xfrm rot="5400000" flipV="1">
            <a:off x="536961" y="12356283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0" name="Tekstfelt 2339">
            <a:extLst>
              <a:ext uri="{FF2B5EF4-FFF2-40B4-BE49-F238E27FC236}">
                <a16:creationId xmlns:a16="http://schemas.microsoft.com/office/drawing/2014/main" id="{8F3F0247-A9A4-1B63-4C26-80AC20CF0ACB}"/>
              </a:ext>
            </a:extLst>
          </p:cNvPr>
          <p:cNvSpPr txBox="1"/>
          <p:nvPr/>
        </p:nvSpPr>
        <p:spPr>
          <a:xfrm>
            <a:off x="331126" y="12654401"/>
            <a:ext cx="240772" cy="21544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800" dirty="0">
                <a:latin typeface="Amasis MT Pro Medium" panose="02040604050005020304" pitchFamily="18" charset="0"/>
              </a:rPr>
              <a:t>5</a:t>
            </a:r>
          </a:p>
        </p:txBody>
      </p:sp>
      <p:sp>
        <p:nvSpPr>
          <p:cNvPr id="2341" name="Tekstfelt 2340">
            <a:extLst>
              <a:ext uri="{FF2B5EF4-FFF2-40B4-BE49-F238E27FC236}">
                <a16:creationId xmlns:a16="http://schemas.microsoft.com/office/drawing/2014/main" id="{78DAA179-B80C-2E86-774E-0715AB9D74F7}"/>
              </a:ext>
            </a:extLst>
          </p:cNvPr>
          <p:cNvSpPr txBox="1"/>
          <p:nvPr/>
        </p:nvSpPr>
        <p:spPr>
          <a:xfrm>
            <a:off x="331126" y="13034468"/>
            <a:ext cx="240772" cy="21544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800" dirty="0">
                <a:latin typeface="Amasis MT Pro Medium" panose="02040604050005020304" pitchFamily="18" charset="0"/>
              </a:rPr>
              <a:t>0</a:t>
            </a:r>
          </a:p>
        </p:txBody>
      </p:sp>
      <p:sp>
        <p:nvSpPr>
          <p:cNvPr id="2342" name="Tekstfelt 2341">
            <a:extLst>
              <a:ext uri="{FF2B5EF4-FFF2-40B4-BE49-F238E27FC236}">
                <a16:creationId xmlns:a16="http://schemas.microsoft.com/office/drawing/2014/main" id="{53EC2239-B18F-3205-5CA8-6D6C8441B0FE}"/>
              </a:ext>
            </a:extLst>
          </p:cNvPr>
          <p:cNvSpPr txBox="1"/>
          <p:nvPr/>
        </p:nvSpPr>
        <p:spPr>
          <a:xfrm>
            <a:off x="275022" y="12274334"/>
            <a:ext cx="296876" cy="21544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800" dirty="0">
                <a:latin typeface="Amasis MT Pro Medium" panose="02040604050005020304" pitchFamily="18" charset="0"/>
              </a:rPr>
              <a:t>10</a:t>
            </a:r>
          </a:p>
        </p:txBody>
      </p:sp>
      <p:sp>
        <p:nvSpPr>
          <p:cNvPr id="2343" name="Tekstfelt 2342">
            <a:extLst>
              <a:ext uri="{FF2B5EF4-FFF2-40B4-BE49-F238E27FC236}">
                <a16:creationId xmlns:a16="http://schemas.microsoft.com/office/drawing/2014/main" id="{F929B498-7F64-DC09-E747-5C39E63FA5A5}"/>
              </a:ext>
            </a:extLst>
          </p:cNvPr>
          <p:cNvSpPr txBox="1"/>
          <p:nvPr/>
        </p:nvSpPr>
        <p:spPr>
          <a:xfrm>
            <a:off x="275022" y="11894268"/>
            <a:ext cx="296876" cy="21544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800" dirty="0">
                <a:latin typeface="Amasis MT Pro Medium" panose="02040604050005020304" pitchFamily="18" charset="0"/>
              </a:rPr>
              <a:t>15</a:t>
            </a:r>
          </a:p>
        </p:txBody>
      </p:sp>
      <p:sp>
        <p:nvSpPr>
          <p:cNvPr id="2344" name="Tekstfelt 2343">
            <a:extLst>
              <a:ext uri="{FF2B5EF4-FFF2-40B4-BE49-F238E27FC236}">
                <a16:creationId xmlns:a16="http://schemas.microsoft.com/office/drawing/2014/main" id="{F072B122-7648-A765-7F15-401747F0DA08}"/>
              </a:ext>
            </a:extLst>
          </p:cNvPr>
          <p:cNvSpPr txBox="1"/>
          <p:nvPr/>
        </p:nvSpPr>
        <p:spPr>
          <a:xfrm>
            <a:off x="275022" y="11514202"/>
            <a:ext cx="296876" cy="21544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800" dirty="0">
                <a:latin typeface="Amasis MT Pro Medium" panose="02040604050005020304" pitchFamily="18" charset="0"/>
              </a:rPr>
              <a:t>20</a:t>
            </a:r>
          </a:p>
        </p:txBody>
      </p:sp>
      <p:sp>
        <p:nvSpPr>
          <p:cNvPr id="2345" name="Rektangel 2344">
            <a:extLst>
              <a:ext uri="{FF2B5EF4-FFF2-40B4-BE49-F238E27FC236}">
                <a16:creationId xmlns:a16="http://schemas.microsoft.com/office/drawing/2014/main" id="{5EF16140-8C7F-4314-5E7E-B4A216275834}"/>
              </a:ext>
            </a:extLst>
          </p:cNvPr>
          <p:cNvSpPr/>
          <p:nvPr/>
        </p:nvSpPr>
        <p:spPr>
          <a:xfrm>
            <a:off x="2049131" y="13008770"/>
            <a:ext cx="178594" cy="1452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47" name="Rektangel 2346">
            <a:extLst>
              <a:ext uri="{FF2B5EF4-FFF2-40B4-BE49-F238E27FC236}">
                <a16:creationId xmlns:a16="http://schemas.microsoft.com/office/drawing/2014/main" id="{A73EB335-D263-DB26-2804-9BE50D0514CA}"/>
              </a:ext>
            </a:extLst>
          </p:cNvPr>
          <p:cNvSpPr/>
          <p:nvPr/>
        </p:nvSpPr>
        <p:spPr>
          <a:xfrm>
            <a:off x="1599373" y="13084970"/>
            <a:ext cx="178594" cy="690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48" name="Rektangel 2347">
            <a:extLst>
              <a:ext uri="{FF2B5EF4-FFF2-40B4-BE49-F238E27FC236}">
                <a16:creationId xmlns:a16="http://schemas.microsoft.com/office/drawing/2014/main" id="{2C8892AE-90D9-95D9-BCC0-810A17D7CBAC}"/>
              </a:ext>
            </a:extLst>
          </p:cNvPr>
          <p:cNvSpPr/>
          <p:nvPr/>
        </p:nvSpPr>
        <p:spPr>
          <a:xfrm>
            <a:off x="1149615" y="12861132"/>
            <a:ext cx="178594" cy="2928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49" name="Rektangel 2348">
            <a:extLst>
              <a:ext uri="{FF2B5EF4-FFF2-40B4-BE49-F238E27FC236}">
                <a16:creationId xmlns:a16="http://schemas.microsoft.com/office/drawing/2014/main" id="{51D72C22-5858-B25D-433B-9277B8F91628}"/>
              </a:ext>
            </a:extLst>
          </p:cNvPr>
          <p:cNvSpPr/>
          <p:nvPr/>
        </p:nvSpPr>
        <p:spPr>
          <a:xfrm>
            <a:off x="699857" y="12861132"/>
            <a:ext cx="178594" cy="2928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0" name="Rektangel 2349">
            <a:extLst>
              <a:ext uri="{FF2B5EF4-FFF2-40B4-BE49-F238E27FC236}">
                <a16:creationId xmlns:a16="http://schemas.microsoft.com/office/drawing/2014/main" id="{136F137B-0F83-9A40-4EC1-CFDACA8E1372}"/>
              </a:ext>
            </a:extLst>
          </p:cNvPr>
          <p:cNvSpPr/>
          <p:nvPr/>
        </p:nvSpPr>
        <p:spPr>
          <a:xfrm>
            <a:off x="924736" y="13014326"/>
            <a:ext cx="178594" cy="1397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3" name="Rektangel 2352">
            <a:extLst>
              <a:ext uri="{FF2B5EF4-FFF2-40B4-BE49-F238E27FC236}">
                <a16:creationId xmlns:a16="http://schemas.microsoft.com/office/drawing/2014/main" id="{5D3ABEA0-4CF0-F268-BD71-4E1A2C550722}"/>
              </a:ext>
            </a:extLst>
          </p:cNvPr>
          <p:cNvSpPr/>
          <p:nvPr/>
        </p:nvSpPr>
        <p:spPr>
          <a:xfrm>
            <a:off x="2274010" y="11389520"/>
            <a:ext cx="178594" cy="176450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5" name="Rektangel 2354">
            <a:extLst>
              <a:ext uri="{FF2B5EF4-FFF2-40B4-BE49-F238E27FC236}">
                <a16:creationId xmlns:a16="http://schemas.microsoft.com/office/drawing/2014/main" id="{CF0AC6C8-EDA9-7E12-7A5C-82BBB91B0DAC}"/>
              </a:ext>
            </a:extLst>
          </p:cNvPr>
          <p:cNvSpPr/>
          <p:nvPr/>
        </p:nvSpPr>
        <p:spPr>
          <a:xfrm>
            <a:off x="2498889" y="12934951"/>
            <a:ext cx="178594" cy="2190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6" name="Rektangel 2355">
            <a:extLst>
              <a:ext uri="{FF2B5EF4-FFF2-40B4-BE49-F238E27FC236}">
                <a16:creationId xmlns:a16="http://schemas.microsoft.com/office/drawing/2014/main" id="{F6E51D3F-BD37-E912-1F02-86851257F7C5}"/>
              </a:ext>
            </a:extLst>
          </p:cNvPr>
          <p:cNvSpPr/>
          <p:nvPr/>
        </p:nvSpPr>
        <p:spPr>
          <a:xfrm>
            <a:off x="2723768" y="13087941"/>
            <a:ext cx="178594" cy="660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7" name="Rektangel 2356">
            <a:extLst>
              <a:ext uri="{FF2B5EF4-FFF2-40B4-BE49-F238E27FC236}">
                <a16:creationId xmlns:a16="http://schemas.microsoft.com/office/drawing/2014/main" id="{91DA0475-2787-182B-E860-830D90754214}"/>
              </a:ext>
            </a:extLst>
          </p:cNvPr>
          <p:cNvSpPr/>
          <p:nvPr/>
        </p:nvSpPr>
        <p:spPr>
          <a:xfrm>
            <a:off x="2948647" y="13082910"/>
            <a:ext cx="178594" cy="711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8" name="Rektangel 2357">
            <a:extLst>
              <a:ext uri="{FF2B5EF4-FFF2-40B4-BE49-F238E27FC236}">
                <a16:creationId xmlns:a16="http://schemas.microsoft.com/office/drawing/2014/main" id="{44B51222-16D4-2917-5ED6-61F7CF6F7605}"/>
              </a:ext>
            </a:extLst>
          </p:cNvPr>
          <p:cNvSpPr/>
          <p:nvPr/>
        </p:nvSpPr>
        <p:spPr>
          <a:xfrm>
            <a:off x="3173526" y="12927808"/>
            <a:ext cx="178594" cy="22621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00" name="Lige forbindelse 2299">
            <a:extLst>
              <a:ext uri="{FF2B5EF4-FFF2-40B4-BE49-F238E27FC236}">
                <a16:creationId xmlns:a16="http://schemas.microsoft.com/office/drawing/2014/main" id="{DFF8FCD4-727B-400E-68A3-DBE8BCA1F402}"/>
              </a:ext>
            </a:extLst>
          </p:cNvPr>
          <p:cNvCxnSpPr>
            <a:cxnSpLocks/>
          </p:cNvCxnSpPr>
          <p:nvPr/>
        </p:nvCxnSpPr>
        <p:spPr>
          <a:xfrm flipH="1">
            <a:off x="527050" y="13154026"/>
            <a:ext cx="29643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6" name="Lige forbindelse 2305">
            <a:extLst>
              <a:ext uri="{FF2B5EF4-FFF2-40B4-BE49-F238E27FC236}">
                <a16:creationId xmlns:a16="http://schemas.microsoft.com/office/drawing/2014/main" id="{444E4EDB-C09F-2D35-4E6C-53858DAF5E14}"/>
              </a:ext>
            </a:extLst>
          </p:cNvPr>
          <p:cNvCxnSpPr>
            <a:cxnSpLocks/>
          </p:cNvCxnSpPr>
          <p:nvPr/>
        </p:nvCxnSpPr>
        <p:spPr>
          <a:xfrm flipV="1">
            <a:off x="789498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8" name="Lige forbindelse 2307">
            <a:extLst>
              <a:ext uri="{FF2B5EF4-FFF2-40B4-BE49-F238E27FC236}">
                <a16:creationId xmlns:a16="http://schemas.microsoft.com/office/drawing/2014/main" id="{DB22792C-B8D8-FBED-8F78-193CAB091314}"/>
              </a:ext>
            </a:extLst>
          </p:cNvPr>
          <p:cNvCxnSpPr>
            <a:cxnSpLocks/>
          </p:cNvCxnSpPr>
          <p:nvPr/>
        </p:nvCxnSpPr>
        <p:spPr>
          <a:xfrm flipV="1">
            <a:off x="3262823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0" name="Lige forbindelse 2309">
            <a:extLst>
              <a:ext uri="{FF2B5EF4-FFF2-40B4-BE49-F238E27FC236}">
                <a16:creationId xmlns:a16="http://schemas.microsoft.com/office/drawing/2014/main" id="{85B954B6-9A2B-C31E-7C1D-776280B20259}"/>
              </a:ext>
            </a:extLst>
          </p:cNvPr>
          <p:cNvCxnSpPr>
            <a:cxnSpLocks/>
          </p:cNvCxnSpPr>
          <p:nvPr/>
        </p:nvCxnSpPr>
        <p:spPr>
          <a:xfrm flipV="1">
            <a:off x="1014346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3" name="Lige forbindelse 2312">
            <a:extLst>
              <a:ext uri="{FF2B5EF4-FFF2-40B4-BE49-F238E27FC236}">
                <a16:creationId xmlns:a16="http://schemas.microsoft.com/office/drawing/2014/main" id="{08C5F142-DBED-1518-3472-14C7F07BB36E}"/>
              </a:ext>
            </a:extLst>
          </p:cNvPr>
          <p:cNvCxnSpPr>
            <a:cxnSpLocks/>
          </p:cNvCxnSpPr>
          <p:nvPr/>
        </p:nvCxnSpPr>
        <p:spPr>
          <a:xfrm flipV="1">
            <a:off x="1239194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4" name="Lige forbindelse 2313">
            <a:extLst>
              <a:ext uri="{FF2B5EF4-FFF2-40B4-BE49-F238E27FC236}">
                <a16:creationId xmlns:a16="http://schemas.microsoft.com/office/drawing/2014/main" id="{B2CC3EC3-E510-8362-72CF-B2D5105CA773}"/>
              </a:ext>
            </a:extLst>
          </p:cNvPr>
          <p:cNvCxnSpPr>
            <a:cxnSpLocks/>
          </p:cNvCxnSpPr>
          <p:nvPr/>
        </p:nvCxnSpPr>
        <p:spPr>
          <a:xfrm flipV="1">
            <a:off x="1464042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5" name="Lige forbindelse 2314">
            <a:extLst>
              <a:ext uri="{FF2B5EF4-FFF2-40B4-BE49-F238E27FC236}">
                <a16:creationId xmlns:a16="http://schemas.microsoft.com/office/drawing/2014/main" id="{B5F648BC-9BE1-B96E-A92E-B8AFC23A8599}"/>
              </a:ext>
            </a:extLst>
          </p:cNvPr>
          <p:cNvCxnSpPr>
            <a:cxnSpLocks/>
          </p:cNvCxnSpPr>
          <p:nvPr/>
        </p:nvCxnSpPr>
        <p:spPr>
          <a:xfrm flipV="1">
            <a:off x="1688890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7" name="Lige forbindelse 2326">
            <a:extLst>
              <a:ext uri="{FF2B5EF4-FFF2-40B4-BE49-F238E27FC236}">
                <a16:creationId xmlns:a16="http://schemas.microsoft.com/office/drawing/2014/main" id="{4593BCFB-0863-A8DC-7D1A-98614BA661D8}"/>
              </a:ext>
            </a:extLst>
          </p:cNvPr>
          <p:cNvCxnSpPr>
            <a:cxnSpLocks/>
          </p:cNvCxnSpPr>
          <p:nvPr/>
        </p:nvCxnSpPr>
        <p:spPr>
          <a:xfrm flipV="1">
            <a:off x="1913738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8" name="Lige forbindelse 2327">
            <a:extLst>
              <a:ext uri="{FF2B5EF4-FFF2-40B4-BE49-F238E27FC236}">
                <a16:creationId xmlns:a16="http://schemas.microsoft.com/office/drawing/2014/main" id="{3C5A1016-AE60-65B3-0A9B-72D4313B3DA6}"/>
              </a:ext>
            </a:extLst>
          </p:cNvPr>
          <p:cNvCxnSpPr>
            <a:cxnSpLocks/>
          </p:cNvCxnSpPr>
          <p:nvPr/>
        </p:nvCxnSpPr>
        <p:spPr>
          <a:xfrm flipV="1">
            <a:off x="2138586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0" name="Lige forbindelse 2329">
            <a:extLst>
              <a:ext uri="{FF2B5EF4-FFF2-40B4-BE49-F238E27FC236}">
                <a16:creationId xmlns:a16="http://schemas.microsoft.com/office/drawing/2014/main" id="{DE6DF3CB-5B5D-740B-CA48-5563FCA720FC}"/>
              </a:ext>
            </a:extLst>
          </p:cNvPr>
          <p:cNvCxnSpPr>
            <a:cxnSpLocks/>
          </p:cNvCxnSpPr>
          <p:nvPr/>
        </p:nvCxnSpPr>
        <p:spPr>
          <a:xfrm flipV="1">
            <a:off x="2363434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1" name="Lige forbindelse 2330">
            <a:extLst>
              <a:ext uri="{FF2B5EF4-FFF2-40B4-BE49-F238E27FC236}">
                <a16:creationId xmlns:a16="http://schemas.microsoft.com/office/drawing/2014/main" id="{AC30F765-94AF-B714-EFD7-03599FD70B73}"/>
              </a:ext>
            </a:extLst>
          </p:cNvPr>
          <p:cNvCxnSpPr>
            <a:cxnSpLocks/>
          </p:cNvCxnSpPr>
          <p:nvPr/>
        </p:nvCxnSpPr>
        <p:spPr>
          <a:xfrm flipV="1">
            <a:off x="2588282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2" name="Lige forbindelse 2331">
            <a:extLst>
              <a:ext uri="{FF2B5EF4-FFF2-40B4-BE49-F238E27FC236}">
                <a16:creationId xmlns:a16="http://schemas.microsoft.com/office/drawing/2014/main" id="{73B69982-1406-D1A0-3AB2-AC5592E22C4F}"/>
              </a:ext>
            </a:extLst>
          </p:cNvPr>
          <p:cNvCxnSpPr>
            <a:cxnSpLocks/>
          </p:cNvCxnSpPr>
          <p:nvPr/>
        </p:nvCxnSpPr>
        <p:spPr>
          <a:xfrm flipV="1">
            <a:off x="2813130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3" name="Lige forbindelse 2332">
            <a:extLst>
              <a:ext uri="{FF2B5EF4-FFF2-40B4-BE49-F238E27FC236}">
                <a16:creationId xmlns:a16="http://schemas.microsoft.com/office/drawing/2014/main" id="{8664A10D-FECB-7234-CFA6-41C547C3AA5B}"/>
              </a:ext>
            </a:extLst>
          </p:cNvPr>
          <p:cNvCxnSpPr>
            <a:cxnSpLocks/>
          </p:cNvCxnSpPr>
          <p:nvPr/>
        </p:nvCxnSpPr>
        <p:spPr>
          <a:xfrm flipV="1">
            <a:off x="3037978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1" name="Tekstfelt 2360">
            <a:extLst>
              <a:ext uri="{FF2B5EF4-FFF2-40B4-BE49-F238E27FC236}">
                <a16:creationId xmlns:a16="http://schemas.microsoft.com/office/drawing/2014/main" id="{0D259B74-8B48-F9FF-0182-C4759865F30A}"/>
              </a:ext>
            </a:extLst>
          </p:cNvPr>
          <p:cNvSpPr txBox="1"/>
          <p:nvPr/>
        </p:nvSpPr>
        <p:spPr>
          <a:xfrm>
            <a:off x="964918" y="11944701"/>
            <a:ext cx="1006139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MOVE INS</a:t>
            </a:r>
          </a:p>
          <a:p>
            <a:pPr algn="ctr"/>
            <a:r>
              <a:rPr lang="en-GB" sz="105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23</a:t>
            </a:r>
          </a:p>
        </p:txBody>
      </p:sp>
      <p:cxnSp>
        <p:nvCxnSpPr>
          <p:cNvPr id="2362" name="Forbindelse: vinklet 2361">
            <a:extLst>
              <a:ext uri="{FF2B5EF4-FFF2-40B4-BE49-F238E27FC236}">
                <a16:creationId xmlns:a16="http://schemas.microsoft.com/office/drawing/2014/main" id="{21364801-789C-4862-CB89-EB8CFBA41A32}"/>
              </a:ext>
            </a:extLst>
          </p:cNvPr>
          <p:cNvCxnSpPr>
            <a:cxnSpLocks/>
            <a:stCxn id="2353" idx="0"/>
            <a:endCxn id="2361" idx="0"/>
          </p:cNvCxnSpPr>
          <p:nvPr/>
        </p:nvCxnSpPr>
        <p:spPr>
          <a:xfrm rot="16200000" flipH="1" flipV="1">
            <a:off x="1638057" y="11219450"/>
            <a:ext cx="555181" cy="895319"/>
          </a:xfrm>
          <a:prstGeom prst="bentConnector3">
            <a:avLst>
              <a:gd name="adj1" fmla="val -21732"/>
            </a:avLst>
          </a:prstGeom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4" name="Tekstfelt 1033">
            <a:extLst>
              <a:ext uri="{FF2B5EF4-FFF2-40B4-BE49-F238E27FC236}">
                <a16:creationId xmlns:a16="http://schemas.microsoft.com/office/drawing/2014/main" id="{E907BF1D-C324-E33B-1817-1024B734258F}"/>
              </a:ext>
            </a:extLst>
          </p:cNvPr>
          <p:cNvSpPr txBox="1"/>
          <p:nvPr/>
        </p:nvSpPr>
        <p:spPr>
          <a:xfrm>
            <a:off x="637341" y="13180248"/>
            <a:ext cx="309700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JAN</a:t>
            </a:r>
          </a:p>
        </p:txBody>
      </p:sp>
      <p:sp>
        <p:nvSpPr>
          <p:cNvPr id="1035" name="Tekstfelt 1034">
            <a:extLst>
              <a:ext uri="{FF2B5EF4-FFF2-40B4-BE49-F238E27FC236}">
                <a16:creationId xmlns:a16="http://schemas.microsoft.com/office/drawing/2014/main" id="{AD238825-26C1-7A45-D060-9839D4144F41}"/>
              </a:ext>
            </a:extLst>
          </p:cNvPr>
          <p:cNvSpPr txBox="1"/>
          <p:nvPr/>
        </p:nvSpPr>
        <p:spPr>
          <a:xfrm>
            <a:off x="1074602" y="13180248"/>
            <a:ext cx="330540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MAR</a:t>
            </a:r>
          </a:p>
        </p:txBody>
      </p:sp>
      <p:sp>
        <p:nvSpPr>
          <p:cNvPr id="1036" name="Tekstfelt 1035">
            <a:extLst>
              <a:ext uri="{FF2B5EF4-FFF2-40B4-BE49-F238E27FC236}">
                <a16:creationId xmlns:a16="http://schemas.microsoft.com/office/drawing/2014/main" id="{F5CFD63B-DB15-85CB-7045-41A858CD2588}"/>
              </a:ext>
            </a:extLst>
          </p:cNvPr>
          <p:cNvSpPr txBox="1"/>
          <p:nvPr/>
        </p:nvSpPr>
        <p:spPr>
          <a:xfrm>
            <a:off x="1540033" y="13180248"/>
            <a:ext cx="332142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MAY</a:t>
            </a:r>
          </a:p>
        </p:txBody>
      </p:sp>
      <p:sp>
        <p:nvSpPr>
          <p:cNvPr id="1038" name="Tekstfelt 1037">
            <a:extLst>
              <a:ext uri="{FF2B5EF4-FFF2-40B4-BE49-F238E27FC236}">
                <a16:creationId xmlns:a16="http://schemas.microsoft.com/office/drawing/2014/main" id="{6D010CFE-7BFC-76B5-3C20-3623BBAC24B1}"/>
              </a:ext>
            </a:extLst>
          </p:cNvPr>
          <p:cNvSpPr txBox="1"/>
          <p:nvPr/>
        </p:nvSpPr>
        <p:spPr>
          <a:xfrm>
            <a:off x="1781565" y="13180248"/>
            <a:ext cx="301686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JUL</a:t>
            </a:r>
          </a:p>
        </p:txBody>
      </p:sp>
      <p:sp>
        <p:nvSpPr>
          <p:cNvPr id="1039" name="Tekstfelt 1038">
            <a:extLst>
              <a:ext uri="{FF2B5EF4-FFF2-40B4-BE49-F238E27FC236}">
                <a16:creationId xmlns:a16="http://schemas.microsoft.com/office/drawing/2014/main" id="{414E6380-8F72-8A45-2CFE-B0326D3130DC}"/>
              </a:ext>
            </a:extLst>
          </p:cNvPr>
          <p:cNvSpPr txBox="1"/>
          <p:nvPr/>
        </p:nvSpPr>
        <p:spPr>
          <a:xfrm>
            <a:off x="2437234" y="13180248"/>
            <a:ext cx="300082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SEP</a:t>
            </a:r>
          </a:p>
        </p:txBody>
      </p:sp>
      <p:sp>
        <p:nvSpPr>
          <p:cNvPr id="1040" name="Tekstfelt 1039">
            <a:extLst>
              <a:ext uri="{FF2B5EF4-FFF2-40B4-BE49-F238E27FC236}">
                <a16:creationId xmlns:a16="http://schemas.microsoft.com/office/drawing/2014/main" id="{77E8AA2D-3118-F39E-9321-16A6A8CB8261}"/>
              </a:ext>
            </a:extLst>
          </p:cNvPr>
          <p:cNvSpPr txBox="1"/>
          <p:nvPr/>
        </p:nvSpPr>
        <p:spPr>
          <a:xfrm>
            <a:off x="2873009" y="13180248"/>
            <a:ext cx="327334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NOV</a:t>
            </a:r>
          </a:p>
        </p:txBody>
      </p:sp>
      <p:sp>
        <p:nvSpPr>
          <p:cNvPr id="1041" name="Tekstfelt 1040">
            <a:extLst>
              <a:ext uri="{FF2B5EF4-FFF2-40B4-BE49-F238E27FC236}">
                <a16:creationId xmlns:a16="http://schemas.microsoft.com/office/drawing/2014/main" id="{1871A6A4-D505-A1C6-10E2-1DC6B89B62F5}"/>
              </a:ext>
            </a:extLst>
          </p:cNvPr>
          <p:cNvSpPr txBox="1"/>
          <p:nvPr/>
        </p:nvSpPr>
        <p:spPr>
          <a:xfrm>
            <a:off x="861123" y="13180248"/>
            <a:ext cx="304892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FEB</a:t>
            </a:r>
          </a:p>
        </p:txBody>
      </p:sp>
      <p:sp>
        <p:nvSpPr>
          <p:cNvPr id="1042" name="Tekstfelt 1041">
            <a:extLst>
              <a:ext uri="{FF2B5EF4-FFF2-40B4-BE49-F238E27FC236}">
                <a16:creationId xmlns:a16="http://schemas.microsoft.com/office/drawing/2014/main" id="{50FDAF39-C22A-61F5-F360-D40F3758DB6D}"/>
              </a:ext>
            </a:extLst>
          </p:cNvPr>
          <p:cNvSpPr txBox="1"/>
          <p:nvPr/>
        </p:nvSpPr>
        <p:spPr>
          <a:xfrm>
            <a:off x="1316935" y="13180248"/>
            <a:ext cx="311303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APR</a:t>
            </a:r>
          </a:p>
        </p:txBody>
      </p:sp>
      <p:sp>
        <p:nvSpPr>
          <p:cNvPr id="1045" name="Tekstfelt 1044">
            <a:extLst>
              <a:ext uri="{FF2B5EF4-FFF2-40B4-BE49-F238E27FC236}">
                <a16:creationId xmlns:a16="http://schemas.microsoft.com/office/drawing/2014/main" id="{D06A6470-B2A1-443E-4DFD-CF2F3A48A44F}"/>
              </a:ext>
            </a:extLst>
          </p:cNvPr>
          <p:cNvSpPr txBox="1"/>
          <p:nvPr/>
        </p:nvSpPr>
        <p:spPr>
          <a:xfrm>
            <a:off x="1986228" y="13180248"/>
            <a:ext cx="312906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JUN</a:t>
            </a:r>
          </a:p>
        </p:txBody>
      </p:sp>
      <p:sp>
        <p:nvSpPr>
          <p:cNvPr id="1046" name="Tekstfelt 1045">
            <a:extLst>
              <a:ext uri="{FF2B5EF4-FFF2-40B4-BE49-F238E27FC236}">
                <a16:creationId xmlns:a16="http://schemas.microsoft.com/office/drawing/2014/main" id="{6087952C-AF83-B85A-F188-0544EFB4D243}"/>
              </a:ext>
            </a:extLst>
          </p:cNvPr>
          <p:cNvSpPr txBox="1"/>
          <p:nvPr/>
        </p:nvSpPr>
        <p:spPr>
          <a:xfrm>
            <a:off x="2208524" y="13180248"/>
            <a:ext cx="324128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AUG</a:t>
            </a:r>
          </a:p>
        </p:txBody>
      </p:sp>
      <p:sp>
        <p:nvSpPr>
          <p:cNvPr id="1047" name="Tekstfelt 1046">
            <a:extLst>
              <a:ext uri="{FF2B5EF4-FFF2-40B4-BE49-F238E27FC236}">
                <a16:creationId xmlns:a16="http://schemas.microsoft.com/office/drawing/2014/main" id="{CE86CCB7-BAD5-997E-A14D-22F8BD24DBF8}"/>
              </a:ext>
            </a:extLst>
          </p:cNvPr>
          <p:cNvSpPr txBox="1"/>
          <p:nvPr/>
        </p:nvSpPr>
        <p:spPr>
          <a:xfrm>
            <a:off x="2640293" y="13180248"/>
            <a:ext cx="320921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OCT</a:t>
            </a:r>
          </a:p>
        </p:txBody>
      </p:sp>
      <p:sp>
        <p:nvSpPr>
          <p:cNvPr id="1048" name="Tekstfelt 1047">
            <a:extLst>
              <a:ext uri="{FF2B5EF4-FFF2-40B4-BE49-F238E27FC236}">
                <a16:creationId xmlns:a16="http://schemas.microsoft.com/office/drawing/2014/main" id="{A9374147-9D98-031F-D500-570BD37AEFEC}"/>
              </a:ext>
            </a:extLst>
          </p:cNvPr>
          <p:cNvSpPr txBox="1"/>
          <p:nvPr/>
        </p:nvSpPr>
        <p:spPr>
          <a:xfrm>
            <a:off x="3105822" y="13180248"/>
            <a:ext cx="316112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DEC</a:t>
            </a:r>
          </a:p>
        </p:txBody>
      </p:sp>
      <p:cxnSp>
        <p:nvCxnSpPr>
          <p:cNvPr id="1050" name="Lige forbindelse 1049">
            <a:extLst>
              <a:ext uri="{FF2B5EF4-FFF2-40B4-BE49-F238E27FC236}">
                <a16:creationId xmlns:a16="http://schemas.microsoft.com/office/drawing/2014/main" id="{72C5DCD3-636E-DA4F-B89C-250677D2CB4D}"/>
              </a:ext>
            </a:extLst>
          </p:cNvPr>
          <p:cNvCxnSpPr>
            <a:cxnSpLocks/>
          </p:cNvCxnSpPr>
          <p:nvPr/>
        </p:nvCxnSpPr>
        <p:spPr>
          <a:xfrm>
            <a:off x="4229892" y="11293476"/>
            <a:ext cx="0" cy="1860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0" name="Lige forbindelse 2099">
            <a:extLst>
              <a:ext uri="{FF2B5EF4-FFF2-40B4-BE49-F238E27FC236}">
                <a16:creationId xmlns:a16="http://schemas.microsoft.com/office/drawing/2014/main" id="{3BD1620B-8BC8-DA30-37DA-AFC03F9C526F}"/>
              </a:ext>
            </a:extLst>
          </p:cNvPr>
          <p:cNvCxnSpPr>
            <a:cxnSpLocks/>
          </p:cNvCxnSpPr>
          <p:nvPr/>
        </p:nvCxnSpPr>
        <p:spPr>
          <a:xfrm flipH="1">
            <a:off x="4192981" y="13154026"/>
            <a:ext cx="29643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1" name="Lige forbindelse 2100">
            <a:extLst>
              <a:ext uri="{FF2B5EF4-FFF2-40B4-BE49-F238E27FC236}">
                <a16:creationId xmlns:a16="http://schemas.microsoft.com/office/drawing/2014/main" id="{6FDB20D8-E6FF-C5C8-D6C4-39CFCF34456B}"/>
              </a:ext>
            </a:extLst>
          </p:cNvPr>
          <p:cNvCxnSpPr>
            <a:cxnSpLocks/>
          </p:cNvCxnSpPr>
          <p:nvPr/>
        </p:nvCxnSpPr>
        <p:spPr>
          <a:xfrm flipV="1">
            <a:off x="4455429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2" name="Lige forbindelse 2101">
            <a:extLst>
              <a:ext uri="{FF2B5EF4-FFF2-40B4-BE49-F238E27FC236}">
                <a16:creationId xmlns:a16="http://schemas.microsoft.com/office/drawing/2014/main" id="{402CF8F2-9C61-33EE-C573-ED394387354A}"/>
              </a:ext>
            </a:extLst>
          </p:cNvPr>
          <p:cNvCxnSpPr>
            <a:cxnSpLocks/>
          </p:cNvCxnSpPr>
          <p:nvPr/>
        </p:nvCxnSpPr>
        <p:spPr>
          <a:xfrm flipV="1">
            <a:off x="6928754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3" name="Lige forbindelse 2102">
            <a:extLst>
              <a:ext uri="{FF2B5EF4-FFF2-40B4-BE49-F238E27FC236}">
                <a16:creationId xmlns:a16="http://schemas.microsoft.com/office/drawing/2014/main" id="{02EDCF1E-60E9-C83C-F293-9EC262E6E213}"/>
              </a:ext>
            </a:extLst>
          </p:cNvPr>
          <p:cNvCxnSpPr>
            <a:cxnSpLocks/>
          </p:cNvCxnSpPr>
          <p:nvPr/>
        </p:nvCxnSpPr>
        <p:spPr>
          <a:xfrm flipV="1">
            <a:off x="4680277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4" name="Lige forbindelse 2103">
            <a:extLst>
              <a:ext uri="{FF2B5EF4-FFF2-40B4-BE49-F238E27FC236}">
                <a16:creationId xmlns:a16="http://schemas.microsoft.com/office/drawing/2014/main" id="{9588EC3B-B82F-07EE-10AE-0F80229482CB}"/>
              </a:ext>
            </a:extLst>
          </p:cNvPr>
          <p:cNvCxnSpPr>
            <a:cxnSpLocks/>
          </p:cNvCxnSpPr>
          <p:nvPr/>
        </p:nvCxnSpPr>
        <p:spPr>
          <a:xfrm flipV="1">
            <a:off x="4905125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5" name="Lige forbindelse 2104">
            <a:extLst>
              <a:ext uri="{FF2B5EF4-FFF2-40B4-BE49-F238E27FC236}">
                <a16:creationId xmlns:a16="http://schemas.microsoft.com/office/drawing/2014/main" id="{6673EC55-C529-1AD1-F444-8822A7EB958B}"/>
              </a:ext>
            </a:extLst>
          </p:cNvPr>
          <p:cNvCxnSpPr>
            <a:cxnSpLocks/>
          </p:cNvCxnSpPr>
          <p:nvPr/>
        </p:nvCxnSpPr>
        <p:spPr>
          <a:xfrm flipV="1">
            <a:off x="5129973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6" name="Lige forbindelse 2105">
            <a:extLst>
              <a:ext uri="{FF2B5EF4-FFF2-40B4-BE49-F238E27FC236}">
                <a16:creationId xmlns:a16="http://schemas.microsoft.com/office/drawing/2014/main" id="{F2F6B2E7-27C0-AE9A-C1E7-766A792B9F96}"/>
              </a:ext>
            </a:extLst>
          </p:cNvPr>
          <p:cNvCxnSpPr>
            <a:cxnSpLocks/>
          </p:cNvCxnSpPr>
          <p:nvPr/>
        </p:nvCxnSpPr>
        <p:spPr>
          <a:xfrm flipV="1">
            <a:off x="5354821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7" name="Lige forbindelse 2106">
            <a:extLst>
              <a:ext uri="{FF2B5EF4-FFF2-40B4-BE49-F238E27FC236}">
                <a16:creationId xmlns:a16="http://schemas.microsoft.com/office/drawing/2014/main" id="{5DD18E76-654F-BCB6-B592-B732E264951B}"/>
              </a:ext>
            </a:extLst>
          </p:cNvPr>
          <p:cNvCxnSpPr>
            <a:cxnSpLocks/>
          </p:cNvCxnSpPr>
          <p:nvPr/>
        </p:nvCxnSpPr>
        <p:spPr>
          <a:xfrm flipV="1">
            <a:off x="5579669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8" name="Lige forbindelse 2107">
            <a:extLst>
              <a:ext uri="{FF2B5EF4-FFF2-40B4-BE49-F238E27FC236}">
                <a16:creationId xmlns:a16="http://schemas.microsoft.com/office/drawing/2014/main" id="{AB6FCCD1-A38B-E9D6-CB93-A0324786C2FC}"/>
              </a:ext>
            </a:extLst>
          </p:cNvPr>
          <p:cNvCxnSpPr>
            <a:cxnSpLocks/>
          </p:cNvCxnSpPr>
          <p:nvPr/>
        </p:nvCxnSpPr>
        <p:spPr>
          <a:xfrm flipV="1">
            <a:off x="5804517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9" name="Lige forbindelse 2108">
            <a:extLst>
              <a:ext uri="{FF2B5EF4-FFF2-40B4-BE49-F238E27FC236}">
                <a16:creationId xmlns:a16="http://schemas.microsoft.com/office/drawing/2014/main" id="{0C763696-09F3-3218-B581-C609135B7E4B}"/>
              </a:ext>
            </a:extLst>
          </p:cNvPr>
          <p:cNvCxnSpPr>
            <a:cxnSpLocks/>
          </p:cNvCxnSpPr>
          <p:nvPr/>
        </p:nvCxnSpPr>
        <p:spPr>
          <a:xfrm flipV="1">
            <a:off x="6029365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0" name="Lige forbindelse 2109">
            <a:extLst>
              <a:ext uri="{FF2B5EF4-FFF2-40B4-BE49-F238E27FC236}">
                <a16:creationId xmlns:a16="http://schemas.microsoft.com/office/drawing/2014/main" id="{45F65B8C-56DA-F23A-110B-05498DAB8C0D}"/>
              </a:ext>
            </a:extLst>
          </p:cNvPr>
          <p:cNvCxnSpPr>
            <a:cxnSpLocks/>
          </p:cNvCxnSpPr>
          <p:nvPr/>
        </p:nvCxnSpPr>
        <p:spPr>
          <a:xfrm flipV="1">
            <a:off x="6254213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1" name="Lige forbindelse 2110">
            <a:extLst>
              <a:ext uri="{FF2B5EF4-FFF2-40B4-BE49-F238E27FC236}">
                <a16:creationId xmlns:a16="http://schemas.microsoft.com/office/drawing/2014/main" id="{A83A59B7-0CD6-42A7-F22D-DF2435B50EDD}"/>
              </a:ext>
            </a:extLst>
          </p:cNvPr>
          <p:cNvCxnSpPr>
            <a:cxnSpLocks/>
          </p:cNvCxnSpPr>
          <p:nvPr/>
        </p:nvCxnSpPr>
        <p:spPr>
          <a:xfrm flipV="1">
            <a:off x="6479061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2" name="Lige forbindelse 2111">
            <a:extLst>
              <a:ext uri="{FF2B5EF4-FFF2-40B4-BE49-F238E27FC236}">
                <a16:creationId xmlns:a16="http://schemas.microsoft.com/office/drawing/2014/main" id="{7FB8B5CB-5324-11CC-3C91-1E1562596C05}"/>
              </a:ext>
            </a:extLst>
          </p:cNvPr>
          <p:cNvCxnSpPr>
            <a:cxnSpLocks/>
          </p:cNvCxnSpPr>
          <p:nvPr/>
        </p:nvCxnSpPr>
        <p:spPr>
          <a:xfrm flipV="1">
            <a:off x="6703909" y="13154025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3" name="Tekstfelt 2112">
            <a:extLst>
              <a:ext uri="{FF2B5EF4-FFF2-40B4-BE49-F238E27FC236}">
                <a16:creationId xmlns:a16="http://schemas.microsoft.com/office/drawing/2014/main" id="{0323F4AF-64AD-2347-C13E-23C93D25353B}"/>
              </a:ext>
            </a:extLst>
          </p:cNvPr>
          <p:cNvSpPr txBox="1"/>
          <p:nvPr/>
        </p:nvSpPr>
        <p:spPr>
          <a:xfrm>
            <a:off x="4475382" y="11942967"/>
            <a:ext cx="1006139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MOVE INS</a:t>
            </a:r>
          </a:p>
          <a:p>
            <a:pPr algn="ctr"/>
            <a:r>
              <a:rPr lang="en-GB" sz="1050" dirty="0">
                <a:solidFill>
                  <a:schemeClr val="accent2">
                    <a:lumMod val="50000"/>
                  </a:schemeClr>
                </a:solidFill>
                <a:latin typeface="Amasis MT Pro Medium" panose="02040604050005020304" pitchFamily="18" charset="0"/>
              </a:rPr>
              <a:t>11</a:t>
            </a:r>
          </a:p>
        </p:txBody>
      </p:sp>
      <p:cxnSp>
        <p:nvCxnSpPr>
          <p:cNvPr id="2114" name="Forbindelse: vinklet 2113">
            <a:extLst>
              <a:ext uri="{FF2B5EF4-FFF2-40B4-BE49-F238E27FC236}">
                <a16:creationId xmlns:a16="http://schemas.microsoft.com/office/drawing/2014/main" id="{7FCAC0D8-4A40-C920-4AC1-26C4663D944F}"/>
              </a:ext>
            </a:extLst>
          </p:cNvPr>
          <p:cNvCxnSpPr>
            <a:cxnSpLocks/>
            <a:stCxn id="2089" idx="0"/>
            <a:endCxn id="2113" idx="0"/>
          </p:cNvCxnSpPr>
          <p:nvPr/>
        </p:nvCxnSpPr>
        <p:spPr>
          <a:xfrm rot="16200000" flipV="1">
            <a:off x="5216883" y="11704536"/>
            <a:ext cx="349046" cy="825907"/>
          </a:xfrm>
          <a:prstGeom prst="bentConnector3">
            <a:avLst>
              <a:gd name="adj1" fmla="val 165493"/>
            </a:avLst>
          </a:prstGeom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5" name="Tekstfelt 2114">
            <a:extLst>
              <a:ext uri="{FF2B5EF4-FFF2-40B4-BE49-F238E27FC236}">
                <a16:creationId xmlns:a16="http://schemas.microsoft.com/office/drawing/2014/main" id="{5F863A27-649D-1084-AD51-F23DD8459868}"/>
              </a:ext>
            </a:extLst>
          </p:cNvPr>
          <p:cNvSpPr txBox="1"/>
          <p:nvPr/>
        </p:nvSpPr>
        <p:spPr>
          <a:xfrm>
            <a:off x="4303272" y="13180248"/>
            <a:ext cx="309700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JAN</a:t>
            </a:r>
          </a:p>
        </p:txBody>
      </p:sp>
      <p:sp>
        <p:nvSpPr>
          <p:cNvPr id="2116" name="Tekstfelt 2115">
            <a:extLst>
              <a:ext uri="{FF2B5EF4-FFF2-40B4-BE49-F238E27FC236}">
                <a16:creationId xmlns:a16="http://schemas.microsoft.com/office/drawing/2014/main" id="{3B45A9D5-69FD-36EC-3854-763F36041DAF}"/>
              </a:ext>
            </a:extLst>
          </p:cNvPr>
          <p:cNvSpPr txBox="1"/>
          <p:nvPr/>
        </p:nvSpPr>
        <p:spPr>
          <a:xfrm>
            <a:off x="4740533" y="13180248"/>
            <a:ext cx="330540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MAR</a:t>
            </a:r>
          </a:p>
        </p:txBody>
      </p:sp>
      <p:sp>
        <p:nvSpPr>
          <p:cNvPr id="2117" name="Tekstfelt 2116">
            <a:extLst>
              <a:ext uri="{FF2B5EF4-FFF2-40B4-BE49-F238E27FC236}">
                <a16:creationId xmlns:a16="http://schemas.microsoft.com/office/drawing/2014/main" id="{1800CEFA-CDDC-815A-693D-53C596924028}"/>
              </a:ext>
            </a:extLst>
          </p:cNvPr>
          <p:cNvSpPr txBox="1"/>
          <p:nvPr/>
        </p:nvSpPr>
        <p:spPr>
          <a:xfrm>
            <a:off x="5205964" y="13180248"/>
            <a:ext cx="332142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MAY</a:t>
            </a:r>
          </a:p>
        </p:txBody>
      </p:sp>
      <p:sp>
        <p:nvSpPr>
          <p:cNvPr id="2118" name="Tekstfelt 2117">
            <a:extLst>
              <a:ext uri="{FF2B5EF4-FFF2-40B4-BE49-F238E27FC236}">
                <a16:creationId xmlns:a16="http://schemas.microsoft.com/office/drawing/2014/main" id="{CE951177-6B8D-52F9-CE7F-AAB1414B82F6}"/>
              </a:ext>
            </a:extLst>
          </p:cNvPr>
          <p:cNvSpPr txBox="1"/>
          <p:nvPr/>
        </p:nvSpPr>
        <p:spPr>
          <a:xfrm>
            <a:off x="5447496" y="13180248"/>
            <a:ext cx="301686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JUL</a:t>
            </a:r>
          </a:p>
        </p:txBody>
      </p:sp>
      <p:sp>
        <p:nvSpPr>
          <p:cNvPr id="2119" name="Tekstfelt 2118">
            <a:extLst>
              <a:ext uri="{FF2B5EF4-FFF2-40B4-BE49-F238E27FC236}">
                <a16:creationId xmlns:a16="http://schemas.microsoft.com/office/drawing/2014/main" id="{6CB31814-0655-304F-C0EA-53F1A65AEE37}"/>
              </a:ext>
            </a:extLst>
          </p:cNvPr>
          <p:cNvSpPr txBox="1"/>
          <p:nvPr/>
        </p:nvSpPr>
        <p:spPr>
          <a:xfrm>
            <a:off x="6103165" y="13180248"/>
            <a:ext cx="300082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SEP</a:t>
            </a:r>
          </a:p>
        </p:txBody>
      </p:sp>
      <p:sp>
        <p:nvSpPr>
          <p:cNvPr id="2120" name="Tekstfelt 2119">
            <a:extLst>
              <a:ext uri="{FF2B5EF4-FFF2-40B4-BE49-F238E27FC236}">
                <a16:creationId xmlns:a16="http://schemas.microsoft.com/office/drawing/2014/main" id="{964B9A64-9D5B-9D40-3369-758B0A3569BF}"/>
              </a:ext>
            </a:extLst>
          </p:cNvPr>
          <p:cNvSpPr txBox="1"/>
          <p:nvPr/>
        </p:nvSpPr>
        <p:spPr>
          <a:xfrm>
            <a:off x="6538940" y="13180248"/>
            <a:ext cx="327334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NOV</a:t>
            </a:r>
          </a:p>
        </p:txBody>
      </p:sp>
      <p:sp>
        <p:nvSpPr>
          <p:cNvPr id="2121" name="Tekstfelt 2120">
            <a:extLst>
              <a:ext uri="{FF2B5EF4-FFF2-40B4-BE49-F238E27FC236}">
                <a16:creationId xmlns:a16="http://schemas.microsoft.com/office/drawing/2014/main" id="{076F61DC-B940-BC96-241B-539DE96EEEB5}"/>
              </a:ext>
            </a:extLst>
          </p:cNvPr>
          <p:cNvSpPr txBox="1"/>
          <p:nvPr/>
        </p:nvSpPr>
        <p:spPr>
          <a:xfrm>
            <a:off x="4527054" y="13180248"/>
            <a:ext cx="304892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FEB</a:t>
            </a:r>
          </a:p>
        </p:txBody>
      </p:sp>
      <p:sp>
        <p:nvSpPr>
          <p:cNvPr id="2122" name="Tekstfelt 2121">
            <a:extLst>
              <a:ext uri="{FF2B5EF4-FFF2-40B4-BE49-F238E27FC236}">
                <a16:creationId xmlns:a16="http://schemas.microsoft.com/office/drawing/2014/main" id="{5C2CCFEB-24D5-97C5-E46B-0A592EAE7A0F}"/>
              </a:ext>
            </a:extLst>
          </p:cNvPr>
          <p:cNvSpPr txBox="1"/>
          <p:nvPr/>
        </p:nvSpPr>
        <p:spPr>
          <a:xfrm>
            <a:off x="4982866" y="13180248"/>
            <a:ext cx="311303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APR</a:t>
            </a:r>
          </a:p>
        </p:txBody>
      </p:sp>
      <p:sp>
        <p:nvSpPr>
          <p:cNvPr id="2123" name="Tekstfelt 2122">
            <a:extLst>
              <a:ext uri="{FF2B5EF4-FFF2-40B4-BE49-F238E27FC236}">
                <a16:creationId xmlns:a16="http://schemas.microsoft.com/office/drawing/2014/main" id="{A9AEB2C2-FF6F-5238-4A84-7ECC22355F55}"/>
              </a:ext>
            </a:extLst>
          </p:cNvPr>
          <p:cNvSpPr txBox="1"/>
          <p:nvPr/>
        </p:nvSpPr>
        <p:spPr>
          <a:xfrm>
            <a:off x="5652159" y="13180248"/>
            <a:ext cx="312906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JUN</a:t>
            </a:r>
          </a:p>
        </p:txBody>
      </p:sp>
      <p:sp>
        <p:nvSpPr>
          <p:cNvPr id="2124" name="Tekstfelt 2123">
            <a:extLst>
              <a:ext uri="{FF2B5EF4-FFF2-40B4-BE49-F238E27FC236}">
                <a16:creationId xmlns:a16="http://schemas.microsoft.com/office/drawing/2014/main" id="{B6D60AE3-1031-F687-84A0-2FF00753CD90}"/>
              </a:ext>
            </a:extLst>
          </p:cNvPr>
          <p:cNvSpPr txBox="1"/>
          <p:nvPr/>
        </p:nvSpPr>
        <p:spPr>
          <a:xfrm>
            <a:off x="5874455" y="13180248"/>
            <a:ext cx="324128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AUG</a:t>
            </a:r>
          </a:p>
        </p:txBody>
      </p:sp>
      <p:sp>
        <p:nvSpPr>
          <p:cNvPr id="2125" name="Tekstfelt 2124">
            <a:extLst>
              <a:ext uri="{FF2B5EF4-FFF2-40B4-BE49-F238E27FC236}">
                <a16:creationId xmlns:a16="http://schemas.microsoft.com/office/drawing/2014/main" id="{0675280B-EEE1-F012-E1A7-D158232F1715}"/>
              </a:ext>
            </a:extLst>
          </p:cNvPr>
          <p:cNvSpPr txBox="1"/>
          <p:nvPr/>
        </p:nvSpPr>
        <p:spPr>
          <a:xfrm>
            <a:off x="6306224" y="13180248"/>
            <a:ext cx="320921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OCT</a:t>
            </a:r>
          </a:p>
        </p:txBody>
      </p:sp>
      <p:sp>
        <p:nvSpPr>
          <p:cNvPr id="2126" name="Tekstfelt 2125">
            <a:extLst>
              <a:ext uri="{FF2B5EF4-FFF2-40B4-BE49-F238E27FC236}">
                <a16:creationId xmlns:a16="http://schemas.microsoft.com/office/drawing/2014/main" id="{083CE524-69C5-BB24-A7F2-8D79F622FB14}"/>
              </a:ext>
            </a:extLst>
          </p:cNvPr>
          <p:cNvSpPr txBox="1"/>
          <p:nvPr/>
        </p:nvSpPr>
        <p:spPr>
          <a:xfrm>
            <a:off x="6771753" y="13180248"/>
            <a:ext cx="316112" cy="16927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500" dirty="0">
                <a:latin typeface="Amasis MT Pro Medium" panose="02040604050005020304" pitchFamily="18" charset="0"/>
              </a:rPr>
              <a:t>DEC</a:t>
            </a:r>
          </a:p>
        </p:txBody>
      </p:sp>
      <p:cxnSp>
        <p:nvCxnSpPr>
          <p:cNvPr id="2140" name="Forbindelse: vinklet 2139">
            <a:extLst>
              <a:ext uri="{FF2B5EF4-FFF2-40B4-BE49-F238E27FC236}">
                <a16:creationId xmlns:a16="http://schemas.microsoft.com/office/drawing/2014/main" id="{FE2FDF35-E171-4CFB-AA9D-F7378FFE26D8}"/>
              </a:ext>
            </a:extLst>
          </p:cNvPr>
          <p:cNvCxnSpPr>
            <a:cxnSpLocks/>
            <a:stCxn id="2097" idx="0"/>
          </p:cNvCxnSpPr>
          <p:nvPr/>
        </p:nvCxnSpPr>
        <p:spPr>
          <a:xfrm rot="16200000" flipV="1">
            <a:off x="5860039" y="11682581"/>
            <a:ext cx="581850" cy="656065"/>
          </a:xfrm>
          <a:prstGeom prst="bentConnector2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9" name="Lige forbindelse 2168">
            <a:extLst>
              <a:ext uri="{FF2B5EF4-FFF2-40B4-BE49-F238E27FC236}">
                <a16:creationId xmlns:a16="http://schemas.microsoft.com/office/drawing/2014/main" id="{62A9DC0A-BB8A-1920-54A8-F22B04462F09}"/>
              </a:ext>
            </a:extLst>
          </p:cNvPr>
          <p:cNvCxnSpPr>
            <a:cxnSpLocks/>
          </p:cNvCxnSpPr>
          <p:nvPr/>
        </p:nvCxnSpPr>
        <p:spPr>
          <a:xfrm rot="5400000" flipV="1">
            <a:off x="4204434" y="12735577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0" name="Lige forbindelse 2169">
            <a:extLst>
              <a:ext uri="{FF2B5EF4-FFF2-40B4-BE49-F238E27FC236}">
                <a16:creationId xmlns:a16="http://schemas.microsoft.com/office/drawing/2014/main" id="{EF845ADF-B4FE-AA4C-61C6-1A4E64C54959}"/>
              </a:ext>
            </a:extLst>
          </p:cNvPr>
          <p:cNvCxnSpPr>
            <a:cxnSpLocks/>
          </p:cNvCxnSpPr>
          <p:nvPr/>
        </p:nvCxnSpPr>
        <p:spPr>
          <a:xfrm rot="5400000" flipV="1">
            <a:off x="4204434" y="11597486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1" name="Lige forbindelse 2170">
            <a:extLst>
              <a:ext uri="{FF2B5EF4-FFF2-40B4-BE49-F238E27FC236}">
                <a16:creationId xmlns:a16="http://schemas.microsoft.com/office/drawing/2014/main" id="{3C778107-DE8F-4EC0-DC98-FAC52B902869}"/>
              </a:ext>
            </a:extLst>
          </p:cNvPr>
          <p:cNvCxnSpPr>
            <a:cxnSpLocks/>
          </p:cNvCxnSpPr>
          <p:nvPr/>
        </p:nvCxnSpPr>
        <p:spPr>
          <a:xfrm rot="5400000" flipV="1">
            <a:off x="4204434" y="11976850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2" name="Lige forbindelse 2171">
            <a:extLst>
              <a:ext uri="{FF2B5EF4-FFF2-40B4-BE49-F238E27FC236}">
                <a16:creationId xmlns:a16="http://schemas.microsoft.com/office/drawing/2014/main" id="{626C745F-58AD-15D2-734E-AF454FB13630}"/>
              </a:ext>
            </a:extLst>
          </p:cNvPr>
          <p:cNvCxnSpPr>
            <a:cxnSpLocks/>
          </p:cNvCxnSpPr>
          <p:nvPr/>
        </p:nvCxnSpPr>
        <p:spPr>
          <a:xfrm rot="5400000" flipV="1">
            <a:off x="4204434" y="12356214"/>
            <a:ext cx="0" cy="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3" name="Tekstfelt 2172">
            <a:extLst>
              <a:ext uri="{FF2B5EF4-FFF2-40B4-BE49-F238E27FC236}">
                <a16:creationId xmlns:a16="http://schemas.microsoft.com/office/drawing/2014/main" id="{03C281ED-1177-19FC-E183-21422F3DBA60}"/>
              </a:ext>
            </a:extLst>
          </p:cNvPr>
          <p:cNvSpPr txBox="1"/>
          <p:nvPr/>
        </p:nvSpPr>
        <p:spPr>
          <a:xfrm>
            <a:off x="3998599" y="12654332"/>
            <a:ext cx="240772" cy="21544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800" dirty="0">
                <a:latin typeface="Amasis MT Pro Medium" panose="02040604050005020304" pitchFamily="18" charset="0"/>
              </a:rPr>
              <a:t>5</a:t>
            </a:r>
          </a:p>
        </p:txBody>
      </p:sp>
      <p:sp>
        <p:nvSpPr>
          <p:cNvPr id="2175" name="Tekstfelt 2174">
            <a:extLst>
              <a:ext uri="{FF2B5EF4-FFF2-40B4-BE49-F238E27FC236}">
                <a16:creationId xmlns:a16="http://schemas.microsoft.com/office/drawing/2014/main" id="{EC98F643-BF66-FF9C-5322-CC51C0DCCC10}"/>
              </a:ext>
            </a:extLst>
          </p:cNvPr>
          <p:cNvSpPr txBox="1"/>
          <p:nvPr/>
        </p:nvSpPr>
        <p:spPr>
          <a:xfrm>
            <a:off x="3998599" y="13034399"/>
            <a:ext cx="240772" cy="21544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800" dirty="0">
                <a:latin typeface="Amasis MT Pro Medium" panose="02040604050005020304" pitchFamily="18" charset="0"/>
              </a:rPr>
              <a:t>0</a:t>
            </a:r>
          </a:p>
        </p:txBody>
      </p:sp>
      <p:sp>
        <p:nvSpPr>
          <p:cNvPr id="2176" name="Tekstfelt 2175">
            <a:extLst>
              <a:ext uri="{FF2B5EF4-FFF2-40B4-BE49-F238E27FC236}">
                <a16:creationId xmlns:a16="http://schemas.microsoft.com/office/drawing/2014/main" id="{8F7236F2-4388-9E4C-4825-1C7DF9E06E15}"/>
              </a:ext>
            </a:extLst>
          </p:cNvPr>
          <p:cNvSpPr txBox="1"/>
          <p:nvPr/>
        </p:nvSpPr>
        <p:spPr>
          <a:xfrm>
            <a:off x="3942495" y="12274265"/>
            <a:ext cx="296876" cy="21544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800" dirty="0">
                <a:latin typeface="Amasis MT Pro Medium" panose="02040604050005020304" pitchFamily="18" charset="0"/>
              </a:rPr>
              <a:t>10</a:t>
            </a:r>
          </a:p>
        </p:txBody>
      </p:sp>
      <p:sp>
        <p:nvSpPr>
          <p:cNvPr id="2177" name="Tekstfelt 2176">
            <a:extLst>
              <a:ext uri="{FF2B5EF4-FFF2-40B4-BE49-F238E27FC236}">
                <a16:creationId xmlns:a16="http://schemas.microsoft.com/office/drawing/2014/main" id="{1A40DA4C-9F47-1744-FB2D-78DDC3128742}"/>
              </a:ext>
            </a:extLst>
          </p:cNvPr>
          <p:cNvSpPr txBox="1"/>
          <p:nvPr/>
        </p:nvSpPr>
        <p:spPr>
          <a:xfrm>
            <a:off x="3942495" y="11894199"/>
            <a:ext cx="296876" cy="21544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800" dirty="0">
                <a:latin typeface="Amasis MT Pro Medium" panose="02040604050005020304" pitchFamily="18" charset="0"/>
              </a:rPr>
              <a:t>15</a:t>
            </a:r>
          </a:p>
        </p:txBody>
      </p:sp>
      <p:sp>
        <p:nvSpPr>
          <p:cNvPr id="2178" name="Tekstfelt 2177">
            <a:extLst>
              <a:ext uri="{FF2B5EF4-FFF2-40B4-BE49-F238E27FC236}">
                <a16:creationId xmlns:a16="http://schemas.microsoft.com/office/drawing/2014/main" id="{BFFC874C-7F14-7CB9-A45B-D07D53BA1052}"/>
              </a:ext>
            </a:extLst>
          </p:cNvPr>
          <p:cNvSpPr txBox="1"/>
          <p:nvPr/>
        </p:nvSpPr>
        <p:spPr>
          <a:xfrm>
            <a:off x="3942495" y="11514133"/>
            <a:ext cx="296876" cy="21544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GB" sz="800" dirty="0">
                <a:latin typeface="Amasis MT Pro Medium" panose="02040604050005020304" pitchFamily="18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281359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294</TotalTime>
  <Words>153</Words>
  <Application>Microsoft Office PowerPoint</Application>
  <PresentationFormat>Brugerdefineret</PresentationFormat>
  <Paragraphs>88</Paragraphs>
  <Slides>1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7" baseType="lpstr">
      <vt:lpstr>Amasis MT Pro</vt:lpstr>
      <vt:lpstr>Amasis MT Pro Medium</vt:lpstr>
      <vt:lpstr>Aptos</vt:lpstr>
      <vt:lpstr>Aptos Display</vt:lpstr>
      <vt:lpstr>Arial</vt:lpstr>
      <vt:lpstr>Office-tema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Kasper Fuglsang Jordt</dc:creator>
  <cp:lastModifiedBy>Kasper Fuglsang Jordt</cp:lastModifiedBy>
  <cp:revision>7</cp:revision>
  <dcterms:created xsi:type="dcterms:W3CDTF">2025-10-22T20:20:37Z</dcterms:created>
  <dcterms:modified xsi:type="dcterms:W3CDTF">2025-11-01T14:25:40Z</dcterms:modified>
</cp:coreProperties>
</file>