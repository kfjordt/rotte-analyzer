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</p:sldIdLst>
  <p:sldSz cx="7559675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5837"/>
    <a:srgbClr val="A8772E"/>
    <a:srgbClr val="574033"/>
    <a:srgbClr val="885544"/>
    <a:srgbClr val="AD654D"/>
    <a:srgbClr val="F2E9DE"/>
    <a:srgbClr val="89482E"/>
    <a:srgbClr val="D6875E"/>
    <a:srgbClr val="995D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>
        <p:scale>
          <a:sx n="125" d="100"/>
          <a:sy n="125" d="100"/>
        </p:scale>
        <p:origin x="357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67462"/>
            <a:ext cx="6425724" cy="3759917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72376"/>
            <a:ext cx="5669756" cy="2607442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9950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814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92444"/>
            <a:ext cx="6520220" cy="4492401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227345"/>
            <a:ext cx="6520220" cy="2362447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5521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74937"/>
            <a:ext cx="3212862" cy="685235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74937"/>
            <a:ext cx="3212862" cy="685235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4992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74990"/>
            <a:ext cx="6520220" cy="2087455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47443"/>
            <a:ext cx="3198096" cy="1297471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44914"/>
            <a:ext cx="3198096" cy="5802373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47443"/>
            <a:ext cx="3213847" cy="1297471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44914"/>
            <a:ext cx="3213847" cy="5802373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529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8951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85420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9984"/>
            <a:ext cx="2438192" cy="2519945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54968"/>
            <a:ext cx="3827085" cy="7674832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39929"/>
            <a:ext cx="2438192" cy="6002369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773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9984"/>
            <a:ext cx="2438192" cy="2519945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54968"/>
            <a:ext cx="3827085" cy="7674832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39929"/>
            <a:ext cx="2438192" cy="6002369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7164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8570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74987"/>
            <a:ext cx="1630055" cy="9152300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74987"/>
            <a:ext cx="4795669" cy="9152300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2731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74990"/>
            <a:ext cx="6520220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74937"/>
            <a:ext cx="6520220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10009783"/>
            <a:ext cx="170092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9D824B-A6D6-4B80-9712-3EA9580464B9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10009783"/>
            <a:ext cx="255139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10009783"/>
            <a:ext cx="170092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0697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5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0C603-E2BB-872E-068C-9A6EFA54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Kombinationstegning: figur 4">
            <a:extLst>
              <a:ext uri="{FF2B5EF4-FFF2-40B4-BE49-F238E27FC236}">
                <a16:creationId xmlns:a16="http://schemas.microsoft.com/office/drawing/2014/main" id="{3EFC1DF4-81E6-7339-891F-5F1093741AF9}"/>
              </a:ext>
            </a:extLst>
          </p:cNvPr>
          <p:cNvSpPr/>
          <p:nvPr/>
        </p:nvSpPr>
        <p:spPr>
          <a:xfrm>
            <a:off x="1134268" y="151105"/>
            <a:ext cx="5291137" cy="464971"/>
          </a:xfrm>
          <a:custGeom>
            <a:avLst/>
            <a:gdLst>
              <a:gd name="connsiteX0" fmla="*/ 6223000 w 6223000"/>
              <a:gd name="connsiteY0" fmla="*/ 1041400 h 1041400"/>
              <a:gd name="connsiteX1" fmla="*/ 5651500 w 6223000"/>
              <a:gd name="connsiteY1" fmla="*/ 1041400 h 1041400"/>
              <a:gd name="connsiteX2" fmla="*/ 5416549 w 6223000"/>
              <a:gd name="connsiteY2" fmla="*/ 1041400 h 1041400"/>
              <a:gd name="connsiteX3" fmla="*/ 806451 w 6223000"/>
              <a:gd name="connsiteY3" fmla="*/ 1041400 h 1041400"/>
              <a:gd name="connsiteX4" fmla="*/ 571500 w 6223000"/>
              <a:gd name="connsiteY4" fmla="*/ 1041400 h 1041400"/>
              <a:gd name="connsiteX5" fmla="*/ 0 w 6223000"/>
              <a:gd name="connsiteY5" fmla="*/ 1041400 h 1041400"/>
              <a:gd name="connsiteX6" fmla="*/ 336549 w 6223000"/>
              <a:gd name="connsiteY6" fmla="*/ 520700 h 1041400"/>
              <a:gd name="connsiteX7" fmla="*/ 0 w 6223000"/>
              <a:gd name="connsiteY7" fmla="*/ 0 h 1041400"/>
              <a:gd name="connsiteX8" fmla="*/ 571500 w 6223000"/>
              <a:gd name="connsiteY8" fmla="*/ 0 h 1041400"/>
              <a:gd name="connsiteX9" fmla="*/ 806451 w 6223000"/>
              <a:gd name="connsiteY9" fmla="*/ 0 h 1041400"/>
              <a:gd name="connsiteX10" fmla="*/ 5416549 w 6223000"/>
              <a:gd name="connsiteY10" fmla="*/ 0 h 1041400"/>
              <a:gd name="connsiteX11" fmla="*/ 5651500 w 6223000"/>
              <a:gd name="connsiteY11" fmla="*/ 0 h 1041400"/>
              <a:gd name="connsiteX12" fmla="*/ 6223000 w 6223000"/>
              <a:gd name="connsiteY12" fmla="*/ 0 h 1041400"/>
              <a:gd name="connsiteX13" fmla="*/ 5886451 w 6223000"/>
              <a:gd name="connsiteY13" fmla="*/ 520700 h 1041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223000" h="1041400">
                <a:moveTo>
                  <a:pt x="6223000" y="1041400"/>
                </a:moveTo>
                <a:lnTo>
                  <a:pt x="5651500" y="1041400"/>
                </a:lnTo>
                <a:lnTo>
                  <a:pt x="5416549" y="1041400"/>
                </a:lnTo>
                <a:lnTo>
                  <a:pt x="806451" y="1041400"/>
                </a:lnTo>
                <a:lnTo>
                  <a:pt x="571500" y="1041400"/>
                </a:lnTo>
                <a:lnTo>
                  <a:pt x="0" y="1041400"/>
                </a:lnTo>
                <a:lnTo>
                  <a:pt x="336549" y="520700"/>
                </a:lnTo>
                <a:lnTo>
                  <a:pt x="0" y="0"/>
                </a:lnTo>
                <a:lnTo>
                  <a:pt x="571500" y="0"/>
                </a:lnTo>
                <a:lnTo>
                  <a:pt x="806451" y="0"/>
                </a:lnTo>
                <a:lnTo>
                  <a:pt x="5416549" y="0"/>
                </a:lnTo>
                <a:lnTo>
                  <a:pt x="5651500" y="0"/>
                </a:lnTo>
                <a:lnTo>
                  <a:pt x="6223000" y="0"/>
                </a:lnTo>
                <a:lnTo>
                  <a:pt x="5886451" y="520700"/>
                </a:lnTo>
                <a:close/>
              </a:path>
            </a:pathLst>
          </a:cu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Amasis MT Pro Medium" panose="02040604050005020304" pitchFamily="18" charset="0"/>
              </a:rPr>
              <a:t>ROTTEHULLET BY THE NUMBERS</a:t>
            </a:r>
          </a:p>
        </p:txBody>
      </p:sp>
      <p:sp>
        <p:nvSpPr>
          <p:cNvPr id="17" name="Rektangel 16">
            <a:extLst>
              <a:ext uri="{FF2B5EF4-FFF2-40B4-BE49-F238E27FC236}">
                <a16:creationId xmlns:a16="http://schemas.microsoft.com/office/drawing/2014/main" id="{DDD3D681-7946-CA29-0974-C4370BDE1ED9}"/>
              </a:ext>
            </a:extLst>
          </p:cNvPr>
          <p:cNvSpPr/>
          <p:nvPr/>
        </p:nvSpPr>
        <p:spPr>
          <a:xfrm>
            <a:off x="5135958" y="5124637"/>
            <a:ext cx="1933575" cy="1009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Længste</a:t>
            </a:r>
            <a:r>
              <a:rPr lang="en-GB" dirty="0"/>
              <a:t> </a:t>
            </a:r>
            <a:r>
              <a:rPr lang="en-GB" dirty="0" err="1"/>
              <a:t>beboelsestid</a:t>
            </a:r>
            <a:endParaRPr lang="en-GB" dirty="0"/>
          </a:p>
        </p:txBody>
      </p:sp>
      <p:sp>
        <p:nvSpPr>
          <p:cNvPr id="19" name="Rektangel 18">
            <a:extLst>
              <a:ext uri="{FF2B5EF4-FFF2-40B4-BE49-F238E27FC236}">
                <a16:creationId xmlns:a16="http://schemas.microsoft.com/office/drawing/2014/main" id="{2C873068-02D1-00A2-318E-FF46838EBB0A}"/>
              </a:ext>
            </a:extLst>
          </p:cNvPr>
          <p:cNvSpPr/>
          <p:nvPr/>
        </p:nvSpPr>
        <p:spPr>
          <a:xfrm>
            <a:off x="5193108" y="6321988"/>
            <a:ext cx="1933575" cy="1009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Gennemsnits</a:t>
            </a:r>
            <a:r>
              <a:rPr lang="en-GB" dirty="0"/>
              <a:t> </a:t>
            </a:r>
            <a:r>
              <a:rPr lang="en-GB" dirty="0" err="1"/>
              <a:t>beboelsestid</a:t>
            </a:r>
            <a:endParaRPr lang="en-GB" dirty="0"/>
          </a:p>
        </p:txBody>
      </p:sp>
      <p:sp>
        <p:nvSpPr>
          <p:cNvPr id="21" name="Rektangel 20">
            <a:extLst>
              <a:ext uri="{FF2B5EF4-FFF2-40B4-BE49-F238E27FC236}">
                <a16:creationId xmlns:a16="http://schemas.microsoft.com/office/drawing/2014/main" id="{65AB5181-92F9-0A78-2768-0CCE63FB4905}"/>
              </a:ext>
            </a:extLst>
          </p:cNvPr>
          <p:cNvSpPr/>
          <p:nvPr/>
        </p:nvSpPr>
        <p:spPr>
          <a:xfrm>
            <a:off x="6650433" y="6283888"/>
            <a:ext cx="1933575" cy="1009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Median </a:t>
            </a:r>
            <a:r>
              <a:rPr lang="en-GB" dirty="0" err="1"/>
              <a:t>beboelsestid</a:t>
            </a:r>
            <a:endParaRPr lang="en-GB" dirty="0"/>
          </a:p>
        </p:txBody>
      </p:sp>
      <p:sp>
        <p:nvSpPr>
          <p:cNvPr id="22" name="Rektangel 21">
            <a:extLst>
              <a:ext uri="{FF2B5EF4-FFF2-40B4-BE49-F238E27FC236}">
                <a16:creationId xmlns:a16="http://schemas.microsoft.com/office/drawing/2014/main" id="{C094F0C6-4651-7912-3A3D-1C61E2CD6E02}"/>
              </a:ext>
            </a:extLst>
          </p:cNvPr>
          <p:cNvSpPr/>
          <p:nvPr/>
        </p:nvSpPr>
        <p:spPr>
          <a:xfrm>
            <a:off x="280987" y="6045201"/>
            <a:ext cx="4792662" cy="37167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Graf</a:t>
            </a:r>
          </a:p>
        </p:txBody>
      </p:sp>
      <p:sp>
        <p:nvSpPr>
          <p:cNvPr id="23" name="Rektangel 22">
            <a:extLst>
              <a:ext uri="{FF2B5EF4-FFF2-40B4-BE49-F238E27FC236}">
                <a16:creationId xmlns:a16="http://schemas.microsoft.com/office/drawing/2014/main" id="{73AF8D5C-F467-8603-269E-421921768BAA}"/>
              </a:ext>
            </a:extLst>
          </p:cNvPr>
          <p:cNvSpPr/>
          <p:nvPr/>
        </p:nvSpPr>
        <p:spPr>
          <a:xfrm>
            <a:off x="5152949" y="6803274"/>
            <a:ext cx="1555749" cy="6310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Længste</a:t>
            </a:r>
            <a:r>
              <a:rPr lang="en-GB" dirty="0"/>
              <a:t> </a:t>
            </a:r>
            <a:r>
              <a:rPr lang="en-GB" dirty="0" err="1"/>
              <a:t>sti</a:t>
            </a:r>
            <a:endParaRPr lang="en-GB" dirty="0"/>
          </a:p>
        </p:txBody>
      </p:sp>
      <p:sp>
        <p:nvSpPr>
          <p:cNvPr id="24" name="Rektangel 23">
            <a:extLst>
              <a:ext uri="{FF2B5EF4-FFF2-40B4-BE49-F238E27FC236}">
                <a16:creationId xmlns:a16="http://schemas.microsoft.com/office/drawing/2014/main" id="{759EFF2A-49D0-93E1-58C5-A786D8C0E716}"/>
              </a:ext>
            </a:extLst>
          </p:cNvPr>
          <p:cNvSpPr/>
          <p:nvPr/>
        </p:nvSpPr>
        <p:spPr>
          <a:xfrm>
            <a:off x="5516562" y="8390774"/>
            <a:ext cx="1555749" cy="6310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Gennemsnits</a:t>
            </a:r>
            <a:r>
              <a:rPr lang="en-GB" dirty="0"/>
              <a:t> </a:t>
            </a:r>
            <a:r>
              <a:rPr lang="en-GB" dirty="0" err="1"/>
              <a:t>sti</a:t>
            </a:r>
            <a:endParaRPr lang="en-GB" dirty="0"/>
          </a:p>
        </p:txBody>
      </p:sp>
      <p:sp>
        <p:nvSpPr>
          <p:cNvPr id="25" name="Rektangel 24">
            <a:extLst>
              <a:ext uri="{FF2B5EF4-FFF2-40B4-BE49-F238E27FC236}">
                <a16:creationId xmlns:a16="http://schemas.microsoft.com/office/drawing/2014/main" id="{8C2E7134-97E0-C05E-515E-4FF7B24F1B83}"/>
              </a:ext>
            </a:extLst>
          </p:cNvPr>
          <p:cNvSpPr/>
          <p:nvPr/>
        </p:nvSpPr>
        <p:spPr>
          <a:xfrm>
            <a:off x="1490662" y="10629900"/>
            <a:ext cx="4906963" cy="110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Box plot</a:t>
            </a:r>
          </a:p>
        </p:txBody>
      </p:sp>
      <p:grpSp>
        <p:nvGrpSpPr>
          <p:cNvPr id="55" name="Gruppe 54">
            <a:extLst>
              <a:ext uri="{FF2B5EF4-FFF2-40B4-BE49-F238E27FC236}">
                <a16:creationId xmlns:a16="http://schemas.microsoft.com/office/drawing/2014/main" id="{09053E0C-42F3-0E1E-92A5-9A5E30059454}"/>
              </a:ext>
            </a:extLst>
          </p:cNvPr>
          <p:cNvGrpSpPr/>
          <p:nvPr/>
        </p:nvGrpSpPr>
        <p:grpSpPr>
          <a:xfrm>
            <a:off x="364139" y="677777"/>
            <a:ext cx="6831394" cy="252000"/>
            <a:chOff x="111917" y="749432"/>
            <a:chExt cx="6831394" cy="252000"/>
          </a:xfrm>
        </p:grpSpPr>
        <p:pic>
          <p:nvPicPr>
            <p:cNvPr id="31" name="Grafik 30" descr="Rotte med massiv udfyldning">
              <a:extLst>
                <a:ext uri="{FF2B5EF4-FFF2-40B4-BE49-F238E27FC236}">
                  <a16:creationId xmlns:a16="http://schemas.microsoft.com/office/drawing/2014/main" id="{280F50A1-CE3A-BBC8-BFA3-D92145812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1917" y="749432"/>
              <a:ext cx="252000" cy="252000"/>
            </a:xfrm>
            <a:prstGeom prst="rect">
              <a:avLst/>
            </a:prstGeom>
          </p:spPr>
        </p:pic>
        <p:pic>
          <p:nvPicPr>
            <p:cNvPr id="32" name="Grafik 31" descr="Rotte med massiv udfyldning">
              <a:extLst>
                <a:ext uri="{FF2B5EF4-FFF2-40B4-BE49-F238E27FC236}">
                  <a16:creationId xmlns:a16="http://schemas.microsoft.com/office/drawing/2014/main" id="{3DD604C8-1CCE-054C-E32E-E7EA3E04C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7978" y="749432"/>
              <a:ext cx="252000" cy="252000"/>
            </a:xfrm>
            <a:prstGeom prst="rect">
              <a:avLst/>
            </a:prstGeom>
          </p:spPr>
        </p:pic>
        <p:pic>
          <p:nvPicPr>
            <p:cNvPr id="33" name="Grafik 32" descr="Rotte med massiv udfyldning">
              <a:extLst>
                <a:ext uri="{FF2B5EF4-FFF2-40B4-BE49-F238E27FC236}">
                  <a16:creationId xmlns:a16="http://schemas.microsoft.com/office/drawing/2014/main" id="{528695D8-716F-D26A-B270-9515BC9CF1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4039" y="749432"/>
              <a:ext cx="252000" cy="252000"/>
            </a:xfrm>
            <a:prstGeom prst="rect">
              <a:avLst/>
            </a:prstGeom>
          </p:spPr>
        </p:pic>
        <p:pic>
          <p:nvPicPr>
            <p:cNvPr id="34" name="Grafik 33" descr="Rotte med massiv udfyldning">
              <a:extLst>
                <a:ext uri="{FF2B5EF4-FFF2-40B4-BE49-F238E27FC236}">
                  <a16:creationId xmlns:a16="http://schemas.microsoft.com/office/drawing/2014/main" id="{9FF141DE-E3E2-9336-F389-F7491A33C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70100" y="749432"/>
              <a:ext cx="252000" cy="252000"/>
            </a:xfrm>
            <a:prstGeom prst="rect">
              <a:avLst/>
            </a:prstGeom>
          </p:spPr>
        </p:pic>
        <p:pic>
          <p:nvPicPr>
            <p:cNvPr id="35" name="Grafik 34" descr="Rotte med massiv udfyldning">
              <a:extLst>
                <a:ext uri="{FF2B5EF4-FFF2-40B4-BE49-F238E27FC236}">
                  <a16:creationId xmlns:a16="http://schemas.microsoft.com/office/drawing/2014/main" id="{1431EBA0-BCA7-3523-322B-875FE5A976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56161" y="749432"/>
              <a:ext cx="252000" cy="252000"/>
            </a:xfrm>
            <a:prstGeom prst="rect">
              <a:avLst/>
            </a:prstGeom>
          </p:spPr>
        </p:pic>
        <p:pic>
          <p:nvPicPr>
            <p:cNvPr id="36" name="Grafik 35" descr="Rotte med massiv udfyldning">
              <a:extLst>
                <a:ext uri="{FF2B5EF4-FFF2-40B4-BE49-F238E27FC236}">
                  <a16:creationId xmlns:a16="http://schemas.microsoft.com/office/drawing/2014/main" id="{FDDEB874-C9D2-BB65-1147-724235337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542222" y="749432"/>
              <a:ext cx="252000" cy="252000"/>
            </a:xfrm>
            <a:prstGeom prst="rect">
              <a:avLst/>
            </a:prstGeom>
          </p:spPr>
        </p:pic>
        <p:pic>
          <p:nvPicPr>
            <p:cNvPr id="37" name="Grafik 36" descr="Rotte med massiv udfyldning">
              <a:extLst>
                <a:ext uri="{FF2B5EF4-FFF2-40B4-BE49-F238E27FC236}">
                  <a16:creationId xmlns:a16="http://schemas.microsoft.com/office/drawing/2014/main" id="{4175B85A-2680-BA5C-7F7B-471DCA75287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828283" y="749432"/>
              <a:ext cx="252000" cy="252000"/>
            </a:xfrm>
            <a:prstGeom prst="rect">
              <a:avLst/>
            </a:prstGeom>
          </p:spPr>
        </p:pic>
        <p:pic>
          <p:nvPicPr>
            <p:cNvPr id="38" name="Grafik 37" descr="Rotte med massiv udfyldning">
              <a:extLst>
                <a:ext uri="{FF2B5EF4-FFF2-40B4-BE49-F238E27FC236}">
                  <a16:creationId xmlns:a16="http://schemas.microsoft.com/office/drawing/2014/main" id="{8D2E40E0-74BC-736D-3E0C-5BDD54713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14344" y="749432"/>
              <a:ext cx="252000" cy="252000"/>
            </a:xfrm>
            <a:prstGeom prst="rect">
              <a:avLst/>
            </a:prstGeom>
          </p:spPr>
        </p:pic>
        <p:pic>
          <p:nvPicPr>
            <p:cNvPr id="39" name="Grafik 38" descr="Rotte med massiv udfyldning">
              <a:extLst>
                <a:ext uri="{FF2B5EF4-FFF2-40B4-BE49-F238E27FC236}">
                  <a16:creationId xmlns:a16="http://schemas.microsoft.com/office/drawing/2014/main" id="{60F3940F-A0B9-C55C-86CF-73E9016A5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400405" y="749432"/>
              <a:ext cx="252000" cy="252000"/>
            </a:xfrm>
            <a:prstGeom prst="rect">
              <a:avLst/>
            </a:prstGeom>
          </p:spPr>
        </p:pic>
        <p:pic>
          <p:nvPicPr>
            <p:cNvPr id="40" name="Grafik 39" descr="Rotte med massiv udfyldning">
              <a:extLst>
                <a:ext uri="{FF2B5EF4-FFF2-40B4-BE49-F238E27FC236}">
                  <a16:creationId xmlns:a16="http://schemas.microsoft.com/office/drawing/2014/main" id="{41E19A01-5D43-2DF8-49EC-707913D3FA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686466" y="749432"/>
              <a:ext cx="252000" cy="252000"/>
            </a:xfrm>
            <a:prstGeom prst="rect">
              <a:avLst/>
            </a:prstGeom>
          </p:spPr>
        </p:pic>
        <p:pic>
          <p:nvPicPr>
            <p:cNvPr id="41" name="Grafik 40" descr="Rotte med massiv udfyldning">
              <a:extLst>
                <a:ext uri="{FF2B5EF4-FFF2-40B4-BE49-F238E27FC236}">
                  <a16:creationId xmlns:a16="http://schemas.microsoft.com/office/drawing/2014/main" id="{1EBA6111-EC6F-BB9B-DA23-C2501A60D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972527" y="749432"/>
              <a:ext cx="252000" cy="252000"/>
            </a:xfrm>
            <a:prstGeom prst="rect">
              <a:avLst/>
            </a:prstGeom>
          </p:spPr>
        </p:pic>
        <p:pic>
          <p:nvPicPr>
            <p:cNvPr id="42" name="Grafik 41" descr="Rotte med massiv udfyldning">
              <a:extLst>
                <a:ext uri="{FF2B5EF4-FFF2-40B4-BE49-F238E27FC236}">
                  <a16:creationId xmlns:a16="http://schemas.microsoft.com/office/drawing/2014/main" id="{18B56B53-EE26-0518-7E04-77FA1960FB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544649" y="749432"/>
              <a:ext cx="252000" cy="252000"/>
            </a:xfrm>
            <a:prstGeom prst="rect">
              <a:avLst/>
            </a:prstGeom>
          </p:spPr>
        </p:pic>
        <p:pic>
          <p:nvPicPr>
            <p:cNvPr id="43" name="Grafik 42" descr="Rotte med massiv udfyldning">
              <a:extLst>
                <a:ext uri="{FF2B5EF4-FFF2-40B4-BE49-F238E27FC236}">
                  <a16:creationId xmlns:a16="http://schemas.microsoft.com/office/drawing/2014/main" id="{8092BD4E-4CA9-C38B-53CD-2382CBE27A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116771" y="749432"/>
              <a:ext cx="252000" cy="252000"/>
            </a:xfrm>
            <a:prstGeom prst="rect">
              <a:avLst/>
            </a:prstGeom>
          </p:spPr>
        </p:pic>
        <p:pic>
          <p:nvPicPr>
            <p:cNvPr id="44" name="Grafik 43" descr="Rotte med massiv udfyldning">
              <a:extLst>
                <a:ext uri="{FF2B5EF4-FFF2-40B4-BE49-F238E27FC236}">
                  <a16:creationId xmlns:a16="http://schemas.microsoft.com/office/drawing/2014/main" id="{54993101-1751-6B89-D79B-784D9E3B73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688893" y="749432"/>
              <a:ext cx="252000" cy="252000"/>
            </a:xfrm>
            <a:prstGeom prst="rect">
              <a:avLst/>
            </a:prstGeom>
          </p:spPr>
        </p:pic>
        <p:pic>
          <p:nvPicPr>
            <p:cNvPr id="45" name="Grafik 44" descr="Rotte med massiv udfyldning">
              <a:extLst>
                <a:ext uri="{FF2B5EF4-FFF2-40B4-BE49-F238E27FC236}">
                  <a16:creationId xmlns:a16="http://schemas.microsoft.com/office/drawing/2014/main" id="{548DCF78-6735-2E70-2459-25DA0B3A7E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261015" y="749432"/>
              <a:ext cx="252000" cy="252000"/>
            </a:xfrm>
            <a:prstGeom prst="rect">
              <a:avLst/>
            </a:prstGeom>
          </p:spPr>
        </p:pic>
        <p:pic>
          <p:nvPicPr>
            <p:cNvPr id="46" name="Grafik 45" descr="Rotte med massiv udfyldning">
              <a:extLst>
                <a:ext uri="{FF2B5EF4-FFF2-40B4-BE49-F238E27FC236}">
                  <a16:creationId xmlns:a16="http://schemas.microsoft.com/office/drawing/2014/main" id="{ED58F041-9D90-B8A4-D485-8050561F7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833137" y="749432"/>
              <a:ext cx="252000" cy="252000"/>
            </a:xfrm>
            <a:prstGeom prst="rect">
              <a:avLst/>
            </a:prstGeom>
          </p:spPr>
        </p:pic>
        <p:pic>
          <p:nvPicPr>
            <p:cNvPr id="47" name="Grafik 46" descr="Rotte med massiv udfyldning">
              <a:extLst>
                <a:ext uri="{FF2B5EF4-FFF2-40B4-BE49-F238E27FC236}">
                  <a16:creationId xmlns:a16="http://schemas.microsoft.com/office/drawing/2014/main" id="{4F2AFF97-07E1-7D8C-4005-9BA47D2625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405259" y="749432"/>
              <a:ext cx="252000" cy="252000"/>
            </a:xfrm>
            <a:prstGeom prst="rect">
              <a:avLst/>
            </a:prstGeom>
          </p:spPr>
        </p:pic>
        <p:pic>
          <p:nvPicPr>
            <p:cNvPr id="48" name="Grafik 47" descr="Rotte med massiv udfyldning">
              <a:extLst>
                <a:ext uri="{FF2B5EF4-FFF2-40B4-BE49-F238E27FC236}">
                  <a16:creationId xmlns:a16="http://schemas.microsoft.com/office/drawing/2014/main" id="{21E82146-0EF0-0C91-C0E9-A2EF00CE0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691311" y="749432"/>
              <a:ext cx="252000" cy="252000"/>
            </a:xfrm>
            <a:prstGeom prst="rect">
              <a:avLst/>
            </a:prstGeom>
          </p:spPr>
        </p:pic>
        <p:pic>
          <p:nvPicPr>
            <p:cNvPr id="49" name="Grafik 48" descr="Rotte med massiv udfyldning">
              <a:extLst>
                <a:ext uri="{FF2B5EF4-FFF2-40B4-BE49-F238E27FC236}">
                  <a16:creationId xmlns:a16="http://schemas.microsoft.com/office/drawing/2014/main" id="{5A27B14F-9C68-3C82-9F07-09DC1722D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58588" y="749432"/>
              <a:ext cx="252000" cy="252000"/>
            </a:xfrm>
            <a:prstGeom prst="rect">
              <a:avLst/>
            </a:prstGeom>
          </p:spPr>
        </p:pic>
        <p:pic>
          <p:nvPicPr>
            <p:cNvPr id="50" name="Grafik 49" descr="Rotte med massiv udfyldning">
              <a:extLst>
                <a:ext uri="{FF2B5EF4-FFF2-40B4-BE49-F238E27FC236}">
                  <a16:creationId xmlns:a16="http://schemas.microsoft.com/office/drawing/2014/main" id="{3353CFEA-8A24-E654-F902-668D0F9305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30710" y="749432"/>
              <a:ext cx="252000" cy="252000"/>
            </a:xfrm>
            <a:prstGeom prst="rect">
              <a:avLst/>
            </a:prstGeom>
          </p:spPr>
        </p:pic>
        <p:pic>
          <p:nvPicPr>
            <p:cNvPr id="51" name="Grafik 50" descr="Rotte med massiv udfyldning">
              <a:extLst>
                <a:ext uri="{FF2B5EF4-FFF2-40B4-BE49-F238E27FC236}">
                  <a16:creationId xmlns:a16="http://schemas.microsoft.com/office/drawing/2014/main" id="{E7D54D18-5DCD-97B3-E19F-621A32294E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02832" y="749432"/>
              <a:ext cx="252000" cy="252000"/>
            </a:xfrm>
            <a:prstGeom prst="rect">
              <a:avLst/>
            </a:prstGeom>
          </p:spPr>
        </p:pic>
        <p:pic>
          <p:nvPicPr>
            <p:cNvPr id="52" name="Grafik 51" descr="Rotte med massiv udfyldning">
              <a:extLst>
                <a:ext uri="{FF2B5EF4-FFF2-40B4-BE49-F238E27FC236}">
                  <a16:creationId xmlns:a16="http://schemas.microsoft.com/office/drawing/2014/main" id="{E43E5CF9-AA79-91AE-861C-63EBE6A8E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974954" y="749432"/>
              <a:ext cx="252000" cy="252000"/>
            </a:xfrm>
            <a:prstGeom prst="rect">
              <a:avLst/>
            </a:prstGeom>
          </p:spPr>
        </p:pic>
        <p:pic>
          <p:nvPicPr>
            <p:cNvPr id="53" name="Grafik 52" descr="Rotte med massiv udfyldning">
              <a:extLst>
                <a:ext uri="{FF2B5EF4-FFF2-40B4-BE49-F238E27FC236}">
                  <a16:creationId xmlns:a16="http://schemas.microsoft.com/office/drawing/2014/main" id="{AA31BE7C-C75D-580C-2B61-D4A2F62AD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47076" y="749432"/>
              <a:ext cx="252000" cy="252000"/>
            </a:xfrm>
            <a:prstGeom prst="rect">
              <a:avLst/>
            </a:prstGeom>
          </p:spPr>
        </p:pic>
        <p:pic>
          <p:nvPicPr>
            <p:cNvPr id="54" name="Grafik 53" descr="Rotte med massiv udfyldning">
              <a:extLst>
                <a:ext uri="{FF2B5EF4-FFF2-40B4-BE49-F238E27FC236}">
                  <a16:creationId xmlns:a16="http://schemas.microsoft.com/office/drawing/2014/main" id="{97EC2FDE-B747-F9E2-1535-9336680E6C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119198" y="749432"/>
              <a:ext cx="252000" cy="252000"/>
            </a:xfrm>
            <a:prstGeom prst="rect">
              <a:avLst/>
            </a:prstGeom>
          </p:spPr>
        </p:pic>
      </p:grpSp>
      <p:sp>
        <p:nvSpPr>
          <p:cNvPr id="56" name="Rektangel 55">
            <a:extLst>
              <a:ext uri="{FF2B5EF4-FFF2-40B4-BE49-F238E27FC236}">
                <a16:creationId xmlns:a16="http://schemas.microsoft.com/office/drawing/2014/main" id="{95344826-36A5-48F5-0A9C-C6AB831A3196}"/>
              </a:ext>
            </a:extLst>
          </p:cNvPr>
          <p:cNvSpPr/>
          <p:nvPr/>
        </p:nvSpPr>
        <p:spPr>
          <a:xfrm>
            <a:off x="352097" y="3173944"/>
            <a:ext cx="3141958" cy="31226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MOST ROOMIES ATTAINED</a:t>
            </a:r>
          </a:p>
        </p:txBody>
      </p:sp>
      <p:sp>
        <p:nvSpPr>
          <p:cNvPr id="57" name="Tekstfelt 56">
            <a:extLst>
              <a:ext uri="{FF2B5EF4-FFF2-40B4-BE49-F238E27FC236}">
                <a16:creationId xmlns:a16="http://schemas.microsoft.com/office/drawing/2014/main" id="{86A711FE-FDC7-D945-192C-FD12ABCDA18D}"/>
              </a:ext>
            </a:extLst>
          </p:cNvPr>
          <p:cNvSpPr txBox="1"/>
          <p:nvPr/>
        </p:nvSpPr>
        <p:spPr>
          <a:xfrm>
            <a:off x="4334932" y="2104727"/>
            <a:ext cx="30131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MEDIAN ROOMIES ATTAINED</a:t>
            </a:r>
          </a:p>
        </p:txBody>
      </p:sp>
      <p:sp>
        <p:nvSpPr>
          <p:cNvPr id="58" name="Tekstfelt 57">
            <a:extLst>
              <a:ext uri="{FF2B5EF4-FFF2-40B4-BE49-F238E27FC236}">
                <a16:creationId xmlns:a16="http://schemas.microsoft.com/office/drawing/2014/main" id="{2AAE9CA5-8CA8-E4EB-DACA-6566B175921E}"/>
              </a:ext>
            </a:extLst>
          </p:cNvPr>
          <p:cNvSpPr txBox="1"/>
          <p:nvPr/>
        </p:nvSpPr>
        <p:spPr>
          <a:xfrm>
            <a:off x="4368993" y="3712781"/>
            <a:ext cx="30131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AVERAGE ROOMIES ATTAINED</a:t>
            </a:r>
          </a:p>
        </p:txBody>
      </p:sp>
      <p:grpSp>
        <p:nvGrpSpPr>
          <p:cNvPr id="2059" name="Gruppe 2058">
            <a:extLst>
              <a:ext uri="{FF2B5EF4-FFF2-40B4-BE49-F238E27FC236}">
                <a16:creationId xmlns:a16="http://schemas.microsoft.com/office/drawing/2014/main" id="{8892D531-54D9-732E-925A-106C1DFBD684}"/>
              </a:ext>
            </a:extLst>
          </p:cNvPr>
          <p:cNvGrpSpPr/>
          <p:nvPr/>
        </p:nvGrpSpPr>
        <p:grpSpPr>
          <a:xfrm>
            <a:off x="286556" y="1976235"/>
            <a:ext cx="3272800" cy="1111691"/>
            <a:chOff x="341785" y="2903833"/>
            <a:chExt cx="3272800" cy="1111691"/>
          </a:xfrm>
        </p:grpSpPr>
        <p:sp>
          <p:nvSpPr>
            <p:cNvPr id="60" name="Rektangel 59">
              <a:extLst>
                <a:ext uri="{FF2B5EF4-FFF2-40B4-BE49-F238E27FC236}">
                  <a16:creationId xmlns:a16="http://schemas.microsoft.com/office/drawing/2014/main" id="{D3DC0036-F07E-3EAB-C40E-80579F5BC6AA}"/>
                </a:ext>
              </a:extLst>
            </p:cNvPr>
            <p:cNvSpPr/>
            <p:nvPr/>
          </p:nvSpPr>
          <p:spPr>
            <a:xfrm>
              <a:off x="2530109" y="3539274"/>
              <a:ext cx="1019175" cy="476250"/>
            </a:xfrm>
            <a:prstGeom prst="rect">
              <a:avLst/>
            </a:prstGeom>
            <a:solidFill>
              <a:srgbClr val="AD65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b="1" dirty="0">
                  <a:latin typeface="Amasis MT Pro" panose="02040504050005020304" pitchFamily="18" charset="0"/>
                </a:rPr>
                <a:t>3</a:t>
              </a:r>
            </a:p>
          </p:txBody>
        </p:sp>
        <p:sp>
          <p:nvSpPr>
            <p:cNvPr id="61" name="Rektangel 60">
              <a:extLst>
                <a:ext uri="{FF2B5EF4-FFF2-40B4-BE49-F238E27FC236}">
                  <a16:creationId xmlns:a16="http://schemas.microsoft.com/office/drawing/2014/main" id="{95E4BC37-5A05-1776-A36E-E62F8FC24193}"/>
                </a:ext>
              </a:extLst>
            </p:cNvPr>
            <p:cNvSpPr/>
            <p:nvPr/>
          </p:nvSpPr>
          <p:spPr>
            <a:xfrm>
              <a:off x="403042" y="3381442"/>
              <a:ext cx="1019175" cy="634082"/>
            </a:xfrm>
            <a:prstGeom prst="rect">
              <a:avLst/>
            </a:prstGeom>
            <a:solidFill>
              <a:srgbClr val="995D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latin typeface="Amasis MT Pro" panose="02040504050005020304" pitchFamily="18" charset="0"/>
                </a:rPr>
                <a:t>2</a:t>
              </a:r>
            </a:p>
          </p:txBody>
        </p:sp>
        <p:grpSp>
          <p:nvGrpSpPr>
            <p:cNvPr id="2056" name="Gruppe 2055">
              <a:extLst>
                <a:ext uri="{FF2B5EF4-FFF2-40B4-BE49-F238E27FC236}">
                  <a16:creationId xmlns:a16="http://schemas.microsoft.com/office/drawing/2014/main" id="{FE72FC39-D476-412C-7B56-63F16081B708}"/>
                </a:ext>
              </a:extLst>
            </p:cNvPr>
            <p:cNvGrpSpPr/>
            <p:nvPr/>
          </p:nvGrpSpPr>
          <p:grpSpPr>
            <a:xfrm>
              <a:off x="2309614" y="3378267"/>
              <a:ext cx="1304971" cy="166875"/>
              <a:chOff x="2901265" y="2878706"/>
              <a:chExt cx="1304971" cy="166875"/>
            </a:xfrm>
          </p:grpSpPr>
          <p:sp>
            <p:nvSpPr>
              <p:cNvPr id="63" name="Rektangel 62">
                <a:extLst>
                  <a:ext uri="{FF2B5EF4-FFF2-40B4-BE49-F238E27FC236}">
                    <a16:creationId xmlns:a16="http://schemas.microsoft.com/office/drawing/2014/main" id="{207DCD58-253B-3E03-8D7C-A52523B73AE5}"/>
                  </a:ext>
                </a:extLst>
              </p:cNvPr>
              <p:cNvSpPr/>
              <p:nvPr/>
            </p:nvSpPr>
            <p:spPr>
              <a:xfrm>
                <a:off x="3121919" y="2980156"/>
                <a:ext cx="1084317" cy="65425"/>
              </a:xfrm>
              <a:prstGeom prst="rect">
                <a:avLst/>
              </a:prstGeom>
              <a:solidFill>
                <a:srgbClr val="8948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053" name="Ligebenet trapez 2052">
                <a:extLst>
                  <a:ext uri="{FF2B5EF4-FFF2-40B4-BE49-F238E27FC236}">
                    <a16:creationId xmlns:a16="http://schemas.microsoft.com/office/drawing/2014/main" id="{2659F5CF-EE05-BFAA-D389-E705C80D140F}"/>
                  </a:ext>
                </a:extLst>
              </p:cNvPr>
              <p:cNvSpPr/>
              <p:nvPr/>
            </p:nvSpPr>
            <p:spPr>
              <a:xfrm>
                <a:off x="2901265" y="2878706"/>
                <a:ext cx="1304788" cy="103924"/>
              </a:xfrm>
              <a:prstGeom prst="trapezoid">
                <a:avLst>
                  <a:gd name="adj" fmla="val 171646"/>
                </a:avLst>
              </a:prstGeom>
              <a:solidFill>
                <a:srgbClr val="5740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057" name="Gruppe 2056">
              <a:extLst>
                <a:ext uri="{FF2B5EF4-FFF2-40B4-BE49-F238E27FC236}">
                  <a16:creationId xmlns:a16="http://schemas.microsoft.com/office/drawing/2014/main" id="{CE01D7FF-BD6C-2F89-7E96-5E88C9054875}"/>
                </a:ext>
              </a:extLst>
            </p:cNvPr>
            <p:cNvGrpSpPr/>
            <p:nvPr/>
          </p:nvGrpSpPr>
          <p:grpSpPr>
            <a:xfrm>
              <a:off x="341785" y="3220424"/>
              <a:ext cx="1304788" cy="169349"/>
              <a:chOff x="185874" y="2888640"/>
              <a:chExt cx="1304788" cy="169349"/>
            </a:xfrm>
          </p:grpSpPr>
          <p:sp>
            <p:nvSpPr>
              <p:cNvPr id="62" name="Rektangel 61">
                <a:extLst>
                  <a:ext uri="{FF2B5EF4-FFF2-40B4-BE49-F238E27FC236}">
                    <a16:creationId xmlns:a16="http://schemas.microsoft.com/office/drawing/2014/main" id="{5446F78B-715F-ED0D-B65F-F67686EA4643}"/>
                  </a:ext>
                </a:extLst>
              </p:cNvPr>
              <p:cNvSpPr/>
              <p:nvPr/>
            </p:nvSpPr>
            <p:spPr>
              <a:xfrm>
                <a:off x="185874" y="2992564"/>
                <a:ext cx="1084317" cy="65425"/>
              </a:xfrm>
              <a:prstGeom prst="rect">
                <a:avLst/>
              </a:prstGeom>
              <a:solidFill>
                <a:srgbClr val="8948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54" name="Ligebenet trapez 2053">
                <a:extLst>
                  <a:ext uri="{FF2B5EF4-FFF2-40B4-BE49-F238E27FC236}">
                    <a16:creationId xmlns:a16="http://schemas.microsoft.com/office/drawing/2014/main" id="{F73BDA9C-7197-FB25-099B-7363D5320C3D}"/>
                  </a:ext>
                </a:extLst>
              </p:cNvPr>
              <p:cNvSpPr/>
              <p:nvPr/>
            </p:nvSpPr>
            <p:spPr>
              <a:xfrm>
                <a:off x="185874" y="2888640"/>
                <a:ext cx="1304788" cy="103924"/>
              </a:xfrm>
              <a:prstGeom prst="trapezoid">
                <a:avLst>
                  <a:gd name="adj" fmla="val 171646"/>
                </a:avLst>
              </a:prstGeom>
              <a:solidFill>
                <a:srgbClr val="5740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058" name="Gruppe 2057">
              <a:extLst>
                <a:ext uri="{FF2B5EF4-FFF2-40B4-BE49-F238E27FC236}">
                  <a16:creationId xmlns:a16="http://schemas.microsoft.com/office/drawing/2014/main" id="{ED6648B7-2CC6-1758-5339-1B12F3BA9852}"/>
                </a:ext>
              </a:extLst>
            </p:cNvPr>
            <p:cNvGrpSpPr/>
            <p:nvPr/>
          </p:nvGrpSpPr>
          <p:grpSpPr>
            <a:xfrm>
              <a:off x="1381109" y="2903833"/>
              <a:ext cx="1190290" cy="167575"/>
              <a:chOff x="1625935" y="2781950"/>
              <a:chExt cx="1190290" cy="167575"/>
            </a:xfrm>
          </p:grpSpPr>
          <p:sp>
            <p:nvSpPr>
              <p:cNvPr id="2048" name="Rektangel 2047">
                <a:extLst>
                  <a:ext uri="{FF2B5EF4-FFF2-40B4-BE49-F238E27FC236}">
                    <a16:creationId xmlns:a16="http://schemas.microsoft.com/office/drawing/2014/main" id="{14CF2595-F187-A200-10A7-1AB716DC646B}"/>
                  </a:ext>
                </a:extLst>
              </p:cNvPr>
              <p:cNvSpPr/>
              <p:nvPr/>
            </p:nvSpPr>
            <p:spPr>
              <a:xfrm>
                <a:off x="1625935" y="2884100"/>
                <a:ext cx="1190290" cy="65425"/>
              </a:xfrm>
              <a:prstGeom prst="rect">
                <a:avLst/>
              </a:prstGeom>
              <a:solidFill>
                <a:srgbClr val="B0583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55" name="Ligebenet trapez 2054">
                <a:extLst>
                  <a:ext uri="{FF2B5EF4-FFF2-40B4-BE49-F238E27FC236}">
                    <a16:creationId xmlns:a16="http://schemas.microsoft.com/office/drawing/2014/main" id="{2745EC3E-1F1E-88EC-BF86-CC5E2179B065}"/>
                  </a:ext>
                </a:extLst>
              </p:cNvPr>
              <p:cNvSpPr/>
              <p:nvPr/>
            </p:nvSpPr>
            <p:spPr>
              <a:xfrm>
                <a:off x="1625935" y="2781950"/>
                <a:ext cx="1190290" cy="103924"/>
              </a:xfrm>
              <a:prstGeom prst="trapezoid">
                <a:avLst>
                  <a:gd name="adj" fmla="val 171646"/>
                </a:avLst>
              </a:prstGeom>
              <a:solidFill>
                <a:srgbClr val="5740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59" name="Rektangel 58">
              <a:extLst>
                <a:ext uri="{FF2B5EF4-FFF2-40B4-BE49-F238E27FC236}">
                  <a16:creationId xmlns:a16="http://schemas.microsoft.com/office/drawing/2014/main" id="{CECC48F2-ED3A-F5F8-14EE-5A60553ABAD5}"/>
                </a:ext>
              </a:extLst>
            </p:cNvPr>
            <p:cNvSpPr/>
            <p:nvPr/>
          </p:nvSpPr>
          <p:spPr>
            <a:xfrm>
              <a:off x="1422217" y="3063024"/>
              <a:ext cx="1108075" cy="952500"/>
            </a:xfrm>
            <a:prstGeom prst="rect">
              <a:avLst/>
            </a:prstGeom>
            <a:solidFill>
              <a:srgbClr val="D687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4000" b="1" dirty="0">
                  <a:latin typeface="Amasis MT Pro" panose="02040504050005020304" pitchFamily="18" charset="0"/>
                </a:rPr>
                <a:t>1</a:t>
              </a:r>
            </a:p>
          </p:txBody>
        </p:sp>
      </p:grpSp>
      <p:pic>
        <p:nvPicPr>
          <p:cNvPr id="2060" name="Grafik 2059" descr="Rotte med massiv udfyldning">
            <a:extLst>
              <a:ext uri="{FF2B5EF4-FFF2-40B4-BE49-F238E27FC236}">
                <a16:creationId xmlns:a16="http://schemas.microsoft.com/office/drawing/2014/main" id="{548E80C7-9692-E803-0228-C6302CAE662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70618" y="1320202"/>
            <a:ext cx="910491" cy="910491"/>
          </a:xfrm>
          <a:prstGeom prst="rect">
            <a:avLst/>
          </a:prstGeom>
        </p:spPr>
      </p:pic>
      <p:sp>
        <p:nvSpPr>
          <p:cNvPr id="2061" name="Stjerne: 4 takker 2060">
            <a:extLst>
              <a:ext uri="{FF2B5EF4-FFF2-40B4-BE49-F238E27FC236}">
                <a16:creationId xmlns:a16="http://schemas.microsoft.com/office/drawing/2014/main" id="{2560F3EC-8FF6-A363-F3CD-8832B583E49A}"/>
              </a:ext>
            </a:extLst>
          </p:cNvPr>
          <p:cNvSpPr/>
          <p:nvPr/>
        </p:nvSpPr>
        <p:spPr>
          <a:xfrm>
            <a:off x="1670480" y="1615532"/>
            <a:ext cx="250545" cy="239292"/>
          </a:xfrm>
          <a:prstGeom prst="star4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62" name="Stjerne: 4 takker 2061">
            <a:extLst>
              <a:ext uri="{FF2B5EF4-FFF2-40B4-BE49-F238E27FC236}">
                <a16:creationId xmlns:a16="http://schemas.microsoft.com/office/drawing/2014/main" id="{9E8F370F-F71B-8EAC-209D-86C44343EEAC}"/>
              </a:ext>
            </a:extLst>
          </p:cNvPr>
          <p:cNvSpPr/>
          <p:nvPr/>
        </p:nvSpPr>
        <p:spPr>
          <a:xfrm>
            <a:off x="1848737" y="1708405"/>
            <a:ext cx="144576" cy="138083"/>
          </a:xfrm>
          <a:prstGeom prst="star4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63" name="Tekstfelt 2062">
            <a:extLst>
              <a:ext uri="{FF2B5EF4-FFF2-40B4-BE49-F238E27FC236}">
                <a16:creationId xmlns:a16="http://schemas.microsoft.com/office/drawing/2014/main" id="{F808B11E-134E-18F1-C15C-17B7A013A147}"/>
              </a:ext>
            </a:extLst>
          </p:cNvPr>
          <p:cNvSpPr txBox="1"/>
          <p:nvPr/>
        </p:nvSpPr>
        <p:spPr>
          <a:xfrm>
            <a:off x="5479176" y="149054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5</a:t>
            </a:r>
          </a:p>
        </p:txBody>
      </p:sp>
      <p:pic>
        <p:nvPicPr>
          <p:cNvPr id="2064" name="Grafik 2063" descr="Rotte med massiv udfyldning">
            <a:extLst>
              <a:ext uri="{FF2B5EF4-FFF2-40B4-BE49-F238E27FC236}">
                <a16:creationId xmlns:a16="http://schemas.microsoft.com/office/drawing/2014/main" id="{51F0F0DE-7644-83FE-1288-FD28E7A196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4278" y="1709988"/>
            <a:ext cx="820422" cy="820422"/>
          </a:xfrm>
          <a:prstGeom prst="rect">
            <a:avLst/>
          </a:prstGeom>
        </p:spPr>
      </p:pic>
      <p:sp>
        <p:nvSpPr>
          <p:cNvPr id="2065" name="Stjerne: 4 takker 2064">
            <a:extLst>
              <a:ext uri="{FF2B5EF4-FFF2-40B4-BE49-F238E27FC236}">
                <a16:creationId xmlns:a16="http://schemas.microsoft.com/office/drawing/2014/main" id="{F96316F6-12D3-8162-DDEF-411EFFAAA67F}"/>
              </a:ext>
            </a:extLst>
          </p:cNvPr>
          <p:cNvSpPr/>
          <p:nvPr/>
        </p:nvSpPr>
        <p:spPr>
          <a:xfrm>
            <a:off x="828714" y="1979488"/>
            <a:ext cx="172049" cy="164322"/>
          </a:xfrm>
          <a:prstGeom prst="star4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66" name="Grafik 2065" descr="Rotte med massiv udfyldning">
            <a:extLst>
              <a:ext uri="{FF2B5EF4-FFF2-40B4-BE49-F238E27FC236}">
                <a16:creationId xmlns:a16="http://schemas.microsoft.com/office/drawing/2014/main" id="{6650FE38-2309-257F-2513-E1AE792B66A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608175" y="1938663"/>
            <a:ext cx="749288" cy="749288"/>
          </a:xfrm>
          <a:prstGeom prst="rect">
            <a:avLst/>
          </a:prstGeom>
        </p:spPr>
      </p:pic>
      <p:sp>
        <p:nvSpPr>
          <p:cNvPr id="2068" name="Pil: pentagon 2067">
            <a:extLst>
              <a:ext uri="{FF2B5EF4-FFF2-40B4-BE49-F238E27FC236}">
                <a16:creationId xmlns:a16="http://schemas.microsoft.com/office/drawing/2014/main" id="{90E58155-3460-0C64-2FAF-C2E17CFF89D8}"/>
              </a:ext>
            </a:extLst>
          </p:cNvPr>
          <p:cNvSpPr/>
          <p:nvPr/>
        </p:nvSpPr>
        <p:spPr>
          <a:xfrm>
            <a:off x="725039" y="4334856"/>
            <a:ext cx="1766119" cy="789781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69" name="Pil: pentagon 2068">
            <a:extLst>
              <a:ext uri="{FF2B5EF4-FFF2-40B4-BE49-F238E27FC236}">
                <a16:creationId xmlns:a16="http://schemas.microsoft.com/office/drawing/2014/main" id="{4CCB6056-9585-9DA0-29CE-1D0AAA161B91}"/>
              </a:ext>
            </a:extLst>
          </p:cNvPr>
          <p:cNvSpPr/>
          <p:nvPr/>
        </p:nvSpPr>
        <p:spPr>
          <a:xfrm rot="10800000">
            <a:off x="2176906" y="4793077"/>
            <a:ext cx="1766119" cy="789781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81359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-tem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</TotalTime>
  <Words>30</Words>
  <Application>Microsoft Office PowerPoint</Application>
  <PresentationFormat>Brugerdefineret</PresentationFormat>
  <Paragraphs>15</Paragraphs>
  <Slides>1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5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</vt:i4>
      </vt:variant>
    </vt:vector>
  </HeadingPairs>
  <TitlesOfParts>
    <vt:vector size="7" baseType="lpstr">
      <vt:lpstr>Amasis MT Pro</vt:lpstr>
      <vt:lpstr>Amasis MT Pro Medium</vt:lpstr>
      <vt:lpstr>Aptos</vt:lpstr>
      <vt:lpstr>Aptos Display</vt:lpstr>
      <vt:lpstr>Arial</vt:lpstr>
      <vt:lpstr>Office-tema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Kasper Fuglsang Jordt</dc:creator>
  <cp:lastModifiedBy>Kasper Fuglsang Jordt</cp:lastModifiedBy>
  <cp:revision>1</cp:revision>
  <dcterms:created xsi:type="dcterms:W3CDTF">2025-10-22T20:20:37Z</dcterms:created>
  <dcterms:modified xsi:type="dcterms:W3CDTF">2025-10-22T21:05:45Z</dcterms:modified>
</cp:coreProperties>
</file>