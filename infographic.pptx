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3"/>
  </p:notesMasterIdLst>
  <p:sldIdLst>
    <p:sldId id="257" r:id="rId2"/>
  </p:sldIdLst>
  <p:sldSz cx="7559675" cy="144002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832E0F"/>
    <a:srgbClr val="F8E7D3"/>
    <a:srgbClr val="FAE2CD"/>
    <a:srgbClr val="F7E8D4"/>
    <a:srgbClr val="FADDBD"/>
    <a:srgbClr val="F8D2AA"/>
    <a:srgbClr val="F9CC9A"/>
    <a:srgbClr val="F9A963"/>
    <a:srgbClr val="F9D2A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llemlayout 2 - Markering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94660"/>
  </p:normalViewPr>
  <p:slideViewPr>
    <p:cSldViewPr snapToGrid="0">
      <p:cViewPr>
        <p:scale>
          <a:sx n="150" d="100"/>
          <a:sy n="150" d="100"/>
        </p:scale>
        <p:origin x="174" y="-56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idehoved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Pladsholder til dato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CA1EF9C-BB33-4546-8EA1-D04AA1B85309}" type="datetimeFigureOut">
              <a:rPr lang="en-GB" smtClean="0"/>
              <a:t>01/11/2025</a:t>
            </a:fld>
            <a:endParaRPr lang="en-GB"/>
          </a:p>
        </p:txBody>
      </p:sp>
      <p:sp>
        <p:nvSpPr>
          <p:cNvPr id="4" name="Pladsholder til slidebillede 3"/>
          <p:cNvSpPr>
            <a:spLocks noGrp="1" noRot="1" noChangeAspect="1"/>
          </p:cNvSpPr>
          <p:nvPr>
            <p:ph type="sldImg" idx="2"/>
          </p:nvPr>
        </p:nvSpPr>
        <p:spPr>
          <a:xfrm>
            <a:off x="2619375" y="1143000"/>
            <a:ext cx="16192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Pladsholder til no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GB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FB3E13-D6D1-4FA5-A82D-82631A6ABE65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39153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>
          <a:xfrm>
            <a:off x="2619375" y="1143000"/>
            <a:ext cx="1619250" cy="3086100"/>
          </a:xfrm>
        </p:spPr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FB3E13-D6D1-4FA5-A82D-82631A6ABE65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95527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66976" y="2356703"/>
            <a:ext cx="6425724" cy="5013407"/>
          </a:xfrm>
        </p:spPr>
        <p:txBody>
          <a:bodyPr anchor="b"/>
          <a:lstStyle>
            <a:lvl1pPr algn="ctr">
              <a:defRPr sz="4960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44960" y="7563446"/>
            <a:ext cx="5669756" cy="3476717"/>
          </a:xfrm>
        </p:spPr>
        <p:txBody>
          <a:bodyPr/>
          <a:lstStyle>
            <a:lvl1pPr marL="0" indent="0" algn="ctr">
              <a:buNone/>
              <a:defRPr sz="1984"/>
            </a:lvl1pPr>
            <a:lvl2pPr marL="377967" indent="0" algn="ctr">
              <a:buNone/>
              <a:defRPr sz="1653"/>
            </a:lvl2pPr>
            <a:lvl3pPr marL="755934" indent="0" algn="ctr">
              <a:buNone/>
              <a:defRPr sz="1488"/>
            </a:lvl3pPr>
            <a:lvl4pPr marL="1133902" indent="0" algn="ctr">
              <a:buNone/>
              <a:defRPr sz="1323"/>
            </a:lvl4pPr>
            <a:lvl5pPr marL="1511869" indent="0" algn="ctr">
              <a:buNone/>
              <a:defRPr sz="1323"/>
            </a:lvl5pPr>
            <a:lvl6pPr marL="1889836" indent="0" algn="ctr">
              <a:buNone/>
              <a:defRPr sz="1323"/>
            </a:lvl6pPr>
            <a:lvl7pPr marL="2267803" indent="0" algn="ctr">
              <a:buNone/>
              <a:defRPr sz="1323"/>
            </a:lvl7pPr>
            <a:lvl8pPr marL="2645771" indent="0" algn="ctr">
              <a:buNone/>
              <a:defRPr sz="1323"/>
            </a:lvl8pPr>
            <a:lvl9pPr marL="3023738" indent="0" algn="ctr">
              <a:buNone/>
              <a:defRPr sz="1323"/>
            </a:lvl9pPr>
          </a:lstStyle>
          <a:p>
            <a:r>
              <a:rPr lang="da-DK"/>
              <a:t>Klik for at redigere undertiteltypografien i masteren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9D824B-A6D6-4B80-9712-3EA9580464B9}" type="datetimeFigureOut">
              <a:rPr lang="en-GB" smtClean="0"/>
              <a:t>01/11/2025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0F8EED-52B4-4D69-B3EC-94E696DC957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852049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og indholdsobje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9D824B-A6D6-4B80-9712-3EA9580464B9}" type="datetimeFigureOut">
              <a:rPr lang="en-GB" smtClean="0"/>
              <a:t>01/11/2025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0F8EED-52B4-4D69-B3EC-94E696DC957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62202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fsnitsoversk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5791" y="3590057"/>
            <a:ext cx="6520220" cy="5990088"/>
          </a:xfrm>
        </p:spPr>
        <p:txBody>
          <a:bodyPr anchor="b"/>
          <a:lstStyle>
            <a:lvl1pPr>
              <a:defRPr sz="4960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5791" y="9636813"/>
            <a:ext cx="6520220" cy="3150046"/>
          </a:xfrm>
        </p:spPr>
        <p:txBody>
          <a:bodyPr/>
          <a:lstStyle>
            <a:lvl1pPr marL="0" indent="0">
              <a:buNone/>
              <a:defRPr sz="1984">
                <a:solidFill>
                  <a:schemeClr val="tx1">
                    <a:tint val="82000"/>
                  </a:schemeClr>
                </a:solidFill>
              </a:defRPr>
            </a:lvl1pPr>
            <a:lvl2pPr marL="377967" indent="0">
              <a:buNone/>
              <a:defRPr sz="1653">
                <a:solidFill>
                  <a:schemeClr val="tx1">
                    <a:tint val="82000"/>
                  </a:schemeClr>
                </a:solidFill>
              </a:defRPr>
            </a:lvl2pPr>
            <a:lvl3pPr marL="755934" indent="0">
              <a:buNone/>
              <a:defRPr sz="1488">
                <a:solidFill>
                  <a:schemeClr val="tx1">
                    <a:tint val="82000"/>
                  </a:schemeClr>
                </a:solidFill>
              </a:defRPr>
            </a:lvl3pPr>
            <a:lvl4pPr marL="1133902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4pPr>
            <a:lvl5pPr marL="1511869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5pPr>
            <a:lvl6pPr marL="1889836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6pPr>
            <a:lvl7pPr marL="2267803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7pPr>
            <a:lvl8pPr marL="2645771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8pPr>
            <a:lvl9pPr marL="3023738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9D824B-A6D6-4B80-9712-3EA9580464B9}" type="datetimeFigureOut">
              <a:rPr lang="en-GB" smtClean="0"/>
              <a:t>01/11/2025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0F8EED-52B4-4D69-B3EC-94E696DC957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96928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o indholdsobjek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19728" y="3833390"/>
            <a:ext cx="3212862" cy="9136803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27085" y="3833390"/>
            <a:ext cx="3212862" cy="9136803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9D824B-A6D6-4B80-9712-3EA9580464B9}" type="datetimeFigureOut">
              <a:rPr lang="en-GB" smtClean="0"/>
              <a:t>01/11/2025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0F8EED-52B4-4D69-B3EC-94E696DC957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2367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Sammenlig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712" y="766681"/>
            <a:ext cx="6520220" cy="2783376"/>
          </a:xfrm>
        </p:spPr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20713" y="3530053"/>
            <a:ext cx="3198096" cy="1730025"/>
          </a:xfrm>
        </p:spPr>
        <p:txBody>
          <a:bodyPr anchor="b"/>
          <a:lstStyle>
            <a:lvl1pPr marL="0" indent="0">
              <a:buNone/>
              <a:defRPr sz="1984" b="1"/>
            </a:lvl1pPr>
            <a:lvl2pPr marL="377967" indent="0">
              <a:buNone/>
              <a:defRPr sz="1653" b="1"/>
            </a:lvl2pPr>
            <a:lvl3pPr marL="755934" indent="0">
              <a:buNone/>
              <a:defRPr sz="1488" b="1"/>
            </a:lvl3pPr>
            <a:lvl4pPr marL="1133902" indent="0">
              <a:buNone/>
              <a:defRPr sz="1323" b="1"/>
            </a:lvl4pPr>
            <a:lvl5pPr marL="1511869" indent="0">
              <a:buNone/>
              <a:defRPr sz="1323" b="1"/>
            </a:lvl5pPr>
            <a:lvl6pPr marL="1889836" indent="0">
              <a:buNone/>
              <a:defRPr sz="1323" b="1"/>
            </a:lvl6pPr>
            <a:lvl7pPr marL="2267803" indent="0">
              <a:buNone/>
              <a:defRPr sz="1323" b="1"/>
            </a:lvl7pPr>
            <a:lvl8pPr marL="2645771" indent="0">
              <a:buNone/>
              <a:defRPr sz="1323" b="1"/>
            </a:lvl8pPr>
            <a:lvl9pPr marL="3023738" indent="0">
              <a:buNone/>
              <a:defRPr sz="1323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20713" y="5260078"/>
            <a:ext cx="3198096" cy="7736782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27086" y="3530053"/>
            <a:ext cx="3213847" cy="1730025"/>
          </a:xfrm>
        </p:spPr>
        <p:txBody>
          <a:bodyPr anchor="b"/>
          <a:lstStyle>
            <a:lvl1pPr marL="0" indent="0">
              <a:buNone/>
              <a:defRPr sz="1984" b="1"/>
            </a:lvl1pPr>
            <a:lvl2pPr marL="377967" indent="0">
              <a:buNone/>
              <a:defRPr sz="1653" b="1"/>
            </a:lvl2pPr>
            <a:lvl3pPr marL="755934" indent="0">
              <a:buNone/>
              <a:defRPr sz="1488" b="1"/>
            </a:lvl3pPr>
            <a:lvl4pPr marL="1133902" indent="0">
              <a:buNone/>
              <a:defRPr sz="1323" b="1"/>
            </a:lvl4pPr>
            <a:lvl5pPr marL="1511869" indent="0">
              <a:buNone/>
              <a:defRPr sz="1323" b="1"/>
            </a:lvl5pPr>
            <a:lvl6pPr marL="1889836" indent="0">
              <a:buNone/>
              <a:defRPr sz="1323" b="1"/>
            </a:lvl6pPr>
            <a:lvl7pPr marL="2267803" indent="0">
              <a:buNone/>
              <a:defRPr sz="1323" b="1"/>
            </a:lvl7pPr>
            <a:lvl8pPr marL="2645771" indent="0">
              <a:buNone/>
              <a:defRPr sz="1323" b="1"/>
            </a:lvl8pPr>
            <a:lvl9pPr marL="3023738" indent="0">
              <a:buNone/>
              <a:defRPr sz="1323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27086" y="5260078"/>
            <a:ext cx="3213847" cy="7736782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9D824B-A6D6-4B80-9712-3EA9580464B9}" type="datetimeFigureOut">
              <a:rPr lang="en-GB" smtClean="0"/>
              <a:t>01/11/2025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0F8EED-52B4-4D69-B3EC-94E696DC957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59537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Ku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9D824B-A6D6-4B80-9712-3EA9580464B9}" type="datetimeFigureOut">
              <a:rPr lang="en-GB" smtClean="0"/>
              <a:t>01/11/2025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0F8EED-52B4-4D69-B3EC-94E696DC957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28946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9D824B-A6D6-4B80-9712-3EA9580464B9}" type="datetimeFigureOut">
              <a:rPr lang="en-GB" smtClean="0"/>
              <a:t>01/11/2025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0F8EED-52B4-4D69-B3EC-94E696DC957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45068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dhold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712" y="960014"/>
            <a:ext cx="2438192" cy="3360050"/>
          </a:xfrm>
        </p:spPr>
        <p:txBody>
          <a:bodyPr anchor="b"/>
          <a:lstStyle>
            <a:lvl1pPr>
              <a:defRPr sz="2645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213847" y="2073367"/>
            <a:ext cx="3827085" cy="10233485"/>
          </a:xfrm>
        </p:spPr>
        <p:txBody>
          <a:bodyPr/>
          <a:lstStyle>
            <a:lvl1pPr>
              <a:defRPr sz="2645"/>
            </a:lvl1pPr>
            <a:lvl2pPr>
              <a:defRPr sz="2315"/>
            </a:lvl2pPr>
            <a:lvl3pPr>
              <a:defRPr sz="1984"/>
            </a:lvl3pPr>
            <a:lvl4pPr>
              <a:defRPr sz="1653"/>
            </a:lvl4pPr>
            <a:lvl5pPr>
              <a:defRPr sz="1653"/>
            </a:lvl5pPr>
            <a:lvl6pPr>
              <a:defRPr sz="1653"/>
            </a:lvl6pPr>
            <a:lvl7pPr>
              <a:defRPr sz="1653"/>
            </a:lvl7pPr>
            <a:lvl8pPr>
              <a:defRPr sz="1653"/>
            </a:lvl8pPr>
            <a:lvl9pPr>
              <a:defRPr sz="1653"/>
            </a:lvl9pPr>
          </a:lstStyle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20712" y="4320064"/>
            <a:ext cx="2438192" cy="8003453"/>
          </a:xfrm>
        </p:spPr>
        <p:txBody>
          <a:bodyPr/>
          <a:lstStyle>
            <a:lvl1pPr marL="0" indent="0">
              <a:buNone/>
              <a:defRPr sz="1323"/>
            </a:lvl1pPr>
            <a:lvl2pPr marL="377967" indent="0">
              <a:buNone/>
              <a:defRPr sz="1157"/>
            </a:lvl2pPr>
            <a:lvl3pPr marL="755934" indent="0">
              <a:buNone/>
              <a:defRPr sz="992"/>
            </a:lvl3pPr>
            <a:lvl4pPr marL="1133902" indent="0">
              <a:buNone/>
              <a:defRPr sz="827"/>
            </a:lvl4pPr>
            <a:lvl5pPr marL="1511869" indent="0">
              <a:buNone/>
              <a:defRPr sz="827"/>
            </a:lvl5pPr>
            <a:lvl6pPr marL="1889836" indent="0">
              <a:buNone/>
              <a:defRPr sz="827"/>
            </a:lvl6pPr>
            <a:lvl7pPr marL="2267803" indent="0">
              <a:buNone/>
              <a:defRPr sz="827"/>
            </a:lvl7pPr>
            <a:lvl8pPr marL="2645771" indent="0">
              <a:buNone/>
              <a:defRPr sz="827"/>
            </a:lvl8pPr>
            <a:lvl9pPr marL="3023738" indent="0">
              <a:buNone/>
              <a:defRPr sz="827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9D824B-A6D6-4B80-9712-3EA9580464B9}" type="datetimeFigureOut">
              <a:rPr lang="en-GB" smtClean="0"/>
              <a:t>01/11/2025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0F8EED-52B4-4D69-B3EC-94E696DC957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416551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lede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712" y="960014"/>
            <a:ext cx="2438192" cy="3360050"/>
          </a:xfrm>
        </p:spPr>
        <p:txBody>
          <a:bodyPr anchor="b"/>
          <a:lstStyle>
            <a:lvl1pPr>
              <a:defRPr sz="2645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213847" y="2073367"/>
            <a:ext cx="3827085" cy="10233485"/>
          </a:xfrm>
        </p:spPr>
        <p:txBody>
          <a:bodyPr anchor="t"/>
          <a:lstStyle>
            <a:lvl1pPr marL="0" indent="0">
              <a:buNone/>
              <a:defRPr sz="2645"/>
            </a:lvl1pPr>
            <a:lvl2pPr marL="377967" indent="0">
              <a:buNone/>
              <a:defRPr sz="2315"/>
            </a:lvl2pPr>
            <a:lvl3pPr marL="755934" indent="0">
              <a:buNone/>
              <a:defRPr sz="1984"/>
            </a:lvl3pPr>
            <a:lvl4pPr marL="1133902" indent="0">
              <a:buNone/>
              <a:defRPr sz="1653"/>
            </a:lvl4pPr>
            <a:lvl5pPr marL="1511869" indent="0">
              <a:buNone/>
              <a:defRPr sz="1653"/>
            </a:lvl5pPr>
            <a:lvl6pPr marL="1889836" indent="0">
              <a:buNone/>
              <a:defRPr sz="1653"/>
            </a:lvl6pPr>
            <a:lvl7pPr marL="2267803" indent="0">
              <a:buNone/>
              <a:defRPr sz="1653"/>
            </a:lvl7pPr>
            <a:lvl8pPr marL="2645771" indent="0">
              <a:buNone/>
              <a:defRPr sz="1653"/>
            </a:lvl8pPr>
            <a:lvl9pPr marL="3023738" indent="0">
              <a:buNone/>
              <a:defRPr sz="1653"/>
            </a:lvl9pPr>
          </a:lstStyle>
          <a:p>
            <a:r>
              <a:rPr lang="da-DK"/>
              <a:t>Klik på ikonet for at tilføje et billede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20712" y="4320064"/>
            <a:ext cx="2438192" cy="8003453"/>
          </a:xfrm>
        </p:spPr>
        <p:txBody>
          <a:bodyPr/>
          <a:lstStyle>
            <a:lvl1pPr marL="0" indent="0">
              <a:buNone/>
              <a:defRPr sz="1323"/>
            </a:lvl1pPr>
            <a:lvl2pPr marL="377967" indent="0">
              <a:buNone/>
              <a:defRPr sz="1157"/>
            </a:lvl2pPr>
            <a:lvl3pPr marL="755934" indent="0">
              <a:buNone/>
              <a:defRPr sz="992"/>
            </a:lvl3pPr>
            <a:lvl4pPr marL="1133902" indent="0">
              <a:buNone/>
              <a:defRPr sz="827"/>
            </a:lvl4pPr>
            <a:lvl5pPr marL="1511869" indent="0">
              <a:buNone/>
              <a:defRPr sz="827"/>
            </a:lvl5pPr>
            <a:lvl6pPr marL="1889836" indent="0">
              <a:buNone/>
              <a:defRPr sz="827"/>
            </a:lvl6pPr>
            <a:lvl7pPr marL="2267803" indent="0">
              <a:buNone/>
              <a:defRPr sz="827"/>
            </a:lvl7pPr>
            <a:lvl8pPr marL="2645771" indent="0">
              <a:buNone/>
              <a:defRPr sz="827"/>
            </a:lvl8pPr>
            <a:lvl9pPr marL="3023738" indent="0">
              <a:buNone/>
              <a:defRPr sz="827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9D824B-A6D6-4B80-9712-3EA9580464B9}" type="datetimeFigureOut">
              <a:rPr lang="en-GB" smtClean="0"/>
              <a:t>01/11/2025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0F8EED-52B4-4D69-B3EC-94E696DC957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8825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og lodret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9D824B-A6D6-4B80-9712-3EA9580464B9}" type="datetimeFigureOut">
              <a:rPr lang="en-GB" smtClean="0"/>
              <a:t>01/11/2025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0F8EED-52B4-4D69-B3EC-94E696DC957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84451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Lodret titel og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409893" y="766678"/>
            <a:ext cx="1630055" cy="12203515"/>
          </a:xfrm>
        </p:spPr>
        <p:txBody>
          <a:bodyPr vert="eaVert"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19728" y="766678"/>
            <a:ext cx="4795669" cy="12203515"/>
          </a:xfrm>
        </p:spPr>
        <p:txBody>
          <a:bodyPr vert="eaVert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9D824B-A6D6-4B80-9712-3EA9580464B9}" type="datetimeFigureOut">
              <a:rPr lang="en-GB" smtClean="0"/>
              <a:t>01/11/2025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0F8EED-52B4-4D69-B3EC-94E696DC957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16538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19728" y="766681"/>
            <a:ext cx="6520220" cy="27833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9728" y="3833390"/>
            <a:ext cx="6520220" cy="913680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19728" y="13346867"/>
            <a:ext cx="1700927" cy="7666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9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29D824B-A6D6-4B80-9712-3EA9580464B9}" type="datetimeFigureOut">
              <a:rPr lang="en-GB" smtClean="0"/>
              <a:t>01/11/2025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04143" y="13346867"/>
            <a:ext cx="2551390" cy="7666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9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339020" y="13346867"/>
            <a:ext cx="1700927" cy="7666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9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40F8EED-52B4-4D69-B3EC-94E696DC957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47036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755934" rtl="0" eaLnBrk="1" latinLnBrk="0" hangingPunct="1">
        <a:lnSpc>
          <a:spcPct val="90000"/>
        </a:lnSpc>
        <a:spcBef>
          <a:spcPct val="0"/>
        </a:spcBef>
        <a:buNone/>
        <a:defRPr sz="363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8984" indent="-188984" algn="l" defTabSz="755934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2315" kern="1200">
          <a:solidFill>
            <a:schemeClr val="tx1"/>
          </a:solidFill>
          <a:latin typeface="+mn-lt"/>
          <a:ea typeface="+mn-ea"/>
          <a:cs typeface="+mn-cs"/>
        </a:defRPr>
      </a:lvl1pPr>
      <a:lvl2pPr marL="566951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2pPr>
      <a:lvl3pPr marL="944918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653" kern="1200">
          <a:solidFill>
            <a:schemeClr val="tx1"/>
          </a:solidFill>
          <a:latin typeface="+mn-lt"/>
          <a:ea typeface="+mn-ea"/>
          <a:cs typeface="+mn-cs"/>
        </a:defRPr>
      </a:lvl3pPr>
      <a:lvl4pPr marL="1322885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4pPr>
      <a:lvl5pPr marL="1700853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5pPr>
      <a:lvl6pPr marL="2078820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6pPr>
      <a:lvl7pPr marL="2456787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7pPr>
      <a:lvl8pPr marL="2834754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8pPr>
      <a:lvl9pPr marL="3212722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1pPr>
      <a:lvl2pPr marL="377967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2pPr>
      <a:lvl3pPr marL="755934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3pPr>
      <a:lvl4pPr marL="1133902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4pPr>
      <a:lvl5pPr marL="1511869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5pPr>
      <a:lvl6pPr marL="1889836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6pPr>
      <a:lvl7pPr marL="2267803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7pPr>
      <a:lvl8pPr marL="2645771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8pPr>
      <a:lvl9pPr marL="3023738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jpeg"/><Relationship Id="rId7" Type="http://schemas.openxmlformats.org/officeDocument/2006/relationships/image" Target="../media/image5.sv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svg"/><Relationship Id="rId5" Type="http://schemas.openxmlformats.org/officeDocument/2006/relationships/image" Target="../media/image3.sv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17000"/>
            <a:lum/>
          </a:blip>
          <a:srcRect/>
          <a:tile tx="0" ty="0" sx="100000" sy="100000" flip="none" algn="tl"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E0C603-E2BB-872E-068C-9A6EFA54AF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9" name="Rektangel 2088">
            <a:extLst>
              <a:ext uri="{FF2B5EF4-FFF2-40B4-BE49-F238E27FC236}">
                <a16:creationId xmlns:a16="http://schemas.microsoft.com/office/drawing/2014/main" id="{43D08CA3-F0E7-CE60-D067-EF7EFBAA979A}"/>
              </a:ext>
            </a:extLst>
          </p:cNvPr>
          <p:cNvSpPr/>
          <p:nvPr/>
        </p:nvSpPr>
        <p:spPr>
          <a:xfrm>
            <a:off x="5715062" y="12292013"/>
            <a:ext cx="178594" cy="862013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92" name="Rektangel 2091">
            <a:extLst>
              <a:ext uri="{FF2B5EF4-FFF2-40B4-BE49-F238E27FC236}">
                <a16:creationId xmlns:a16="http://schemas.microsoft.com/office/drawing/2014/main" id="{B5566B94-B169-22A6-0F47-627C5605A1E9}"/>
              </a:ext>
            </a:extLst>
          </p:cNvPr>
          <p:cNvSpPr/>
          <p:nvPr/>
        </p:nvSpPr>
        <p:spPr>
          <a:xfrm>
            <a:off x="4365788" y="12925425"/>
            <a:ext cx="178594" cy="228601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93" name="Rektangel 2092">
            <a:extLst>
              <a:ext uri="{FF2B5EF4-FFF2-40B4-BE49-F238E27FC236}">
                <a16:creationId xmlns:a16="http://schemas.microsoft.com/office/drawing/2014/main" id="{5907FA63-483F-96FD-B018-A2EC3A9E587A}"/>
              </a:ext>
            </a:extLst>
          </p:cNvPr>
          <p:cNvSpPr/>
          <p:nvPr/>
        </p:nvSpPr>
        <p:spPr>
          <a:xfrm>
            <a:off x="4590667" y="12925425"/>
            <a:ext cx="178594" cy="228601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94" name="Rektangel 2093">
            <a:extLst>
              <a:ext uri="{FF2B5EF4-FFF2-40B4-BE49-F238E27FC236}">
                <a16:creationId xmlns:a16="http://schemas.microsoft.com/office/drawing/2014/main" id="{96B02456-120D-99D3-8095-14357E5DD80C}"/>
              </a:ext>
            </a:extLst>
          </p:cNvPr>
          <p:cNvSpPr/>
          <p:nvPr/>
        </p:nvSpPr>
        <p:spPr>
          <a:xfrm>
            <a:off x="5939941" y="12849226"/>
            <a:ext cx="178594" cy="3048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97" name="Rektangel 2096">
            <a:extLst>
              <a:ext uri="{FF2B5EF4-FFF2-40B4-BE49-F238E27FC236}">
                <a16:creationId xmlns:a16="http://schemas.microsoft.com/office/drawing/2014/main" id="{A663CB4A-B2B7-25B7-69D9-5E8A1D113767}"/>
              </a:ext>
            </a:extLst>
          </p:cNvPr>
          <p:cNvSpPr/>
          <p:nvPr/>
        </p:nvSpPr>
        <p:spPr>
          <a:xfrm>
            <a:off x="6389699" y="12301539"/>
            <a:ext cx="178594" cy="85248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98" name="Rektangel 2097">
            <a:extLst>
              <a:ext uri="{FF2B5EF4-FFF2-40B4-BE49-F238E27FC236}">
                <a16:creationId xmlns:a16="http://schemas.microsoft.com/office/drawing/2014/main" id="{D33FD89F-64B7-DB18-78C3-7A98315FD880}"/>
              </a:ext>
            </a:extLst>
          </p:cNvPr>
          <p:cNvSpPr/>
          <p:nvPr/>
        </p:nvSpPr>
        <p:spPr>
          <a:xfrm>
            <a:off x="6614578" y="12925425"/>
            <a:ext cx="178594" cy="228601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099" name="Rektangel 2098">
            <a:extLst>
              <a:ext uri="{FF2B5EF4-FFF2-40B4-BE49-F238E27FC236}">
                <a16:creationId xmlns:a16="http://schemas.microsoft.com/office/drawing/2014/main" id="{1F122703-5038-E649-9ACB-2DD1BDA77EFA}"/>
              </a:ext>
            </a:extLst>
          </p:cNvPr>
          <p:cNvSpPr/>
          <p:nvPr/>
        </p:nvSpPr>
        <p:spPr>
          <a:xfrm>
            <a:off x="6839457" y="12853988"/>
            <a:ext cx="178594" cy="30003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30" name="Rektangel 2129">
            <a:extLst>
              <a:ext uri="{FF2B5EF4-FFF2-40B4-BE49-F238E27FC236}">
                <a16:creationId xmlns:a16="http://schemas.microsoft.com/office/drawing/2014/main" id="{F0D32FAD-45E4-787B-F107-5F6EF5EE76AE}"/>
              </a:ext>
            </a:extLst>
          </p:cNvPr>
          <p:cNvSpPr/>
          <p:nvPr/>
        </p:nvSpPr>
        <p:spPr>
          <a:xfrm>
            <a:off x="5040425" y="13006388"/>
            <a:ext cx="178594" cy="147637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31" name="Rektangel 2130">
            <a:extLst>
              <a:ext uri="{FF2B5EF4-FFF2-40B4-BE49-F238E27FC236}">
                <a16:creationId xmlns:a16="http://schemas.microsoft.com/office/drawing/2014/main" id="{3F656B92-2CFC-BBC9-27A7-E0E711209A35}"/>
              </a:ext>
            </a:extLst>
          </p:cNvPr>
          <p:cNvSpPr/>
          <p:nvPr/>
        </p:nvSpPr>
        <p:spPr>
          <a:xfrm>
            <a:off x="5490183" y="12925425"/>
            <a:ext cx="178594" cy="228601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23" name="Rektangel 2222">
            <a:extLst>
              <a:ext uri="{FF2B5EF4-FFF2-40B4-BE49-F238E27FC236}">
                <a16:creationId xmlns:a16="http://schemas.microsoft.com/office/drawing/2014/main" id="{858B18A6-2257-95C5-3E6A-43DA5EECF3B0}"/>
              </a:ext>
            </a:extLst>
          </p:cNvPr>
          <p:cNvSpPr/>
          <p:nvPr/>
        </p:nvSpPr>
        <p:spPr>
          <a:xfrm>
            <a:off x="390247" y="5523358"/>
            <a:ext cx="206933" cy="4571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174" name="Lige forbindelse 2173">
            <a:extLst>
              <a:ext uri="{FF2B5EF4-FFF2-40B4-BE49-F238E27FC236}">
                <a16:creationId xmlns:a16="http://schemas.microsoft.com/office/drawing/2014/main" id="{A72F5FF8-1798-874F-85CC-CDCAB991159B}"/>
              </a:ext>
            </a:extLst>
          </p:cNvPr>
          <p:cNvCxnSpPr>
            <a:cxnSpLocks/>
          </p:cNvCxnSpPr>
          <p:nvPr/>
        </p:nvCxnSpPr>
        <p:spPr>
          <a:xfrm>
            <a:off x="488950" y="5371754"/>
            <a:ext cx="4673600" cy="0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Kombinationstegning: figur 4">
            <a:extLst>
              <a:ext uri="{FF2B5EF4-FFF2-40B4-BE49-F238E27FC236}">
                <a16:creationId xmlns:a16="http://schemas.microsoft.com/office/drawing/2014/main" id="{3EFC1DF4-81E6-7339-891F-5F1093741AF9}"/>
              </a:ext>
            </a:extLst>
          </p:cNvPr>
          <p:cNvSpPr/>
          <p:nvPr/>
        </p:nvSpPr>
        <p:spPr>
          <a:xfrm>
            <a:off x="1134270" y="217782"/>
            <a:ext cx="5291137" cy="464971"/>
          </a:xfrm>
          <a:custGeom>
            <a:avLst/>
            <a:gdLst>
              <a:gd name="connsiteX0" fmla="*/ 6223000 w 6223000"/>
              <a:gd name="connsiteY0" fmla="*/ 1041400 h 1041400"/>
              <a:gd name="connsiteX1" fmla="*/ 5651500 w 6223000"/>
              <a:gd name="connsiteY1" fmla="*/ 1041400 h 1041400"/>
              <a:gd name="connsiteX2" fmla="*/ 5416549 w 6223000"/>
              <a:gd name="connsiteY2" fmla="*/ 1041400 h 1041400"/>
              <a:gd name="connsiteX3" fmla="*/ 806451 w 6223000"/>
              <a:gd name="connsiteY3" fmla="*/ 1041400 h 1041400"/>
              <a:gd name="connsiteX4" fmla="*/ 571500 w 6223000"/>
              <a:gd name="connsiteY4" fmla="*/ 1041400 h 1041400"/>
              <a:gd name="connsiteX5" fmla="*/ 0 w 6223000"/>
              <a:gd name="connsiteY5" fmla="*/ 1041400 h 1041400"/>
              <a:gd name="connsiteX6" fmla="*/ 336549 w 6223000"/>
              <a:gd name="connsiteY6" fmla="*/ 520700 h 1041400"/>
              <a:gd name="connsiteX7" fmla="*/ 0 w 6223000"/>
              <a:gd name="connsiteY7" fmla="*/ 0 h 1041400"/>
              <a:gd name="connsiteX8" fmla="*/ 571500 w 6223000"/>
              <a:gd name="connsiteY8" fmla="*/ 0 h 1041400"/>
              <a:gd name="connsiteX9" fmla="*/ 806451 w 6223000"/>
              <a:gd name="connsiteY9" fmla="*/ 0 h 1041400"/>
              <a:gd name="connsiteX10" fmla="*/ 5416549 w 6223000"/>
              <a:gd name="connsiteY10" fmla="*/ 0 h 1041400"/>
              <a:gd name="connsiteX11" fmla="*/ 5651500 w 6223000"/>
              <a:gd name="connsiteY11" fmla="*/ 0 h 1041400"/>
              <a:gd name="connsiteX12" fmla="*/ 6223000 w 6223000"/>
              <a:gd name="connsiteY12" fmla="*/ 0 h 1041400"/>
              <a:gd name="connsiteX13" fmla="*/ 5886451 w 6223000"/>
              <a:gd name="connsiteY13" fmla="*/ 520700 h 1041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6223000" h="1041400">
                <a:moveTo>
                  <a:pt x="6223000" y="1041400"/>
                </a:moveTo>
                <a:lnTo>
                  <a:pt x="5651500" y="1041400"/>
                </a:lnTo>
                <a:lnTo>
                  <a:pt x="5416549" y="1041400"/>
                </a:lnTo>
                <a:lnTo>
                  <a:pt x="806451" y="1041400"/>
                </a:lnTo>
                <a:lnTo>
                  <a:pt x="571500" y="1041400"/>
                </a:lnTo>
                <a:lnTo>
                  <a:pt x="0" y="1041400"/>
                </a:lnTo>
                <a:lnTo>
                  <a:pt x="336549" y="520700"/>
                </a:lnTo>
                <a:lnTo>
                  <a:pt x="0" y="0"/>
                </a:lnTo>
                <a:lnTo>
                  <a:pt x="571500" y="0"/>
                </a:lnTo>
                <a:lnTo>
                  <a:pt x="806451" y="0"/>
                </a:lnTo>
                <a:lnTo>
                  <a:pt x="5416549" y="0"/>
                </a:lnTo>
                <a:lnTo>
                  <a:pt x="5651500" y="0"/>
                </a:lnTo>
                <a:lnTo>
                  <a:pt x="6223000" y="0"/>
                </a:lnTo>
                <a:lnTo>
                  <a:pt x="5886451" y="520700"/>
                </a:lnTo>
                <a:close/>
              </a:path>
            </a:pathLst>
          </a:cu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GB" sz="2000" dirty="0">
                <a:solidFill>
                  <a:schemeClr val="bg1"/>
                </a:solidFill>
                <a:latin typeface="Amasis MT Pro Medium" panose="02040604050005020304" pitchFamily="18" charset="0"/>
              </a:rPr>
              <a:t>ROTTEHULLET BY THE NUMBERS</a:t>
            </a:r>
          </a:p>
        </p:txBody>
      </p:sp>
      <p:grpSp>
        <p:nvGrpSpPr>
          <p:cNvPr id="55" name="Gruppe 54">
            <a:extLst>
              <a:ext uri="{FF2B5EF4-FFF2-40B4-BE49-F238E27FC236}">
                <a16:creationId xmlns:a16="http://schemas.microsoft.com/office/drawing/2014/main" id="{09053E0C-42F3-0E1E-92A5-9A5E30059454}"/>
              </a:ext>
            </a:extLst>
          </p:cNvPr>
          <p:cNvGrpSpPr/>
          <p:nvPr/>
        </p:nvGrpSpPr>
        <p:grpSpPr>
          <a:xfrm>
            <a:off x="364139" y="829392"/>
            <a:ext cx="6831394" cy="252000"/>
            <a:chOff x="111917" y="749432"/>
            <a:chExt cx="6831394" cy="252000"/>
          </a:xfrm>
        </p:grpSpPr>
        <p:pic>
          <p:nvPicPr>
            <p:cNvPr id="31" name="Grafik 30" descr="Rotte med massiv udfyldning">
              <a:extLst>
                <a:ext uri="{FF2B5EF4-FFF2-40B4-BE49-F238E27FC236}">
                  <a16:creationId xmlns:a16="http://schemas.microsoft.com/office/drawing/2014/main" id="{280F50A1-CE3A-BBC8-BFA3-D92145812F7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11917" y="749432"/>
              <a:ext cx="252000" cy="252000"/>
            </a:xfrm>
            <a:prstGeom prst="rect">
              <a:avLst/>
            </a:prstGeom>
          </p:spPr>
        </p:pic>
        <p:pic>
          <p:nvPicPr>
            <p:cNvPr id="32" name="Grafik 31" descr="Rotte med massiv udfyldning">
              <a:extLst>
                <a:ext uri="{FF2B5EF4-FFF2-40B4-BE49-F238E27FC236}">
                  <a16:creationId xmlns:a16="http://schemas.microsoft.com/office/drawing/2014/main" id="{3DD604C8-1CCE-054C-E32E-E7EA3E04C8D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97978" y="749432"/>
              <a:ext cx="252000" cy="252000"/>
            </a:xfrm>
            <a:prstGeom prst="rect">
              <a:avLst/>
            </a:prstGeom>
          </p:spPr>
        </p:pic>
        <p:pic>
          <p:nvPicPr>
            <p:cNvPr id="33" name="Grafik 32" descr="Rotte med massiv udfyldning">
              <a:extLst>
                <a:ext uri="{FF2B5EF4-FFF2-40B4-BE49-F238E27FC236}">
                  <a16:creationId xmlns:a16="http://schemas.microsoft.com/office/drawing/2014/main" id="{528695D8-716F-D26A-B270-9515BC9CF19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84039" y="749432"/>
              <a:ext cx="252000" cy="252000"/>
            </a:xfrm>
            <a:prstGeom prst="rect">
              <a:avLst/>
            </a:prstGeom>
          </p:spPr>
        </p:pic>
        <p:pic>
          <p:nvPicPr>
            <p:cNvPr id="34" name="Grafik 33" descr="Rotte med massiv udfyldning">
              <a:extLst>
                <a:ext uri="{FF2B5EF4-FFF2-40B4-BE49-F238E27FC236}">
                  <a16:creationId xmlns:a16="http://schemas.microsoft.com/office/drawing/2014/main" id="{9FF141DE-E3E2-9336-F389-F7491A33CF1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70100" y="749432"/>
              <a:ext cx="252000" cy="252000"/>
            </a:xfrm>
            <a:prstGeom prst="rect">
              <a:avLst/>
            </a:prstGeom>
          </p:spPr>
        </p:pic>
        <p:pic>
          <p:nvPicPr>
            <p:cNvPr id="35" name="Grafik 34" descr="Rotte med massiv udfyldning">
              <a:extLst>
                <a:ext uri="{FF2B5EF4-FFF2-40B4-BE49-F238E27FC236}">
                  <a16:creationId xmlns:a16="http://schemas.microsoft.com/office/drawing/2014/main" id="{1431EBA0-BCA7-3523-322B-875FE5A9763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256161" y="749432"/>
              <a:ext cx="252000" cy="252000"/>
            </a:xfrm>
            <a:prstGeom prst="rect">
              <a:avLst/>
            </a:prstGeom>
          </p:spPr>
        </p:pic>
        <p:pic>
          <p:nvPicPr>
            <p:cNvPr id="36" name="Grafik 35" descr="Rotte med massiv udfyldning">
              <a:extLst>
                <a:ext uri="{FF2B5EF4-FFF2-40B4-BE49-F238E27FC236}">
                  <a16:creationId xmlns:a16="http://schemas.microsoft.com/office/drawing/2014/main" id="{FDDEB874-C9D2-BB65-1147-72423533779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542222" y="749432"/>
              <a:ext cx="252000" cy="252000"/>
            </a:xfrm>
            <a:prstGeom prst="rect">
              <a:avLst/>
            </a:prstGeom>
          </p:spPr>
        </p:pic>
        <p:pic>
          <p:nvPicPr>
            <p:cNvPr id="37" name="Grafik 36" descr="Rotte med massiv udfyldning">
              <a:extLst>
                <a:ext uri="{FF2B5EF4-FFF2-40B4-BE49-F238E27FC236}">
                  <a16:creationId xmlns:a16="http://schemas.microsoft.com/office/drawing/2014/main" id="{4175B85A-2680-BA5C-7F7B-471DCA75287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828283" y="749432"/>
              <a:ext cx="252000" cy="252000"/>
            </a:xfrm>
            <a:prstGeom prst="rect">
              <a:avLst/>
            </a:prstGeom>
          </p:spPr>
        </p:pic>
        <p:pic>
          <p:nvPicPr>
            <p:cNvPr id="38" name="Grafik 37" descr="Rotte med massiv udfyldning">
              <a:extLst>
                <a:ext uri="{FF2B5EF4-FFF2-40B4-BE49-F238E27FC236}">
                  <a16:creationId xmlns:a16="http://schemas.microsoft.com/office/drawing/2014/main" id="{8D2E40E0-74BC-736D-3E0C-5BDD547134E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114344" y="749432"/>
              <a:ext cx="252000" cy="252000"/>
            </a:xfrm>
            <a:prstGeom prst="rect">
              <a:avLst/>
            </a:prstGeom>
          </p:spPr>
        </p:pic>
        <p:pic>
          <p:nvPicPr>
            <p:cNvPr id="39" name="Grafik 38" descr="Rotte med massiv udfyldning">
              <a:extLst>
                <a:ext uri="{FF2B5EF4-FFF2-40B4-BE49-F238E27FC236}">
                  <a16:creationId xmlns:a16="http://schemas.microsoft.com/office/drawing/2014/main" id="{60F3940F-A0B9-C55C-86CF-73E9016A544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400405" y="749432"/>
              <a:ext cx="252000" cy="252000"/>
            </a:xfrm>
            <a:prstGeom prst="rect">
              <a:avLst/>
            </a:prstGeom>
          </p:spPr>
        </p:pic>
        <p:pic>
          <p:nvPicPr>
            <p:cNvPr id="40" name="Grafik 39" descr="Rotte med massiv udfyldning">
              <a:extLst>
                <a:ext uri="{FF2B5EF4-FFF2-40B4-BE49-F238E27FC236}">
                  <a16:creationId xmlns:a16="http://schemas.microsoft.com/office/drawing/2014/main" id="{41E19A01-5D43-2DF8-49EC-707913D3FA2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686466" y="749432"/>
              <a:ext cx="252000" cy="252000"/>
            </a:xfrm>
            <a:prstGeom prst="rect">
              <a:avLst/>
            </a:prstGeom>
          </p:spPr>
        </p:pic>
        <p:pic>
          <p:nvPicPr>
            <p:cNvPr id="41" name="Grafik 40" descr="Rotte med massiv udfyldning">
              <a:extLst>
                <a:ext uri="{FF2B5EF4-FFF2-40B4-BE49-F238E27FC236}">
                  <a16:creationId xmlns:a16="http://schemas.microsoft.com/office/drawing/2014/main" id="{1EBA6111-EC6F-BB9B-DA23-C2501A60D66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972527" y="749432"/>
              <a:ext cx="252000" cy="252000"/>
            </a:xfrm>
            <a:prstGeom prst="rect">
              <a:avLst/>
            </a:prstGeom>
          </p:spPr>
        </p:pic>
        <p:pic>
          <p:nvPicPr>
            <p:cNvPr id="42" name="Grafik 41" descr="Rotte med massiv udfyldning">
              <a:extLst>
                <a:ext uri="{FF2B5EF4-FFF2-40B4-BE49-F238E27FC236}">
                  <a16:creationId xmlns:a16="http://schemas.microsoft.com/office/drawing/2014/main" id="{18B56B53-EE26-0518-7E04-77FA1960FB4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544649" y="749432"/>
              <a:ext cx="252000" cy="252000"/>
            </a:xfrm>
            <a:prstGeom prst="rect">
              <a:avLst/>
            </a:prstGeom>
          </p:spPr>
        </p:pic>
        <p:pic>
          <p:nvPicPr>
            <p:cNvPr id="43" name="Grafik 42" descr="Rotte med massiv udfyldning">
              <a:extLst>
                <a:ext uri="{FF2B5EF4-FFF2-40B4-BE49-F238E27FC236}">
                  <a16:creationId xmlns:a16="http://schemas.microsoft.com/office/drawing/2014/main" id="{8092BD4E-4CA9-C38B-53CD-2382CBE27A5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116771" y="749432"/>
              <a:ext cx="252000" cy="252000"/>
            </a:xfrm>
            <a:prstGeom prst="rect">
              <a:avLst/>
            </a:prstGeom>
          </p:spPr>
        </p:pic>
        <p:pic>
          <p:nvPicPr>
            <p:cNvPr id="44" name="Grafik 43" descr="Rotte med massiv udfyldning">
              <a:extLst>
                <a:ext uri="{FF2B5EF4-FFF2-40B4-BE49-F238E27FC236}">
                  <a16:creationId xmlns:a16="http://schemas.microsoft.com/office/drawing/2014/main" id="{54993101-1751-6B89-D79B-784D9E3B731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688893" y="749432"/>
              <a:ext cx="252000" cy="252000"/>
            </a:xfrm>
            <a:prstGeom prst="rect">
              <a:avLst/>
            </a:prstGeom>
          </p:spPr>
        </p:pic>
        <p:pic>
          <p:nvPicPr>
            <p:cNvPr id="45" name="Grafik 44" descr="Rotte med massiv udfyldning">
              <a:extLst>
                <a:ext uri="{FF2B5EF4-FFF2-40B4-BE49-F238E27FC236}">
                  <a16:creationId xmlns:a16="http://schemas.microsoft.com/office/drawing/2014/main" id="{548DCF78-6735-2E70-2459-25DA0B3A7E2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261015" y="749432"/>
              <a:ext cx="252000" cy="252000"/>
            </a:xfrm>
            <a:prstGeom prst="rect">
              <a:avLst/>
            </a:prstGeom>
          </p:spPr>
        </p:pic>
        <p:pic>
          <p:nvPicPr>
            <p:cNvPr id="46" name="Grafik 45" descr="Rotte med massiv udfyldning">
              <a:extLst>
                <a:ext uri="{FF2B5EF4-FFF2-40B4-BE49-F238E27FC236}">
                  <a16:creationId xmlns:a16="http://schemas.microsoft.com/office/drawing/2014/main" id="{ED58F041-9D90-B8A4-D485-8050561F778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833137" y="749432"/>
              <a:ext cx="252000" cy="252000"/>
            </a:xfrm>
            <a:prstGeom prst="rect">
              <a:avLst/>
            </a:prstGeom>
          </p:spPr>
        </p:pic>
        <p:pic>
          <p:nvPicPr>
            <p:cNvPr id="47" name="Grafik 46" descr="Rotte med massiv udfyldning">
              <a:extLst>
                <a:ext uri="{FF2B5EF4-FFF2-40B4-BE49-F238E27FC236}">
                  <a16:creationId xmlns:a16="http://schemas.microsoft.com/office/drawing/2014/main" id="{4F2AFF97-07E1-7D8C-4005-9BA47D2625A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405259" y="749432"/>
              <a:ext cx="252000" cy="252000"/>
            </a:xfrm>
            <a:prstGeom prst="rect">
              <a:avLst/>
            </a:prstGeom>
          </p:spPr>
        </p:pic>
        <p:pic>
          <p:nvPicPr>
            <p:cNvPr id="48" name="Grafik 47" descr="Rotte med massiv udfyldning">
              <a:extLst>
                <a:ext uri="{FF2B5EF4-FFF2-40B4-BE49-F238E27FC236}">
                  <a16:creationId xmlns:a16="http://schemas.microsoft.com/office/drawing/2014/main" id="{21E82146-0EF0-0C91-C0E9-A2EF00CE0AE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691311" y="749432"/>
              <a:ext cx="252000" cy="252000"/>
            </a:xfrm>
            <a:prstGeom prst="rect">
              <a:avLst/>
            </a:prstGeom>
          </p:spPr>
        </p:pic>
        <p:pic>
          <p:nvPicPr>
            <p:cNvPr id="49" name="Grafik 48" descr="Rotte med massiv udfyldning">
              <a:extLst>
                <a:ext uri="{FF2B5EF4-FFF2-40B4-BE49-F238E27FC236}">
                  <a16:creationId xmlns:a16="http://schemas.microsoft.com/office/drawing/2014/main" id="{5A27B14F-9C68-3C82-9F07-09DC1722D43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258588" y="749432"/>
              <a:ext cx="252000" cy="252000"/>
            </a:xfrm>
            <a:prstGeom prst="rect">
              <a:avLst/>
            </a:prstGeom>
          </p:spPr>
        </p:pic>
        <p:pic>
          <p:nvPicPr>
            <p:cNvPr id="50" name="Grafik 49" descr="Rotte med massiv udfyldning">
              <a:extLst>
                <a:ext uri="{FF2B5EF4-FFF2-40B4-BE49-F238E27FC236}">
                  <a16:creationId xmlns:a16="http://schemas.microsoft.com/office/drawing/2014/main" id="{3353CFEA-8A24-E654-F902-668D0F93052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830710" y="749432"/>
              <a:ext cx="252000" cy="252000"/>
            </a:xfrm>
            <a:prstGeom prst="rect">
              <a:avLst/>
            </a:prstGeom>
          </p:spPr>
        </p:pic>
        <p:pic>
          <p:nvPicPr>
            <p:cNvPr id="51" name="Grafik 50" descr="Rotte med massiv udfyldning">
              <a:extLst>
                <a:ext uri="{FF2B5EF4-FFF2-40B4-BE49-F238E27FC236}">
                  <a16:creationId xmlns:a16="http://schemas.microsoft.com/office/drawing/2014/main" id="{E7D54D18-5DCD-97B3-E19F-621A32294E8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402832" y="749432"/>
              <a:ext cx="252000" cy="252000"/>
            </a:xfrm>
            <a:prstGeom prst="rect">
              <a:avLst/>
            </a:prstGeom>
          </p:spPr>
        </p:pic>
        <p:pic>
          <p:nvPicPr>
            <p:cNvPr id="52" name="Grafik 51" descr="Rotte med massiv udfyldning">
              <a:extLst>
                <a:ext uri="{FF2B5EF4-FFF2-40B4-BE49-F238E27FC236}">
                  <a16:creationId xmlns:a16="http://schemas.microsoft.com/office/drawing/2014/main" id="{E43E5CF9-AA79-91AE-861C-63EBE6A8EAC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974954" y="749432"/>
              <a:ext cx="252000" cy="252000"/>
            </a:xfrm>
            <a:prstGeom prst="rect">
              <a:avLst/>
            </a:prstGeom>
          </p:spPr>
        </p:pic>
        <p:pic>
          <p:nvPicPr>
            <p:cNvPr id="53" name="Grafik 52" descr="Rotte med massiv udfyldning">
              <a:extLst>
                <a:ext uri="{FF2B5EF4-FFF2-40B4-BE49-F238E27FC236}">
                  <a16:creationId xmlns:a16="http://schemas.microsoft.com/office/drawing/2014/main" id="{AA31BE7C-C75D-580C-2B61-D4A2F62ADBC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547076" y="749432"/>
              <a:ext cx="252000" cy="252000"/>
            </a:xfrm>
            <a:prstGeom prst="rect">
              <a:avLst/>
            </a:prstGeom>
          </p:spPr>
        </p:pic>
        <p:pic>
          <p:nvPicPr>
            <p:cNvPr id="54" name="Grafik 53" descr="Rotte med massiv udfyldning">
              <a:extLst>
                <a:ext uri="{FF2B5EF4-FFF2-40B4-BE49-F238E27FC236}">
                  <a16:creationId xmlns:a16="http://schemas.microsoft.com/office/drawing/2014/main" id="{97EC2FDE-B747-F9E2-1535-9336680E6CD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119198" y="749432"/>
              <a:ext cx="252000" cy="252000"/>
            </a:xfrm>
            <a:prstGeom prst="rect">
              <a:avLst/>
            </a:prstGeom>
          </p:spPr>
        </p:pic>
      </p:grpSp>
      <p:sp>
        <p:nvSpPr>
          <p:cNvPr id="56" name="Rektangel 55">
            <a:extLst>
              <a:ext uri="{FF2B5EF4-FFF2-40B4-BE49-F238E27FC236}">
                <a16:creationId xmlns:a16="http://schemas.microsoft.com/office/drawing/2014/main" id="{95344826-36A5-48F5-0A9C-C6AB831A3196}"/>
              </a:ext>
            </a:extLst>
          </p:cNvPr>
          <p:cNvSpPr/>
          <p:nvPr/>
        </p:nvSpPr>
        <p:spPr>
          <a:xfrm>
            <a:off x="349465" y="3312445"/>
            <a:ext cx="3141958" cy="312267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Amasis MT Pro Medium" panose="02040604050005020304" pitchFamily="18" charset="0"/>
              </a:rPr>
              <a:t>MOST ROOMIES ATTAINED</a:t>
            </a:r>
          </a:p>
        </p:txBody>
      </p:sp>
      <p:grpSp>
        <p:nvGrpSpPr>
          <p:cNvPr id="2059" name="Gruppe 2058">
            <a:extLst>
              <a:ext uri="{FF2B5EF4-FFF2-40B4-BE49-F238E27FC236}">
                <a16:creationId xmlns:a16="http://schemas.microsoft.com/office/drawing/2014/main" id="{8892D531-54D9-732E-925A-106C1DFBD684}"/>
              </a:ext>
            </a:extLst>
          </p:cNvPr>
          <p:cNvGrpSpPr/>
          <p:nvPr/>
        </p:nvGrpSpPr>
        <p:grpSpPr>
          <a:xfrm>
            <a:off x="283924" y="2114736"/>
            <a:ext cx="3272800" cy="1111691"/>
            <a:chOff x="341785" y="2903833"/>
            <a:chExt cx="3272800" cy="1111691"/>
          </a:xfrm>
        </p:grpSpPr>
        <p:sp>
          <p:nvSpPr>
            <p:cNvPr id="60" name="Rektangel 59">
              <a:extLst>
                <a:ext uri="{FF2B5EF4-FFF2-40B4-BE49-F238E27FC236}">
                  <a16:creationId xmlns:a16="http://schemas.microsoft.com/office/drawing/2014/main" id="{D3DC0036-F07E-3EAB-C40E-80579F5BC6AA}"/>
                </a:ext>
              </a:extLst>
            </p:cNvPr>
            <p:cNvSpPr/>
            <p:nvPr/>
          </p:nvSpPr>
          <p:spPr>
            <a:xfrm>
              <a:off x="2530109" y="3539274"/>
              <a:ext cx="1019175" cy="476250"/>
            </a:xfrm>
            <a:prstGeom prst="rect">
              <a:avLst/>
            </a:prstGeom>
            <a:solidFill>
              <a:srgbClr val="AD654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b="1" dirty="0">
                  <a:latin typeface="Amasis MT Pro" panose="02040504050005020304" pitchFamily="18" charset="0"/>
                </a:rPr>
                <a:t>3</a:t>
              </a:r>
            </a:p>
          </p:txBody>
        </p:sp>
        <p:sp>
          <p:nvSpPr>
            <p:cNvPr id="61" name="Rektangel 60">
              <a:extLst>
                <a:ext uri="{FF2B5EF4-FFF2-40B4-BE49-F238E27FC236}">
                  <a16:creationId xmlns:a16="http://schemas.microsoft.com/office/drawing/2014/main" id="{95E4BC37-5A05-1776-A36E-E62F8FC24193}"/>
                </a:ext>
              </a:extLst>
            </p:cNvPr>
            <p:cNvSpPr/>
            <p:nvPr/>
          </p:nvSpPr>
          <p:spPr>
            <a:xfrm>
              <a:off x="403042" y="3381442"/>
              <a:ext cx="1019175" cy="634082"/>
            </a:xfrm>
            <a:prstGeom prst="rect">
              <a:avLst/>
            </a:prstGeom>
            <a:solidFill>
              <a:srgbClr val="995D4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1" b="1" dirty="0">
                  <a:latin typeface="Amasis MT Pro" panose="02040504050005020304" pitchFamily="18" charset="0"/>
                </a:rPr>
                <a:t>2</a:t>
              </a:r>
            </a:p>
          </p:txBody>
        </p:sp>
        <p:grpSp>
          <p:nvGrpSpPr>
            <p:cNvPr id="2056" name="Gruppe 2055">
              <a:extLst>
                <a:ext uri="{FF2B5EF4-FFF2-40B4-BE49-F238E27FC236}">
                  <a16:creationId xmlns:a16="http://schemas.microsoft.com/office/drawing/2014/main" id="{FE72FC39-D476-412C-7B56-63F16081B708}"/>
                </a:ext>
              </a:extLst>
            </p:cNvPr>
            <p:cNvGrpSpPr/>
            <p:nvPr/>
          </p:nvGrpSpPr>
          <p:grpSpPr>
            <a:xfrm>
              <a:off x="2309614" y="3378267"/>
              <a:ext cx="1304971" cy="166875"/>
              <a:chOff x="2901265" y="2878706"/>
              <a:chExt cx="1304971" cy="166875"/>
            </a:xfrm>
          </p:grpSpPr>
          <p:sp>
            <p:nvSpPr>
              <p:cNvPr id="63" name="Rektangel 62">
                <a:extLst>
                  <a:ext uri="{FF2B5EF4-FFF2-40B4-BE49-F238E27FC236}">
                    <a16:creationId xmlns:a16="http://schemas.microsoft.com/office/drawing/2014/main" id="{207DCD58-253B-3E03-8D7C-A52523B73AE5}"/>
                  </a:ext>
                </a:extLst>
              </p:cNvPr>
              <p:cNvSpPr/>
              <p:nvPr/>
            </p:nvSpPr>
            <p:spPr>
              <a:xfrm>
                <a:off x="3121919" y="2980156"/>
                <a:ext cx="1084317" cy="65425"/>
              </a:xfrm>
              <a:prstGeom prst="rect">
                <a:avLst/>
              </a:prstGeom>
              <a:solidFill>
                <a:srgbClr val="89482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2053" name="Ligebenet trapez 2052">
                <a:extLst>
                  <a:ext uri="{FF2B5EF4-FFF2-40B4-BE49-F238E27FC236}">
                    <a16:creationId xmlns:a16="http://schemas.microsoft.com/office/drawing/2014/main" id="{2659F5CF-EE05-BFAA-D389-E705C80D140F}"/>
                  </a:ext>
                </a:extLst>
              </p:cNvPr>
              <p:cNvSpPr/>
              <p:nvPr/>
            </p:nvSpPr>
            <p:spPr>
              <a:xfrm>
                <a:off x="2901265" y="2878706"/>
                <a:ext cx="1304788" cy="103924"/>
              </a:xfrm>
              <a:prstGeom prst="trapezoid">
                <a:avLst>
                  <a:gd name="adj" fmla="val 171646"/>
                </a:avLst>
              </a:prstGeom>
              <a:solidFill>
                <a:srgbClr val="57403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2057" name="Gruppe 2056">
              <a:extLst>
                <a:ext uri="{FF2B5EF4-FFF2-40B4-BE49-F238E27FC236}">
                  <a16:creationId xmlns:a16="http://schemas.microsoft.com/office/drawing/2014/main" id="{CE01D7FF-BD6C-2F89-7E96-5E88C9054875}"/>
                </a:ext>
              </a:extLst>
            </p:cNvPr>
            <p:cNvGrpSpPr/>
            <p:nvPr/>
          </p:nvGrpSpPr>
          <p:grpSpPr>
            <a:xfrm>
              <a:off x="341785" y="3220424"/>
              <a:ext cx="1304788" cy="169349"/>
              <a:chOff x="185874" y="2888640"/>
              <a:chExt cx="1304788" cy="169349"/>
            </a:xfrm>
          </p:grpSpPr>
          <p:sp>
            <p:nvSpPr>
              <p:cNvPr id="62" name="Rektangel 61">
                <a:extLst>
                  <a:ext uri="{FF2B5EF4-FFF2-40B4-BE49-F238E27FC236}">
                    <a16:creationId xmlns:a16="http://schemas.microsoft.com/office/drawing/2014/main" id="{5446F78B-715F-ED0D-B65F-F67686EA4643}"/>
                  </a:ext>
                </a:extLst>
              </p:cNvPr>
              <p:cNvSpPr/>
              <p:nvPr/>
            </p:nvSpPr>
            <p:spPr>
              <a:xfrm>
                <a:off x="185874" y="2992564"/>
                <a:ext cx="1084317" cy="65425"/>
              </a:xfrm>
              <a:prstGeom prst="rect">
                <a:avLst/>
              </a:prstGeom>
              <a:solidFill>
                <a:srgbClr val="89482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054" name="Ligebenet trapez 2053">
                <a:extLst>
                  <a:ext uri="{FF2B5EF4-FFF2-40B4-BE49-F238E27FC236}">
                    <a16:creationId xmlns:a16="http://schemas.microsoft.com/office/drawing/2014/main" id="{F73BDA9C-7197-FB25-099B-7363D5320C3D}"/>
                  </a:ext>
                </a:extLst>
              </p:cNvPr>
              <p:cNvSpPr/>
              <p:nvPr/>
            </p:nvSpPr>
            <p:spPr>
              <a:xfrm>
                <a:off x="185874" y="2888640"/>
                <a:ext cx="1304788" cy="103924"/>
              </a:xfrm>
              <a:prstGeom prst="trapezoid">
                <a:avLst>
                  <a:gd name="adj" fmla="val 171646"/>
                </a:avLst>
              </a:prstGeom>
              <a:solidFill>
                <a:srgbClr val="57403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2058" name="Gruppe 2057">
              <a:extLst>
                <a:ext uri="{FF2B5EF4-FFF2-40B4-BE49-F238E27FC236}">
                  <a16:creationId xmlns:a16="http://schemas.microsoft.com/office/drawing/2014/main" id="{ED6648B7-2CC6-1758-5339-1B12F3BA9852}"/>
                </a:ext>
              </a:extLst>
            </p:cNvPr>
            <p:cNvGrpSpPr/>
            <p:nvPr/>
          </p:nvGrpSpPr>
          <p:grpSpPr>
            <a:xfrm>
              <a:off x="1381109" y="2903833"/>
              <a:ext cx="1190290" cy="167575"/>
              <a:chOff x="1625935" y="2781950"/>
              <a:chExt cx="1190290" cy="167575"/>
            </a:xfrm>
          </p:grpSpPr>
          <p:sp>
            <p:nvSpPr>
              <p:cNvPr id="2048" name="Rektangel 2047">
                <a:extLst>
                  <a:ext uri="{FF2B5EF4-FFF2-40B4-BE49-F238E27FC236}">
                    <a16:creationId xmlns:a16="http://schemas.microsoft.com/office/drawing/2014/main" id="{14CF2595-F187-A200-10A7-1AB716DC646B}"/>
                  </a:ext>
                </a:extLst>
              </p:cNvPr>
              <p:cNvSpPr/>
              <p:nvPr/>
            </p:nvSpPr>
            <p:spPr>
              <a:xfrm>
                <a:off x="1625935" y="2884100"/>
                <a:ext cx="1190290" cy="65425"/>
              </a:xfrm>
              <a:prstGeom prst="rect">
                <a:avLst/>
              </a:prstGeom>
              <a:solidFill>
                <a:srgbClr val="B05837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055" name="Ligebenet trapez 2054">
                <a:extLst>
                  <a:ext uri="{FF2B5EF4-FFF2-40B4-BE49-F238E27FC236}">
                    <a16:creationId xmlns:a16="http://schemas.microsoft.com/office/drawing/2014/main" id="{2745EC3E-1F1E-88EC-BF86-CC5E2179B065}"/>
                  </a:ext>
                </a:extLst>
              </p:cNvPr>
              <p:cNvSpPr/>
              <p:nvPr/>
            </p:nvSpPr>
            <p:spPr>
              <a:xfrm>
                <a:off x="1625935" y="2781950"/>
                <a:ext cx="1190290" cy="103924"/>
              </a:xfrm>
              <a:prstGeom prst="trapezoid">
                <a:avLst>
                  <a:gd name="adj" fmla="val 171646"/>
                </a:avLst>
              </a:prstGeom>
              <a:solidFill>
                <a:srgbClr val="57403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sp>
          <p:nvSpPr>
            <p:cNvPr id="59" name="Rektangel 58">
              <a:extLst>
                <a:ext uri="{FF2B5EF4-FFF2-40B4-BE49-F238E27FC236}">
                  <a16:creationId xmlns:a16="http://schemas.microsoft.com/office/drawing/2014/main" id="{CECC48F2-ED3A-F5F8-14EE-5A60553ABAD5}"/>
                </a:ext>
              </a:extLst>
            </p:cNvPr>
            <p:cNvSpPr/>
            <p:nvPr/>
          </p:nvSpPr>
          <p:spPr>
            <a:xfrm>
              <a:off x="1422217" y="3063024"/>
              <a:ext cx="1108075" cy="952500"/>
            </a:xfrm>
            <a:prstGeom prst="rect">
              <a:avLst/>
            </a:prstGeom>
            <a:solidFill>
              <a:srgbClr val="D6875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4001" b="1" dirty="0">
                  <a:latin typeface="Amasis MT Pro" panose="02040504050005020304" pitchFamily="18" charset="0"/>
                </a:rPr>
                <a:t>1</a:t>
              </a:r>
            </a:p>
          </p:txBody>
        </p:sp>
      </p:grpSp>
      <p:pic>
        <p:nvPicPr>
          <p:cNvPr id="2060" name="Grafik 2059" descr="Rotte med massiv udfyldning">
            <a:extLst>
              <a:ext uri="{FF2B5EF4-FFF2-40B4-BE49-F238E27FC236}">
                <a16:creationId xmlns:a16="http://schemas.microsoft.com/office/drawing/2014/main" id="{548E80C7-9692-E803-0228-C6302CAE662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67988" y="1458704"/>
            <a:ext cx="910491" cy="910491"/>
          </a:xfrm>
          <a:prstGeom prst="rect">
            <a:avLst/>
          </a:prstGeom>
        </p:spPr>
      </p:pic>
      <p:sp>
        <p:nvSpPr>
          <p:cNvPr id="2061" name="Stjerne: 4 takker 2060">
            <a:extLst>
              <a:ext uri="{FF2B5EF4-FFF2-40B4-BE49-F238E27FC236}">
                <a16:creationId xmlns:a16="http://schemas.microsoft.com/office/drawing/2014/main" id="{2560F3EC-8FF6-A363-F3CD-8832B583E49A}"/>
              </a:ext>
            </a:extLst>
          </p:cNvPr>
          <p:cNvSpPr/>
          <p:nvPr/>
        </p:nvSpPr>
        <p:spPr>
          <a:xfrm>
            <a:off x="1667850" y="1754032"/>
            <a:ext cx="250545" cy="239292"/>
          </a:xfrm>
          <a:prstGeom prst="star4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62" name="Stjerne: 4 takker 2061">
            <a:extLst>
              <a:ext uri="{FF2B5EF4-FFF2-40B4-BE49-F238E27FC236}">
                <a16:creationId xmlns:a16="http://schemas.microsoft.com/office/drawing/2014/main" id="{9E8F370F-F71B-8EAC-209D-86C44343EEAC}"/>
              </a:ext>
            </a:extLst>
          </p:cNvPr>
          <p:cNvSpPr/>
          <p:nvPr/>
        </p:nvSpPr>
        <p:spPr>
          <a:xfrm>
            <a:off x="1846105" y="1846907"/>
            <a:ext cx="144576" cy="138083"/>
          </a:xfrm>
          <a:prstGeom prst="star4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064" name="Grafik 2063" descr="Rotte med massiv udfyldning">
            <a:extLst>
              <a:ext uri="{FF2B5EF4-FFF2-40B4-BE49-F238E27FC236}">
                <a16:creationId xmlns:a16="http://schemas.microsoft.com/office/drawing/2014/main" id="{51F0F0DE-7644-83FE-1288-FD28E7A1965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71646" y="1848488"/>
            <a:ext cx="820422" cy="820422"/>
          </a:xfrm>
          <a:prstGeom prst="rect">
            <a:avLst/>
          </a:prstGeom>
        </p:spPr>
      </p:pic>
      <p:sp>
        <p:nvSpPr>
          <p:cNvPr id="2065" name="Stjerne: 4 takker 2064">
            <a:extLst>
              <a:ext uri="{FF2B5EF4-FFF2-40B4-BE49-F238E27FC236}">
                <a16:creationId xmlns:a16="http://schemas.microsoft.com/office/drawing/2014/main" id="{F96316F6-12D3-8162-DDEF-411EFFAAA67F}"/>
              </a:ext>
            </a:extLst>
          </p:cNvPr>
          <p:cNvSpPr/>
          <p:nvPr/>
        </p:nvSpPr>
        <p:spPr>
          <a:xfrm>
            <a:off x="826083" y="2117988"/>
            <a:ext cx="172049" cy="164322"/>
          </a:xfrm>
          <a:prstGeom prst="star4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066" name="Grafik 2065" descr="Rotte med massiv udfyldning">
            <a:extLst>
              <a:ext uri="{FF2B5EF4-FFF2-40B4-BE49-F238E27FC236}">
                <a16:creationId xmlns:a16="http://schemas.microsoft.com/office/drawing/2014/main" id="{6650FE38-2309-257F-2513-E1AE792B66A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605543" y="2077163"/>
            <a:ext cx="749288" cy="749288"/>
          </a:xfrm>
          <a:prstGeom prst="rect">
            <a:avLst/>
          </a:prstGeom>
        </p:spPr>
      </p:pic>
      <p:sp>
        <p:nvSpPr>
          <p:cNvPr id="1037" name="Rektangel 1036">
            <a:extLst>
              <a:ext uri="{FF2B5EF4-FFF2-40B4-BE49-F238E27FC236}">
                <a16:creationId xmlns:a16="http://schemas.microsoft.com/office/drawing/2014/main" id="{8280DE04-5F24-A3CD-AADE-BEC17E7C1B52}"/>
              </a:ext>
            </a:extLst>
          </p:cNvPr>
          <p:cNvSpPr/>
          <p:nvPr/>
        </p:nvSpPr>
        <p:spPr>
          <a:xfrm>
            <a:off x="4010557" y="3312446"/>
            <a:ext cx="3141958" cy="312267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Amasis MT Pro Medium" panose="02040604050005020304" pitchFamily="18" charset="0"/>
              </a:rPr>
              <a:t>AVERAGE ROOMIES ATTAINED</a:t>
            </a:r>
          </a:p>
        </p:txBody>
      </p:sp>
      <p:pic>
        <p:nvPicPr>
          <p:cNvPr id="1029" name="Billede 1028" descr="Et billede, der indeholder pattedyr, mus, snyde, gnaver&#10;&#10;AI-genereret indhold kan være ukorrekt.">
            <a:extLst>
              <a:ext uri="{FF2B5EF4-FFF2-40B4-BE49-F238E27FC236}">
                <a16:creationId xmlns:a16="http://schemas.microsoft.com/office/drawing/2014/main" id="{A6BD1A5A-5939-1D08-7F85-0B8C7FFCBA1F}"/>
              </a:ext>
            </a:extLst>
          </p:cNvPr>
          <p:cNvPicPr>
            <a:picLocks noChangeAspect="1"/>
          </p:cNvPicPr>
          <p:nvPr/>
        </p:nvPicPr>
        <p:blipFill>
          <a:blip r:embed="rId12">
            <a:duotone>
              <a:prstClr val="black"/>
              <a:schemeClr val="accent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90" t="20829" r="7171" b="16866"/>
          <a:stretch>
            <a:fillRect/>
          </a:stretch>
        </p:blipFill>
        <p:spPr>
          <a:xfrm>
            <a:off x="4398449" y="2129188"/>
            <a:ext cx="718690" cy="496767"/>
          </a:xfrm>
          <a:prstGeom prst="rect">
            <a:avLst/>
          </a:prstGeom>
        </p:spPr>
      </p:pic>
      <p:pic>
        <p:nvPicPr>
          <p:cNvPr id="13" name="Billede 12" descr="Et billede, der indeholder pattedyr, mus, snyde, gnaver&#10;&#10;AI-genereret indhold kan være ukorrekt.">
            <a:extLst>
              <a:ext uri="{FF2B5EF4-FFF2-40B4-BE49-F238E27FC236}">
                <a16:creationId xmlns:a16="http://schemas.microsoft.com/office/drawing/2014/main" id="{3D9B8068-6171-609E-E413-F597F0AC6763}"/>
              </a:ext>
            </a:extLst>
          </p:cNvPr>
          <p:cNvPicPr>
            <a:picLocks noChangeAspect="1"/>
          </p:cNvPicPr>
          <p:nvPr/>
        </p:nvPicPr>
        <p:blipFill>
          <a:blip r:embed="rId12">
            <a:duotone>
              <a:prstClr val="black"/>
              <a:schemeClr val="accent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90" t="20829" r="7171" b="16866"/>
          <a:stretch>
            <a:fillRect/>
          </a:stretch>
        </p:blipFill>
        <p:spPr>
          <a:xfrm>
            <a:off x="3865961" y="1641331"/>
            <a:ext cx="718690" cy="496767"/>
          </a:xfrm>
          <a:prstGeom prst="rect">
            <a:avLst/>
          </a:prstGeom>
        </p:spPr>
      </p:pic>
      <p:pic>
        <p:nvPicPr>
          <p:cNvPr id="14" name="Billede 13" descr="Et billede, der indeholder pattedyr, mus, snyde, gnaver&#10;&#10;AI-genereret indhold kan være ukorrekt.">
            <a:extLst>
              <a:ext uri="{FF2B5EF4-FFF2-40B4-BE49-F238E27FC236}">
                <a16:creationId xmlns:a16="http://schemas.microsoft.com/office/drawing/2014/main" id="{009A479E-F213-D104-4A79-1F79A96314D1}"/>
              </a:ext>
            </a:extLst>
          </p:cNvPr>
          <p:cNvPicPr>
            <a:picLocks noChangeAspect="1"/>
          </p:cNvPicPr>
          <p:nvPr/>
        </p:nvPicPr>
        <p:blipFill>
          <a:blip r:embed="rId12">
            <a:duotone>
              <a:prstClr val="black"/>
              <a:schemeClr val="accent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90" t="20829" r="7171" b="16866"/>
          <a:stretch>
            <a:fillRect/>
          </a:stretch>
        </p:blipFill>
        <p:spPr>
          <a:xfrm>
            <a:off x="4407637" y="1641331"/>
            <a:ext cx="718690" cy="496767"/>
          </a:xfrm>
          <a:prstGeom prst="rect">
            <a:avLst/>
          </a:prstGeom>
        </p:spPr>
      </p:pic>
      <p:pic>
        <p:nvPicPr>
          <p:cNvPr id="15" name="Billede 14" descr="Et billede, der indeholder pattedyr, mus, snyde, gnaver&#10;&#10;AI-genereret indhold kan være ukorrekt.">
            <a:extLst>
              <a:ext uri="{FF2B5EF4-FFF2-40B4-BE49-F238E27FC236}">
                <a16:creationId xmlns:a16="http://schemas.microsoft.com/office/drawing/2014/main" id="{D55470B4-32EF-8A0A-DA98-E34CB13820A5}"/>
              </a:ext>
            </a:extLst>
          </p:cNvPr>
          <p:cNvPicPr>
            <a:picLocks noChangeAspect="1"/>
          </p:cNvPicPr>
          <p:nvPr/>
        </p:nvPicPr>
        <p:blipFill>
          <a:blip r:embed="rId12">
            <a:duotone>
              <a:prstClr val="black"/>
              <a:schemeClr val="accent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90" t="20829" r="7171" b="16866"/>
          <a:stretch>
            <a:fillRect/>
          </a:stretch>
        </p:blipFill>
        <p:spPr>
          <a:xfrm>
            <a:off x="4949315" y="1641331"/>
            <a:ext cx="718690" cy="496767"/>
          </a:xfrm>
          <a:prstGeom prst="rect">
            <a:avLst/>
          </a:prstGeom>
        </p:spPr>
      </p:pic>
      <p:pic>
        <p:nvPicPr>
          <p:cNvPr id="26" name="Billede 25" descr="Et billede, der indeholder pattedyr, mus, snyde, gnaver&#10;&#10;AI-genereret indhold kan være ukorrekt.">
            <a:extLst>
              <a:ext uri="{FF2B5EF4-FFF2-40B4-BE49-F238E27FC236}">
                <a16:creationId xmlns:a16="http://schemas.microsoft.com/office/drawing/2014/main" id="{07E3C7E5-CB10-5B27-51AA-B92D43E5FC14}"/>
              </a:ext>
            </a:extLst>
          </p:cNvPr>
          <p:cNvPicPr>
            <a:picLocks noChangeAspect="1"/>
          </p:cNvPicPr>
          <p:nvPr/>
        </p:nvPicPr>
        <p:blipFill>
          <a:blip r:embed="rId12">
            <a:duotone>
              <a:prstClr val="black"/>
              <a:schemeClr val="accent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90" t="20829" r="7171" b="16866"/>
          <a:stretch>
            <a:fillRect/>
          </a:stretch>
        </p:blipFill>
        <p:spPr>
          <a:xfrm>
            <a:off x="5490991" y="1641331"/>
            <a:ext cx="718690" cy="496767"/>
          </a:xfrm>
          <a:prstGeom prst="rect">
            <a:avLst/>
          </a:prstGeom>
        </p:spPr>
      </p:pic>
      <p:pic>
        <p:nvPicPr>
          <p:cNvPr id="1027" name="Billede 1026" descr="Et billede, der indeholder pattedyr, mus, snyde, gnaver&#10;&#10;AI-genereret indhold kan være ukorrekt.">
            <a:extLst>
              <a:ext uri="{FF2B5EF4-FFF2-40B4-BE49-F238E27FC236}">
                <a16:creationId xmlns:a16="http://schemas.microsoft.com/office/drawing/2014/main" id="{FEB0C201-7282-51A1-F72B-25FB8C6F4512}"/>
              </a:ext>
            </a:extLst>
          </p:cNvPr>
          <p:cNvPicPr>
            <a:picLocks noChangeAspect="1"/>
          </p:cNvPicPr>
          <p:nvPr/>
        </p:nvPicPr>
        <p:blipFill>
          <a:blip r:embed="rId12">
            <a:duotone>
              <a:prstClr val="black"/>
              <a:schemeClr val="accent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90" t="20829" r="7171" b="16866"/>
          <a:stretch>
            <a:fillRect/>
          </a:stretch>
        </p:blipFill>
        <p:spPr>
          <a:xfrm>
            <a:off x="3856771" y="2129188"/>
            <a:ext cx="718690" cy="496767"/>
          </a:xfrm>
          <a:prstGeom prst="rect">
            <a:avLst/>
          </a:prstGeom>
        </p:spPr>
      </p:pic>
      <p:pic>
        <p:nvPicPr>
          <p:cNvPr id="1030" name="Billede 1029" descr="Et billede, der indeholder pattedyr, mus, snyde, gnaver&#10;&#10;AI-genereret indhold kan være ukorrekt.">
            <a:extLst>
              <a:ext uri="{FF2B5EF4-FFF2-40B4-BE49-F238E27FC236}">
                <a16:creationId xmlns:a16="http://schemas.microsoft.com/office/drawing/2014/main" id="{044E0EC0-EBE7-D5B4-82E2-133F048B0079}"/>
              </a:ext>
            </a:extLst>
          </p:cNvPr>
          <p:cNvPicPr>
            <a:picLocks noChangeAspect="1"/>
          </p:cNvPicPr>
          <p:nvPr/>
        </p:nvPicPr>
        <p:blipFill>
          <a:blip r:embed="rId12">
            <a:duotone>
              <a:prstClr val="black"/>
              <a:schemeClr val="accent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90" t="20829" r="7171" b="16866"/>
          <a:stretch>
            <a:fillRect/>
          </a:stretch>
        </p:blipFill>
        <p:spPr>
          <a:xfrm>
            <a:off x="4940125" y="2129188"/>
            <a:ext cx="718690" cy="496767"/>
          </a:xfrm>
          <a:prstGeom prst="rect">
            <a:avLst/>
          </a:prstGeom>
        </p:spPr>
      </p:pic>
      <p:pic>
        <p:nvPicPr>
          <p:cNvPr id="1031" name="Billede 1030" descr="Et billede, der indeholder pattedyr, mus, snyde, gnaver&#10;&#10;AI-genereret indhold kan være ukorrekt.">
            <a:extLst>
              <a:ext uri="{FF2B5EF4-FFF2-40B4-BE49-F238E27FC236}">
                <a16:creationId xmlns:a16="http://schemas.microsoft.com/office/drawing/2014/main" id="{5F3BC0A8-22D0-8E90-FC6A-EF6E67DD727F}"/>
              </a:ext>
            </a:extLst>
          </p:cNvPr>
          <p:cNvPicPr>
            <a:picLocks noChangeAspect="1"/>
          </p:cNvPicPr>
          <p:nvPr/>
        </p:nvPicPr>
        <p:blipFill>
          <a:blip r:embed="rId12">
            <a:duotone>
              <a:prstClr val="black"/>
              <a:schemeClr val="accent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90" t="20829" r="7171" b="16866"/>
          <a:stretch>
            <a:fillRect/>
          </a:stretch>
        </p:blipFill>
        <p:spPr>
          <a:xfrm>
            <a:off x="5481802" y="2129188"/>
            <a:ext cx="718690" cy="496767"/>
          </a:xfrm>
          <a:prstGeom prst="rect">
            <a:avLst/>
          </a:prstGeom>
        </p:spPr>
      </p:pic>
      <p:pic>
        <p:nvPicPr>
          <p:cNvPr id="1043" name="Billede 1042" descr="Et billede, der indeholder pattedyr, mus, snyde, gnaver&#10;&#10;AI-genereret indhold kan være ukorrekt.">
            <a:extLst>
              <a:ext uri="{FF2B5EF4-FFF2-40B4-BE49-F238E27FC236}">
                <a16:creationId xmlns:a16="http://schemas.microsoft.com/office/drawing/2014/main" id="{D29699BC-FAB9-880A-615E-230CAF9EF91F}"/>
              </a:ext>
            </a:extLst>
          </p:cNvPr>
          <p:cNvPicPr>
            <a:picLocks noChangeAspect="1"/>
          </p:cNvPicPr>
          <p:nvPr/>
        </p:nvPicPr>
        <p:blipFill>
          <a:blip r:embed="rId12">
            <a:duotone>
              <a:prstClr val="black"/>
              <a:schemeClr val="accent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90" t="20829" r="7171" b="16866"/>
          <a:stretch>
            <a:fillRect/>
          </a:stretch>
        </p:blipFill>
        <p:spPr>
          <a:xfrm>
            <a:off x="3865961" y="2617043"/>
            <a:ext cx="718690" cy="496767"/>
          </a:xfrm>
          <a:prstGeom prst="rect">
            <a:avLst/>
          </a:prstGeom>
        </p:spPr>
      </p:pic>
      <p:pic>
        <p:nvPicPr>
          <p:cNvPr id="1044" name="Billede 1043" descr="Et billede, der indeholder pattedyr, mus, snyde, gnaver&#10;&#10;AI-genereret indhold kan være ukorrekt.">
            <a:extLst>
              <a:ext uri="{FF2B5EF4-FFF2-40B4-BE49-F238E27FC236}">
                <a16:creationId xmlns:a16="http://schemas.microsoft.com/office/drawing/2014/main" id="{0AA13B9F-DBDE-839E-C317-DF9082CF43DF}"/>
              </a:ext>
            </a:extLst>
          </p:cNvPr>
          <p:cNvPicPr>
            <a:picLocks noChangeAspect="1"/>
          </p:cNvPicPr>
          <p:nvPr/>
        </p:nvPicPr>
        <p:blipFill>
          <a:blip r:embed="rId12">
            <a:duotone>
              <a:prstClr val="black"/>
              <a:schemeClr val="accent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90" t="20829" r="7171" b="16866"/>
          <a:stretch>
            <a:fillRect/>
          </a:stretch>
        </p:blipFill>
        <p:spPr>
          <a:xfrm>
            <a:off x="4407637" y="2617043"/>
            <a:ext cx="718690" cy="496767"/>
          </a:xfrm>
          <a:prstGeom prst="rect">
            <a:avLst/>
          </a:prstGeom>
        </p:spPr>
      </p:pic>
      <p:pic>
        <p:nvPicPr>
          <p:cNvPr id="2186" name="Billede 2185" descr="Et billede, der indeholder pattedyr, mus, snyde, gnaver&#10;&#10;AI-genereret indhold kan være ukorrekt.">
            <a:extLst>
              <a:ext uri="{FF2B5EF4-FFF2-40B4-BE49-F238E27FC236}">
                <a16:creationId xmlns:a16="http://schemas.microsoft.com/office/drawing/2014/main" id="{AACA910E-7818-5078-26FF-FD272414C4E3}"/>
              </a:ext>
            </a:extLst>
          </p:cNvPr>
          <p:cNvPicPr>
            <a:picLocks noChangeAspect="1"/>
          </p:cNvPicPr>
          <p:nvPr/>
        </p:nvPicPr>
        <p:blipFill>
          <a:blip r:embed="rId12">
            <a:duotone>
              <a:prstClr val="black"/>
              <a:schemeClr val="accent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90" t="20829" r="36915" b="16866"/>
          <a:stretch>
            <a:fillRect/>
          </a:stretch>
        </p:blipFill>
        <p:spPr>
          <a:xfrm>
            <a:off x="4949314" y="2617043"/>
            <a:ext cx="481538" cy="496767"/>
          </a:xfrm>
          <a:custGeom>
            <a:avLst/>
            <a:gdLst>
              <a:gd name="connsiteX0" fmla="*/ 0 w 481538"/>
              <a:gd name="connsiteY0" fmla="*/ 0 h 496767"/>
              <a:gd name="connsiteX1" fmla="*/ 481538 w 481538"/>
              <a:gd name="connsiteY1" fmla="*/ 0 h 496767"/>
              <a:gd name="connsiteX2" fmla="*/ 481538 w 481538"/>
              <a:gd name="connsiteY2" fmla="*/ 496767 h 496767"/>
              <a:gd name="connsiteX3" fmla="*/ 0 w 481538"/>
              <a:gd name="connsiteY3" fmla="*/ 496767 h 4967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81538" h="496767">
                <a:moveTo>
                  <a:pt x="0" y="0"/>
                </a:moveTo>
                <a:lnTo>
                  <a:pt x="481538" y="0"/>
                </a:lnTo>
                <a:lnTo>
                  <a:pt x="481538" y="496767"/>
                </a:lnTo>
                <a:lnTo>
                  <a:pt x="0" y="496767"/>
                </a:lnTo>
                <a:close/>
              </a:path>
            </a:pathLst>
          </a:custGeom>
        </p:spPr>
      </p:pic>
      <p:sp>
        <p:nvSpPr>
          <p:cNvPr id="1049" name="Tekstfelt 1048">
            <a:extLst>
              <a:ext uri="{FF2B5EF4-FFF2-40B4-BE49-F238E27FC236}">
                <a16:creationId xmlns:a16="http://schemas.microsoft.com/office/drawing/2014/main" id="{7BC4125B-148B-E1A0-C571-D7169EE7F9EC}"/>
              </a:ext>
            </a:extLst>
          </p:cNvPr>
          <p:cNvSpPr txBox="1"/>
          <p:nvPr/>
        </p:nvSpPr>
        <p:spPr>
          <a:xfrm>
            <a:off x="6098367" y="2011482"/>
            <a:ext cx="9685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14,8</a:t>
            </a:r>
          </a:p>
        </p:txBody>
      </p:sp>
      <p:grpSp>
        <p:nvGrpSpPr>
          <p:cNvPr id="1052" name="Gruppe 1051">
            <a:extLst>
              <a:ext uri="{FF2B5EF4-FFF2-40B4-BE49-F238E27FC236}">
                <a16:creationId xmlns:a16="http://schemas.microsoft.com/office/drawing/2014/main" id="{9574C538-D3B2-B374-6ABD-657C90635CE8}"/>
              </a:ext>
            </a:extLst>
          </p:cNvPr>
          <p:cNvGrpSpPr/>
          <p:nvPr/>
        </p:nvGrpSpPr>
        <p:grpSpPr>
          <a:xfrm>
            <a:off x="364025" y="3865655"/>
            <a:ext cx="6831394" cy="252000"/>
            <a:chOff x="111917" y="749432"/>
            <a:chExt cx="6831394" cy="252000"/>
          </a:xfrm>
        </p:grpSpPr>
        <p:pic>
          <p:nvPicPr>
            <p:cNvPr id="1053" name="Grafik 1052" descr="Rotte med massiv udfyldning">
              <a:extLst>
                <a:ext uri="{FF2B5EF4-FFF2-40B4-BE49-F238E27FC236}">
                  <a16:creationId xmlns:a16="http://schemas.microsoft.com/office/drawing/2014/main" id="{57F1DB38-9AAB-3FBB-32CD-B876B8D4ACA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11917" y="749432"/>
              <a:ext cx="252000" cy="252000"/>
            </a:xfrm>
            <a:prstGeom prst="rect">
              <a:avLst/>
            </a:prstGeom>
          </p:spPr>
        </p:pic>
        <p:pic>
          <p:nvPicPr>
            <p:cNvPr id="1054" name="Grafik 1053" descr="Rotte med massiv udfyldning">
              <a:extLst>
                <a:ext uri="{FF2B5EF4-FFF2-40B4-BE49-F238E27FC236}">
                  <a16:creationId xmlns:a16="http://schemas.microsoft.com/office/drawing/2014/main" id="{A92C5B67-2C95-10A7-23A6-864598BF7A8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97978" y="749432"/>
              <a:ext cx="252000" cy="252000"/>
            </a:xfrm>
            <a:prstGeom prst="rect">
              <a:avLst/>
            </a:prstGeom>
          </p:spPr>
        </p:pic>
        <p:pic>
          <p:nvPicPr>
            <p:cNvPr id="1055" name="Grafik 1054" descr="Rotte med massiv udfyldning">
              <a:extLst>
                <a:ext uri="{FF2B5EF4-FFF2-40B4-BE49-F238E27FC236}">
                  <a16:creationId xmlns:a16="http://schemas.microsoft.com/office/drawing/2014/main" id="{6C8BB021-BACF-A5F8-D257-E0AECFD968C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84039" y="749432"/>
              <a:ext cx="252000" cy="252000"/>
            </a:xfrm>
            <a:prstGeom prst="rect">
              <a:avLst/>
            </a:prstGeom>
          </p:spPr>
        </p:pic>
        <p:pic>
          <p:nvPicPr>
            <p:cNvPr id="1056" name="Grafik 1055" descr="Rotte med massiv udfyldning">
              <a:extLst>
                <a:ext uri="{FF2B5EF4-FFF2-40B4-BE49-F238E27FC236}">
                  <a16:creationId xmlns:a16="http://schemas.microsoft.com/office/drawing/2014/main" id="{11CDD76D-9C4A-1CE0-6CFB-C36D44FA12D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70100" y="749432"/>
              <a:ext cx="252000" cy="252000"/>
            </a:xfrm>
            <a:prstGeom prst="rect">
              <a:avLst/>
            </a:prstGeom>
          </p:spPr>
        </p:pic>
        <p:pic>
          <p:nvPicPr>
            <p:cNvPr id="1057" name="Grafik 1056" descr="Rotte med massiv udfyldning">
              <a:extLst>
                <a:ext uri="{FF2B5EF4-FFF2-40B4-BE49-F238E27FC236}">
                  <a16:creationId xmlns:a16="http://schemas.microsoft.com/office/drawing/2014/main" id="{F9C2C693-7A3A-216A-4773-9346DEE4653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256161" y="749432"/>
              <a:ext cx="252000" cy="252000"/>
            </a:xfrm>
            <a:prstGeom prst="rect">
              <a:avLst/>
            </a:prstGeom>
          </p:spPr>
        </p:pic>
        <p:pic>
          <p:nvPicPr>
            <p:cNvPr id="1058" name="Grafik 1057" descr="Rotte med massiv udfyldning">
              <a:extLst>
                <a:ext uri="{FF2B5EF4-FFF2-40B4-BE49-F238E27FC236}">
                  <a16:creationId xmlns:a16="http://schemas.microsoft.com/office/drawing/2014/main" id="{6F72E654-6056-5603-4368-11004173866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542222" y="749432"/>
              <a:ext cx="252000" cy="252000"/>
            </a:xfrm>
            <a:prstGeom prst="rect">
              <a:avLst/>
            </a:prstGeom>
          </p:spPr>
        </p:pic>
        <p:pic>
          <p:nvPicPr>
            <p:cNvPr id="1059" name="Grafik 1058" descr="Rotte med massiv udfyldning">
              <a:extLst>
                <a:ext uri="{FF2B5EF4-FFF2-40B4-BE49-F238E27FC236}">
                  <a16:creationId xmlns:a16="http://schemas.microsoft.com/office/drawing/2014/main" id="{301C5BCF-837C-6843-52F6-E4702EF3AED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828283" y="749432"/>
              <a:ext cx="252000" cy="252000"/>
            </a:xfrm>
            <a:prstGeom prst="rect">
              <a:avLst/>
            </a:prstGeom>
          </p:spPr>
        </p:pic>
        <p:pic>
          <p:nvPicPr>
            <p:cNvPr id="1060" name="Grafik 1059" descr="Rotte med massiv udfyldning">
              <a:extLst>
                <a:ext uri="{FF2B5EF4-FFF2-40B4-BE49-F238E27FC236}">
                  <a16:creationId xmlns:a16="http://schemas.microsoft.com/office/drawing/2014/main" id="{FBC5065D-DA5D-F123-5464-2E0A90DCC2F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114344" y="749432"/>
              <a:ext cx="252000" cy="252000"/>
            </a:xfrm>
            <a:prstGeom prst="rect">
              <a:avLst/>
            </a:prstGeom>
          </p:spPr>
        </p:pic>
        <p:pic>
          <p:nvPicPr>
            <p:cNvPr id="1061" name="Grafik 1060" descr="Rotte med massiv udfyldning">
              <a:extLst>
                <a:ext uri="{FF2B5EF4-FFF2-40B4-BE49-F238E27FC236}">
                  <a16:creationId xmlns:a16="http://schemas.microsoft.com/office/drawing/2014/main" id="{4768F9B8-EFBB-61FD-2E55-27060751267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400405" y="749432"/>
              <a:ext cx="252000" cy="252000"/>
            </a:xfrm>
            <a:prstGeom prst="rect">
              <a:avLst/>
            </a:prstGeom>
          </p:spPr>
        </p:pic>
        <p:pic>
          <p:nvPicPr>
            <p:cNvPr id="1062" name="Grafik 1061" descr="Rotte med massiv udfyldning">
              <a:extLst>
                <a:ext uri="{FF2B5EF4-FFF2-40B4-BE49-F238E27FC236}">
                  <a16:creationId xmlns:a16="http://schemas.microsoft.com/office/drawing/2014/main" id="{EA6ECF42-C416-935D-335A-F58BBB5A791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686466" y="749432"/>
              <a:ext cx="252000" cy="252000"/>
            </a:xfrm>
            <a:prstGeom prst="rect">
              <a:avLst/>
            </a:prstGeom>
          </p:spPr>
        </p:pic>
        <p:pic>
          <p:nvPicPr>
            <p:cNvPr id="1063" name="Grafik 1062" descr="Rotte med massiv udfyldning">
              <a:extLst>
                <a:ext uri="{FF2B5EF4-FFF2-40B4-BE49-F238E27FC236}">
                  <a16:creationId xmlns:a16="http://schemas.microsoft.com/office/drawing/2014/main" id="{1B0FE5F6-CA97-FD62-BDDB-844BD28031A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972527" y="749432"/>
              <a:ext cx="252000" cy="252000"/>
            </a:xfrm>
            <a:prstGeom prst="rect">
              <a:avLst/>
            </a:prstGeom>
          </p:spPr>
        </p:pic>
        <p:pic>
          <p:nvPicPr>
            <p:cNvPr id="1064" name="Grafik 1063" descr="Rotte med massiv udfyldning">
              <a:extLst>
                <a:ext uri="{FF2B5EF4-FFF2-40B4-BE49-F238E27FC236}">
                  <a16:creationId xmlns:a16="http://schemas.microsoft.com/office/drawing/2014/main" id="{5C7AA12A-F09C-00C7-03ED-9459AA20A21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544649" y="749432"/>
              <a:ext cx="252000" cy="252000"/>
            </a:xfrm>
            <a:prstGeom prst="rect">
              <a:avLst/>
            </a:prstGeom>
          </p:spPr>
        </p:pic>
        <p:pic>
          <p:nvPicPr>
            <p:cNvPr id="1065" name="Grafik 1064" descr="Rotte med massiv udfyldning">
              <a:extLst>
                <a:ext uri="{FF2B5EF4-FFF2-40B4-BE49-F238E27FC236}">
                  <a16:creationId xmlns:a16="http://schemas.microsoft.com/office/drawing/2014/main" id="{B98C8F37-3690-AFDB-A57A-C3A7274DB7A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116771" y="749432"/>
              <a:ext cx="252000" cy="252000"/>
            </a:xfrm>
            <a:prstGeom prst="rect">
              <a:avLst/>
            </a:prstGeom>
          </p:spPr>
        </p:pic>
        <p:pic>
          <p:nvPicPr>
            <p:cNvPr id="1066" name="Grafik 1065" descr="Rotte med massiv udfyldning">
              <a:extLst>
                <a:ext uri="{FF2B5EF4-FFF2-40B4-BE49-F238E27FC236}">
                  <a16:creationId xmlns:a16="http://schemas.microsoft.com/office/drawing/2014/main" id="{BA609A60-1B8E-5DD9-DB66-E4778E13DFE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688893" y="749432"/>
              <a:ext cx="252000" cy="252000"/>
            </a:xfrm>
            <a:prstGeom prst="rect">
              <a:avLst/>
            </a:prstGeom>
          </p:spPr>
        </p:pic>
        <p:pic>
          <p:nvPicPr>
            <p:cNvPr id="1067" name="Grafik 1066" descr="Rotte med massiv udfyldning">
              <a:extLst>
                <a:ext uri="{FF2B5EF4-FFF2-40B4-BE49-F238E27FC236}">
                  <a16:creationId xmlns:a16="http://schemas.microsoft.com/office/drawing/2014/main" id="{72DDF5EB-5023-9EAF-695E-2448D907D32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261015" y="749432"/>
              <a:ext cx="252000" cy="252000"/>
            </a:xfrm>
            <a:prstGeom prst="rect">
              <a:avLst/>
            </a:prstGeom>
          </p:spPr>
        </p:pic>
        <p:pic>
          <p:nvPicPr>
            <p:cNvPr id="1068" name="Grafik 1067" descr="Rotte med massiv udfyldning">
              <a:extLst>
                <a:ext uri="{FF2B5EF4-FFF2-40B4-BE49-F238E27FC236}">
                  <a16:creationId xmlns:a16="http://schemas.microsoft.com/office/drawing/2014/main" id="{22B424AB-001A-DB1A-A8FA-A3C0BC1AC3F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833137" y="749432"/>
              <a:ext cx="252000" cy="252000"/>
            </a:xfrm>
            <a:prstGeom prst="rect">
              <a:avLst/>
            </a:prstGeom>
          </p:spPr>
        </p:pic>
        <p:pic>
          <p:nvPicPr>
            <p:cNvPr id="1069" name="Grafik 1068" descr="Rotte med massiv udfyldning">
              <a:extLst>
                <a:ext uri="{FF2B5EF4-FFF2-40B4-BE49-F238E27FC236}">
                  <a16:creationId xmlns:a16="http://schemas.microsoft.com/office/drawing/2014/main" id="{2FC36643-E477-DDD5-E27D-E83B0643D51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405259" y="749432"/>
              <a:ext cx="252000" cy="252000"/>
            </a:xfrm>
            <a:prstGeom prst="rect">
              <a:avLst/>
            </a:prstGeom>
          </p:spPr>
        </p:pic>
        <p:pic>
          <p:nvPicPr>
            <p:cNvPr id="1070" name="Grafik 1069" descr="Rotte med massiv udfyldning">
              <a:extLst>
                <a:ext uri="{FF2B5EF4-FFF2-40B4-BE49-F238E27FC236}">
                  <a16:creationId xmlns:a16="http://schemas.microsoft.com/office/drawing/2014/main" id="{968167A1-5758-401E-B49E-E080F3D1584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691311" y="749432"/>
              <a:ext cx="252000" cy="252000"/>
            </a:xfrm>
            <a:prstGeom prst="rect">
              <a:avLst/>
            </a:prstGeom>
          </p:spPr>
        </p:pic>
        <p:pic>
          <p:nvPicPr>
            <p:cNvPr id="1071" name="Grafik 1070" descr="Rotte med massiv udfyldning">
              <a:extLst>
                <a:ext uri="{FF2B5EF4-FFF2-40B4-BE49-F238E27FC236}">
                  <a16:creationId xmlns:a16="http://schemas.microsoft.com/office/drawing/2014/main" id="{28BDB4A7-71CA-F205-3A3F-8576644BF48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258588" y="749432"/>
              <a:ext cx="252000" cy="252000"/>
            </a:xfrm>
            <a:prstGeom prst="rect">
              <a:avLst/>
            </a:prstGeom>
          </p:spPr>
        </p:pic>
        <p:pic>
          <p:nvPicPr>
            <p:cNvPr id="1072" name="Grafik 1071" descr="Rotte med massiv udfyldning">
              <a:extLst>
                <a:ext uri="{FF2B5EF4-FFF2-40B4-BE49-F238E27FC236}">
                  <a16:creationId xmlns:a16="http://schemas.microsoft.com/office/drawing/2014/main" id="{C28BEF59-CAF7-CDAA-EB83-F0F24909465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830710" y="749432"/>
              <a:ext cx="252000" cy="252000"/>
            </a:xfrm>
            <a:prstGeom prst="rect">
              <a:avLst/>
            </a:prstGeom>
          </p:spPr>
        </p:pic>
        <p:pic>
          <p:nvPicPr>
            <p:cNvPr id="1073" name="Grafik 1072" descr="Rotte med massiv udfyldning">
              <a:extLst>
                <a:ext uri="{FF2B5EF4-FFF2-40B4-BE49-F238E27FC236}">
                  <a16:creationId xmlns:a16="http://schemas.microsoft.com/office/drawing/2014/main" id="{70263E5D-B711-A922-70C3-A9351EC915A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402832" y="749432"/>
              <a:ext cx="252000" cy="252000"/>
            </a:xfrm>
            <a:prstGeom prst="rect">
              <a:avLst/>
            </a:prstGeom>
          </p:spPr>
        </p:pic>
        <p:pic>
          <p:nvPicPr>
            <p:cNvPr id="1074" name="Grafik 1073" descr="Rotte med massiv udfyldning">
              <a:extLst>
                <a:ext uri="{FF2B5EF4-FFF2-40B4-BE49-F238E27FC236}">
                  <a16:creationId xmlns:a16="http://schemas.microsoft.com/office/drawing/2014/main" id="{31AD5EA0-F620-1405-24FB-97EDF05E91A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974954" y="749432"/>
              <a:ext cx="252000" cy="252000"/>
            </a:xfrm>
            <a:prstGeom prst="rect">
              <a:avLst/>
            </a:prstGeom>
          </p:spPr>
        </p:pic>
        <p:pic>
          <p:nvPicPr>
            <p:cNvPr id="1075" name="Grafik 1074" descr="Rotte med massiv udfyldning">
              <a:extLst>
                <a:ext uri="{FF2B5EF4-FFF2-40B4-BE49-F238E27FC236}">
                  <a16:creationId xmlns:a16="http://schemas.microsoft.com/office/drawing/2014/main" id="{C465CBA3-D14B-7F2B-825E-1B15A0AC914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547076" y="749432"/>
              <a:ext cx="252000" cy="252000"/>
            </a:xfrm>
            <a:prstGeom prst="rect">
              <a:avLst/>
            </a:prstGeom>
          </p:spPr>
        </p:pic>
        <p:pic>
          <p:nvPicPr>
            <p:cNvPr id="1076" name="Grafik 1075" descr="Rotte med massiv udfyldning">
              <a:extLst>
                <a:ext uri="{FF2B5EF4-FFF2-40B4-BE49-F238E27FC236}">
                  <a16:creationId xmlns:a16="http://schemas.microsoft.com/office/drawing/2014/main" id="{DCA38D71-887A-94B7-41C1-D86146C42F8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119198" y="749432"/>
              <a:ext cx="252000" cy="252000"/>
            </a:xfrm>
            <a:prstGeom prst="rect">
              <a:avLst/>
            </a:prstGeom>
          </p:spPr>
        </p:pic>
      </p:grpSp>
      <p:sp>
        <p:nvSpPr>
          <p:cNvPr id="1077" name="Tekstfelt 1076">
            <a:extLst>
              <a:ext uri="{FF2B5EF4-FFF2-40B4-BE49-F238E27FC236}">
                <a16:creationId xmlns:a16="http://schemas.microsoft.com/office/drawing/2014/main" id="{E07196D7-3DF4-DC3E-50F9-08837CB1E86F}"/>
              </a:ext>
            </a:extLst>
          </p:cNvPr>
          <p:cNvSpPr txBox="1"/>
          <p:nvPr/>
        </p:nvSpPr>
        <p:spPr>
          <a:xfrm>
            <a:off x="1266963" y="1198389"/>
            <a:ext cx="1302861" cy="4385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b="1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ROSANNA S.</a:t>
            </a:r>
          </a:p>
          <a:p>
            <a:pPr algn="ctr"/>
            <a:r>
              <a:rPr lang="en-GB" sz="105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31 ROOMIES</a:t>
            </a:r>
          </a:p>
        </p:txBody>
      </p:sp>
      <p:sp>
        <p:nvSpPr>
          <p:cNvPr id="1080" name="Tekstfelt 1079">
            <a:extLst>
              <a:ext uri="{FF2B5EF4-FFF2-40B4-BE49-F238E27FC236}">
                <a16:creationId xmlns:a16="http://schemas.microsoft.com/office/drawing/2014/main" id="{EBB565C1-07C7-014E-A198-77E3B9437CC5}"/>
              </a:ext>
            </a:extLst>
          </p:cNvPr>
          <p:cNvSpPr txBox="1"/>
          <p:nvPr/>
        </p:nvSpPr>
        <p:spPr>
          <a:xfrm>
            <a:off x="188594" y="1606367"/>
            <a:ext cx="1378452" cy="4385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b="1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LEONORA M.</a:t>
            </a:r>
          </a:p>
          <a:p>
            <a:pPr algn="ctr"/>
            <a:r>
              <a:rPr lang="en-GB" sz="105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26 ROOMIES</a:t>
            </a:r>
          </a:p>
        </p:txBody>
      </p:sp>
      <p:sp>
        <p:nvSpPr>
          <p:cNvPr id="1081" name="Tekstfelt 1080">
            <a:extLst>
              <a:ext uri="{FF2B5EF4-FFF2-40B4-BE49-F238E27FC236}">
                <a16:creationId xmlns:a16="http://schemas.microsoft.com/office/drawing/2014/main" id="{5C1A594B-F1B4-0003-3B37-76015AEAC674}"/>
              </a:ext>
            </a:extLst>
          </p:cNvPr>
          <p:cNvSpPr txBox="1"/>
          <p:nvPr/>
        </p:nvSpPr>
        <p:spPr>
          <a:xfrm>
            <a:off x="2290961" y="1811320"/>
            <a:ext cx="1378452" cy="4385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b="1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MARK R.</a:t>
            </a:r>
          </a:p>
          <a:p>
            <a:pPr algn="ctr"/>
            <a:r>
              <a:rPr lang="en-GB" sz="105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25 ROOMIES</a:t>
            </a:r>
          </a:p>
        </p:txBody>
      </p:sp>
      <p:grpSp>
        <p:nvGrpSpPr>
          <p:cNvPr id="1082" name="Gruppe 1081">
            <a:extLst>
              <a:ext uri="{FF2B5EF4-FFF2-40B4-BE49-F238E27FC236}">
                <a16:creationId xmlns:a16="http://schemas.microsoft.com/office/drawing/2014/main" id="{43B216E4-D2E3-435E-60E0-A78C8379EDE2}"/>
              </a:ext>
            </a:extLst>
          </p:cNvPr>
          <p:cNvGrpSpPr/>
          <p:nvPr/>
        </p:nvGrpSpPr>
        <p:grpSpPr>
          <a:xfrm>
            <a:off x="346990" y="6456203"/>
            <a:ext cx="6831394" cy="252000"/>
            <a:chOff x="111917" y="749432"/>
            <a:chExt cx="6831394" cy="252000"/>
          </a:xfrm>
        </p:grpSpPr>
        <p:pic>
          <p:nvPicPr>
            <p:cNvPr id="1083" name="Grafik 1082" descr="Rotte med massiv udfyldning">
              <a:extLst>
                <a:ext uri="{FF2B5EF4-FFF2-40B4-BE49-F238E27FC236}">
                  <a16:creationId xmlns:a16="http://schemas.microsoft.com/office/drawing/2014/main" id="{341350B5-8B4C-5568-2DEB-0D0B8CECBE4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11917" y="749432"/>
              <a:ext cx="252000" cy="252000"/>
            </a:xfrm>
            <a:prstGeom prst="rect">
              <a:avLst/>
            </a:prstGeom>
          </p:spPr>
        </p:pic>
        <p:pic>
          <p:nvPicPr>
            <p:cNvPr id="1084" name="Grafik 1083" descr="Rotte med massiv udfyldning">
              <a:extLst>
                <a:ext uri="{FF2B5EF4-FFF2-40B4-BE49-F238E27FC236}">
                  <a16:creationId xmlns:a16="http://schemas.microsoft.com/office/drawing/2014/main" id="{E69610F4-72DC-6090-2B3A-5CEBBD76DC7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97978" y="749432"/>
              <a:ext cx="252000" cy="252000"/>
            </a:xfrm>
            <a:prstGeom prst="rect">
              <a:avLst/>
            </a:prstGeom>
          </p:spPr>
        </p:pic>
        <p:pic>
          <p:nvPicPr>
            <p:cNvPr id="1085" name="Grafik 1084" descr="Rotte med massiv udfyldning">
              <a:extLst>
                <a:ext uri="{FF2B5EF4-FFF2-40B4-BE49-F238E27FC236}">
                  <a16:creationId xmlns:a16="http://schemas.microsoft.com/office/drawing/2014/main" id="{5B322EB3-7959-8CB5-8453-5382E7158EB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84039" y="749432"/>
              <a:ext cx="252000" cy="252000"/>
            </a:xfrm>
            <a:prstGeom prst="rect">
              <a:avLst/>
            </a:prstGeom>
          </p:spPr>
        </p:pic>
        <p:pic>
          <p:nvPicPr>
            <p:cNvPr id="1086" name="Grafik 1085" descr="Rotte med massiv udfyldning">
              <a:extLst>
                <a:ext uri="{FF2B5EF4-FFF2-40B4-BE49-F238E27FC236}">
                  <a16:creationId xmlns:a16="http://schemas.microsoft.com/office/drawing/2014/main" id="{4C700203-BC40-5F87-0E54-62CB3410AFB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70100" y="749432"/>
              <a:ext cx="252000" cy="252000"/>
            </a:xfrm>
            <a:prstGeom prst="rect">
              <a:avLst/>
            </a:prstGeom>
          </p:spPr>
        </p:pic>
        <p:pic>
          <p:nvPicPr>
            <p:cNvPr id="1087" name="Grafik 1086" descr="Rotte med massiv udfyldning">
              <a:extLst>
                <a:ext uri="{FF2B5EF4-FFF2-40B4-BE49-F238E27FC236}">
                  <a16:creationId xmlns:a16="http://schemas.microsoft.com/office/drawing/2014/main" id="{D2618690-EA96-674B-255D-F2F6D4FA610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256161" y="749432"/>
              <a:ext cx="252000" cy="252000"/>
            </a:xfrm>
            <a:prstGeom prst="rect">
              <a:avLst/>
            </a:prstGeom>
          </p:spPr>
        </p:pic>
        <p:pic>
          <p:nvPicPr>
            <p:cNvPr id="2049" name="Grafik 2048" descr="Rotte med massiv udfyldning">
              <a:extLst>
                <a:ext uri="{FF2B5EF4-FFF2-40B4-BE49-F238E27FC236}">
                  <a16:creationId xmlns:a16="http://schemas.microsoft.com/office/drawing/2014/main" id="{5440F4DD-7F21-294A-9E3D-A30FEDBD6B9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542222" y="749432"/>
              <a:ext cx="252000" cy="252000"/>
            </a:xfrm>
            <a:prstGeom prst="rect">
              <a:avLst/>
            </a:prstGeom>
          </p:spPr>
        </p:pic>
        <p:pic>
          <p:nvPicPr>
            <p:cNvPr id="2050" name="Grafik 2049" descr="Rotte med massiv udfyldning">
              <a:extLst>
                <a:ext uri="{FF2B5EF4-FFF2-40B4-BE49-F238E27FC236}">
                  <a16:creationId xmlns:a16="http://schemas.microsoft.com/office/drawing/2014/main" id="{4461783B-2825-AC2C-DC45-D6031B98888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828283" y="749432"/>
              <a:ext cx="252000" cy="252000"/>
            </a:xfrm>
            <a:prstGeom prst="rect">
              <a:avLst/>
            </a:prstGeom>
          </p:spPr>
        </p:pic>
        <p:pic>
          <p:nvPicPr>
            <p:cNvPr id="2051" name="Grafik 2050" descr="Rotte med massiv udfyldning">
              <a:extLst>
                <a:ext uri="{FF2B5EF4-FFF2-40B4-BE49-F238E27FC236}">
                  <a16:creationId xmlns:a16="http://schemas.microsoft.com/office/drawing/2014/main" id="{3888ACB7-5134-487E-CCB5-E43F9A965CE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114344" y="749432"/>
              <a:ext cx="252000" cy="252000"/>
            </a:xfrm>
            <a:prstGeom prst="rect">
              <a:avLst/>
            </a:prstGeom>
          </p:spPr>
        </p:pic>
        <p:pic>
          <p:nvPicPr>
            <p:cNvPr id="2052" name="Grafik 2051" descr="Rotte med massiv udfyldning">
              <a:extLst>
                <a:ext uri="{FF2B5EF4-FFF2-40B4-BE49-F238E27FC236}">
                  <a16:creationId xmlns:a16="http://schemas.microsoft.com/office/drawing/2014/main" id="{52F13132-03A1-56C4-F57F-1F4590A7AE8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400405" y="749432"/>
              <a:ext cx="252000" cy="252000"/>
            </a:xfrm>
            <a:prstGeom prst="rect">
              <a:avLst/>
            </a:prstGeom>
          </p:spPr>
        </p:pic>
        <p:pic>
          <p:nvPicPr>
            <p:cNvPr id="2067" name="Grafik 2066" descr="Rotte med massiv udfyldning">
              <a:extLst>
                <a:ext uri="{FF2B5EF4-FFF2-40B4-BE49-F238E27FC236}">
                  <a16:creationId xmlns:a16="http://schemas.microsoft.com/office/drawing/2014/main" id="{3BF1503C-ACDA-4563-CF87-38C745818AF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686466" y="749432"/>
              <a:ext cx="252000" cy="252000"/>
            </a:xfrm>
            <a:prstGeom prst="rect">
              <a:avLst/>
            </a:prstGeom>
          </p:spPr>
        </p:pic>
        <p:pic>
          <p:nvPicPr>
            <p:cNvPr id="2070" name="Grafik 2069" descr="Rotte med massiv udfyldning">
              <a:extLst>
                <a:ext uri="{FF2B5EF4-FFF2-40B4-BE49-F238E27FC236}">
                  <a16:creationId xmlns:a16="http://schemas.microsoft.com/office/drawing/2014/main" id="{05F454D1-F53A-1FCA-BF87-EB524BE886A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972527" y="749432"/>
              <a:ext cx="252000" cy="252000"/>
            </a:xfrm>
            <a:prstGeom prst="rect">
              <a:avLst/>
            </a:prstGeom>
          </p:spPr>
        </p:pic>
        <p:pic>
          <p:nvPicPr>
            <p:cNvPr id="2071" name="Grafik 2070" descr="Rotte med massiv udfyldning">
              <a:extLst>
                <a:ext uri="{FF2B5EF4-FFF2-40B4-BE49-F238E27FC236}">
                  <a16:creationId xmlns:a16="http://schemas.microsoft.com/office/drawing/2014/main" id="{46E1A5B0-6355-5046-0D07-1A7A7101228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544649" y="749432"/>
              <a:ext cx="252000" cy="252000"/>
            </a:xfrm>
            <a:prstGeom prst="rect">
              <a:avLst/>
            </a:prstGeom>
          </p:spPr>
        </p:pic>
        <p:pic>
          <p:nvPicPr>
            <p:cNvPr id="2072" name="Grafik 2071" descr="Rotte med massiv udfyldning">
              <a:extLst>
                <a:ext uri="{FF2B5EF4-FFF2-40B4-BE49-F238E27FC236}">
                  <a16:creationId xmlns:a16="http://schemas.microsoft.com/office/drawing/2014/main" id="{17AEB884-DB88-681E-95BB-36AA6F6C488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116771" y="749432"/>
              <a:ext cx="252000" cy="252000"/>
            </a:xfrm>
            <a:prstGeom prst="rect">
              <a:avLst/>
            </a:prstGeom>
          </p:spPr>
        </p:pic>
        <p:pic>
          <p:nvPicPr>
            <p:cNvPr id="2073" name="Grafik 2072" descr="Rotte med massiv udfyldning">
              <a:extLst>
                <a:ext uri="{FF2B5EF4-FFF2-40B4-BE49-F238E27FC236}">
                  <a16:creationId xmlns:a16="http://schemas.microsoft.com/office/drawing/2014/main" id="{E425CFB1-A5C5-DD53-40E7-BA0B417A484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688893" y="749432"/>
              <a:ext cx="252000" cy="252000"/>
            </a:xfrm>
            <a:prstGeom prst="rect">
              <a:avLst/>
            </a:prstGeom>
          </p:spPr>
        </p:pic>
        <p:pic>
          <p:nvPicPr>
            <p:cNvPr id="2074" name="Grafik 2073" descr="Rotte med massiv udfyldning">
              <a:extLst>
                <a:ext uri="{FF2B5EF4-FFF2-40B4-BE49-F238E27FC236}">
                  <a16:creationId xmlns:a16="http://schemas.microsoft.com/office/drawing/2014/main" id="{11C9E723-5B89-0642-B173-35C8D20E82F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261015" y="749432"/>
              <a:ext cx="252000" cy="252000"/>
            </a:xfrm>
            <a:prstGeom prst="rect">
              <a:avLst/>
            </a:prstGeom>
          </p:spPr>
        </p:pic>
        <p:pic>
          <p:nvPicPr>
            <p:cNvPr id="2075" name="Grafik 2074" descr="Rotte med massiv udfyldning">
              <a:extLst>
                <a:ext uri="{FF2B5EF4-FFF2-40B4-BE49-F238E27FC236}">
                  <a16:creationId xmlns:a16="http://schemas.microsoft.com/office/drawing/2014/main" id="{75FD9060-6BEA-DDB4-0077-9D599B34C6D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833137" y="749432"/>
              <a:ext cx="252000" cy="252000"/>
            </a:xfrm>
            <a:prstGeom prst="rect">
              <a:avLst/>
            </a:prstGeom>
          </p:spPr>
        </p:pic>
        <p:pic>
          <p:nvPicPr>
            <p:cNvPr id="2076" name="Grafik 2075" descr="Rotte med massiv udfyldning">
              <a:extLst>
                <a:ext uri="{FF2B5EF4-FFF2-40B4-BE49-F238E27FC236}">
                  <a16:creationId xmlns:a16="http://schemas.microsoft.com/office/drawing/2014/main" id="{52FE0F7F-7F8B-3CC0-121F-970CA11D7BF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405259" y="749432"/>
              <a:ext cx="252000" cy="252000"/>
            </a:xfrm>
            <a:prstGeom prst="rect">
              <a:avLst/>
            </a:prstGeom>
          </p:spPr>
        </p:pic>
        <p:pic>
          <p:nvPicPr>
            <p:cNvPr id="2077" name="Grafik 2076" descr="Rotte med massiv udfyldning">
              <a:extLst>
                <a:ext uri="{FF2B5EF4-FFF2-40B4-BE49-F238E27FC236}">
                  <a16:creationId xmlns:a16="http://schemas.microsoft.com/office/drawing/2014/main" id="{5A87B0F9-AD11-AF28-1622-D535B946F8C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691311" y="749432"/>
              <a:ext cx="252000" cy="252000"/>
            </a:xfrm>
            <a:prstGeom prst="rect">
              <a:avLst/>
            </a:prstGeom>
          </p:spPr>
        </p:pic>
        <p:pic>
          <p:nvPicPr>
            <p:cNvPr id="2078" name="Grafik 2077" descr="Rotte med massiv udfyldning">
              <a:extLst>
                <a:ext uri="{FF2B5EF4-FFF2-40B4-BE49-F238E27FC236}">
                  <a16:creationId xmlns:a16="http://schemas.microsoft.com/office/drawing/2014/main" id="{3F002302-D1C7-E3F8-7085-70E2951ABE5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258588" y="749432"/>
              <a:ext cx="252000" cy="252000"/>
            </a:xfrm>
            <a:prstGeom prst="rect">
              <a:avLst/>
            </a:prstGeom>
          </p:spPr>
        </p:pic>
        <p:pic>
          <p:nvPicPr>
            <p:cNvPr id="2079" name="Grafik 2078" descr="Rotte med massiv udfyldning">
              <a:extLst>
                <a:ext uri="{FF2B5EF4-FFF2-40B4-BE49-F238E27FC236}">
                  <a16:creationId xmlns:a16="http://schemas.microsoft.com/office/drawing/2014/main" id="{5A4FFC07-B8F8-9702-5035-E7E61186E79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830710" y="749432"/>
              <a:ext cx="252000" cy="252000"/>
            </a:xfrm>
            <a:prstGeom prst="rect">
              <a:avLst/>
            </a:prstGeom>
          </p:spPr>
        </p:pic>
        <p:pic>
          <p:nvPicPr>
            <p:cNvPr id="2080" name="Grafik 2079" descr="Rotte med massiv udfyldning">
              <a:extLst>
                <a:ext uri="{FF2B5EF4-FFF2-40B4-BE49-F238E27FC236}">
                  <a16:creationId xmlns:a16="http://schemas.microsoft.com/office/drawing/2014/main" id="{76B91FA4-6613-7858-7840-D951D8B7D2F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402832" y="749432"/>
              <a:ext cx="252000" cy="252000"/>
            </a:xfrm>
            <a:prstGeom prst="rect">
              <a:avLst/>
            </a:prstGeom>
          </p:spPr>
        </p:pic>
        <p:pic>
          <p:nvPicPr>
            <p:cNvPr id="2081" name="Grafik 2080" descr="Rotte med massiv udfyldning">
              <a:extLst>
                <a:ext uri="{FF2B5EF4-FFF2-40B4-BE49-F238E27FC236}">
                  <a16:creationId xmlns:a16="http://schemas.microsoft.com/office/drawing/2014/main" id="{5BF4BDBC-635A-707C-D7AC-8CF4EA580CB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974954" y="749432"/>
              <a:ext cx="252000" cy="252000"/>
            </a:xfrm>
            <a:prstGeom prst="rect">
              <a:avLst/>
            </a:prstGeom>
          </p:spPr>
        </p:pic>
        <p:pic>
          <p:nvPicPr>
            <p:cNvPr id="2082" name="Grafik 2081" descr="Rotte med massiv udfyldning">
              <a:extLst>
                <a:ext uri="{FF2B5EF4-FFF2-40B4-BE49-F238E27FC236}">
                  <a16:creationId xmlns:a16="http://schemas.microsoft.com/office/drawing/2014/main" id="{CB15FF02-9A31-A9E9-9C8F-B237DC770CE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547076" y="749432"/>
              <a:ext cx="252000" cy="252000"/>
            </a:xfrm>
            <a:prstGeom prst="rect">
              <a:avLst/>
            </a:prstGeom>
          </p:spPr>
        </p:pic>
        <p:pic>
          <p:nvPicPr>
            <p:cNvPr id="2083" name="Grafik 2082" descr="Rotte med massiv udfyldning">
              <a:extLst>
                <a:ext uri="{FF2B5EF4-FFF2-40B4-BE49-F238E27FC236}">
                  <a16:creationId xmlns:a16="http://schemas.microsoft.com/office/drawing/2014/main" id="{852F97F5-FB22-9EA6-312A-E2F9E74C64A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119198" y="749432"/>
              <a:ext cx="252000" cy="252000"/>
            </a:xfrm>
            <a:prstGeom prst="rect">
              <a:avLst/>
            </a:prstGeom>
          </p:spPr>
        </p:pic>
      </p:grpSp>
      <p:sp>
        <p:nvSpPr>
          <p:cNvPr id="2086" name="Tekstfelt 2085">
            <a:extLst>
              <a:ext uri="{FF2B5EF4-FFF2-40B4-BE49-F238E27FC236}">
                <a16:creationId xmlns:a16="http://schemas.microsoft.com/office/drawing/2014/main" id="{714832D4-4D74-2C1F-5269-716B14D9B1A0}"/>
              </a:ext>
            </a:extLst>
          </p:cNvPr>
          <p:cNvSpPr txBox="1"/>
          <p:nvPr/>
        </p:nvSpPr>
        <p:spPr>
          <a:xfrm>
            <a:off x="6092052" y="2498553"/>
            <a:ext cx="9701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000" i="1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MEDIAN = 13</a:t>
            </a:r>
          </a:p>
        </p:txBody>
      </p:sp>
      <p:sp>
        <p:nvSpPr>
          <p:cNvPr id="2087" name="Tekstfelt 2086">
            <a:extLst>
              <a:ext uri="{FF2B5EF4-FFF2-40B4-BE49-F238E27FC236}">
                <a16:creationId xmlns:a16="http://schemas.microsoft.com/office/drawing/2014/main" id="{BD06AACB-4BBA-BDC1-6FE6-CC2C2C72E2AD}"/>
              </a:ext>
            </a:extLst>
          </p:cNvPr>
          <p:cNvSpPr txBox="1"/>
          <p:nvPr/>
        </p:nvSpPr>
        <p:spPr>
          <a:xfrm>
            <a:off x="-44906" y="14131107"/>
            <a:ext cx="179087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 i="1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KASPER FUGLSANG JORDT</a:t>
            </a:r>
          </a:p>
        </p:txBody>
      </p:sp>
      <p:cxnSp>
        <p:nvCxnSpPr>
          <p:cNvPr id="2096" name="Lige forbindelse 2095">
            <a:extLst>
              <a:ext uri="{FF2B5EF4-FFF2-40B4-BE49-F238E27FC236}">
                <a16:creationId xmlns:a16="http://schemas.microsoft.com/office/drawing/2014/main" id="{51622256-91CE-7167-0461-6BA67B936850}"/>
              </a:ext>
            </a:extLst>
          </p:cNvPr>
          <p:cNvCxnSpPr>
            <a:cxnSpLocks/>
          </p:cNvCxnSpPr>
          <p:nvPr/>
        </p:nvCxnSpPr>
        <p:spPr>
          <a:xfrm>
            <a:off x="349466" y="4849535"/>
            <a:ext cx="680304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144" name="Gruppe 2143">
            <a:extLst>
              <a:ext uri="{FF2B5EF4-FFF2-40B4-BE49-F238E27FC236}">
                <a16:creationId xmlns:a16="http://schemas.microsoft.com/office/drawing/2014/main" id="{A02F96E1-FD0E-1936-51A6-02909E91D53C}"/>
              </a:ext>
            </a:extLst>
          </p:cNvPr>
          <p:cNvGrpSpPr/>
          <p:nvPr/>
        </p:nvGrpSpPr>
        <p:grpSpPr>
          <a:xfrm>
            <a:off x="5784808" y="4843487"/>
            <a:ext cx="332143" cy="293149"/>
            <a:chOff x="6978310" y="4836782"/>
            <a:chExt cx="332143" cy="293149"/>
          </a:xfrm>
        </p:grpSpPr>
        <p:cxnSp>
          <p:nvCxnSpPr>
            <p:cNvPr id="2139" name="Lige forbindelse 2138">
              <a:extLst>
                <a:ext uri="{FF2B5EF4-FFF2-40B4-BE49-F238E27FC236}">
                  <a16:creationId xmlns:a16="http://schemas.microsoft.com/office/drawing/2014/main" id="{C8057931-2EE6-5396-C754-718B59BAFD6C}"/>
                </a:ext>
              </a:extLst>
            </p:cNvPr>
            <p:cNvCxnSpPr>
              <a:cxnSpLocks/>
            </p:cNvCxnSpPr>
            <p:nvPr/>
          </p:nvCxnSpPr>
          <p:spPr>
            <a:xfrm>
              <a:off x="7144382" y="4836782"/>
              <a:ext cx="0" cy="7846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43" name="Tekstfelt 2142">
              <a:extLst>
                <a:ext uri="{FF2B5EF4-FFF2-40B4-BE49-F238E27FC236}">
                  <a16:creationId xmlns:a16="http://schemas.microsoft.com/office/drawing/2014/main" id="{5014D51D-4264-484D-3AF9-31FF54440EC2}"/>
                </a:ext>
              </a:extLst>
            </p:cNvPr>
            <p:cNvSpPr txBox="1"/>
            <p:nvPr/>
          </p:nvSpPr>
          <p:spPr>
            <a:xfrm>
              <a:off x="6978310" y="4876015"/>
              <a:ext cx="332143" cy="2539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GB" sz="1050" dirty="0">
                  <a:latin typeface="Amasis MT Pro Medium" panose="02040604050005020304" pitchFamily="18" charset="0"/>
                </a:rPr>
                <a:t>50</a:t>
              </a:r>
            </a:p>
          </p:txBody>
        </p:sp>
      </p:grpSp>
      <p:grpSp>
        <p:nvGrpSpPr>
          <p:cNvPr id="2145" name="Gruppe 2144">
            <a:extLst>
              <a:ext uri="{FF2B5EF4-FFF2-40B4-BE49-F238E27FC236}">
                <a16:creationId xmlns:a16="http://schemas.microsoft.com/office/drawing/2014/main" id="{37983073-E436-49B7-8BF6-82998CB3DE38}"/>
              </a:ext>
            </a:extLst>
          </p:cNvPr>
          <p:cNvGrpSpPr/>
          <p:nvPr/>
        </p:nvGrpSpPr>
        <p:grpSpPr>
          <a:xfrm>
            <a:off x="4629561" y="4853077"/>
            <a:ext cx="332143" cy="293149"/>
            <a:chOff x="6978310" y="4836782"/>
            <a:chExt cx="332143" cy="293149"/>
          </a:xfrm>
        </p:grpSpPr>
        <p:cxnSp>
          <p:nvCxnSpPr>
            <p:cNvPr id="2146" name="Lige forbindelse 2145">
              <a:extLst>
                <a:ext uri="{FF2B5EF4-FFF2-40B4-BE49-F238E27FC236}">
                  <a16:creationId xmlns:a16="http://schemas.microsoft.com/office/drawing/2014/main" id="{8D08EA27-E982-4468-A13A-10C523282056}"/>
                </a:ext>
              </a:extLst>
            </p:cNvPr>
            <p:cNvCxnSpPr>
              <a:cxnSpLocks/>
            </p:cNvCxnSpPr>
            <p:nvPr/>
          </p:nvCxnSpPr>
          <p:spPr>
            <a:xfrm>
              <a:off x="7144382" y="4836782"/>
              <a:ext cx="0" cy="7846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47" name="Tekstfelt 2146">
              <a:extLst>
                <a:ext uri="{FF2B5EF4-FFF2-40B4-BE49-F238E27FC236}">
                  <a16:creationId xmlns:a16="http://schemas.microsoft.com/office/drawing/2014/main" id="{F19F1A8E-2214-9344-9394-9586F76FA11F}"/>
                </a:ext>
              </a:extLst>
            </p:cNvPr>
            <p:cNvSpPr txBox="1"/>
            <p:nvPr/>
          </p:nvSpPr>
          <p:spPr>
            <a:xfrm>
              <a:off x="6978310" y="4876015"/>
              <a:ext cx="332143" cy="2539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GB" sz="1050" dirty="0">
                  <a:latin typeface="Amasis MT Pro Medium" panose="02040604050005020304" pitchFamily="18" charset="0"/>
                </a:rPr>
                <a:t>40</a:t>
              </a:r>
            </a:p>
          </p:txBody>
        </p:sp>
      </p:grpSp>
      <p:grpSp>
        <p:nvGrpSpPr>
          <p:cNvPr id="2148" name="Gruppe 2147">
            <a:extLst>
              <a:ext uri="{FF2B5EF4-FFF2-40B4-BE49-F238E27FC236}">
                <a16:creationId xmlns:a16="http://schemas.microsoft.com/office/drawing/2014/main" id="{38175616-9114-A590-7303-9913BC6518A8}"/>
              </a:ext>
            </a:extLst>
          </p:cNvPr>
          <p:cNvGrpSpPr/>
          <p:nvPr/>
        </p:nvGrpSpPr>
        <p:grpSpPr>
          <a:xfrm>
            <a:off x="2392808" y="4853077"/>
            <a:ext cx="332143" cy="293149"/>
            <a:chOff x="6978310" y="4836782"/>
            <a:chExt cx="332143" cy="293149"/>
          </a:xfrm>
        </p:grpSpPr>
        <p:cxnSp>
          <p:nvCxnSpPr>
            <p:cNvPr id="2149" name="Lige forbindelse 2148">
              <a:extLst>
                <a:ext uri="{FF2B5EF4-FFF2-40B4-BE49-F238E27FC236}">
                  <a16:creationId xmlns:a16="http://schemas.microsoft.com/office/drawing/2014/main" id="{C4C0B4EC-442E-FC05-2CFF-5A6B6EF4C13F}"/>
                </a:ext>
              </a:extLst>
            </p:cNvPr>
            <p:cNvCxnSpPr>
              <a:cxnSpLocks/>
            </p:cNvCxnSpPr>
            <p:nvPr/>
          </p:nvCxnSpPr>
          <p:spPr>
            <a:xfrm>
              <a:off x="7144382" y="4836782"/>
              <a:ext cx="0" cy="7846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50" name="Tekstfelt 2149">
              <a:extLst>
                <a:ext uri="{FF2B5EF4-FFF2-40B4-BE49-F238E27FC236}">
                  <a16:creationId xmlns:a16="http://schemas.microsoft.com/office/drawing/2014/main" id="{8BE2E8EA-F3F8-3178-9A1C-596E34EFB8DF}"/>
                </a:ext>
              </a:extLst>
            </p:cNvPr>
            <p:cNvSpPr txBox="1"/>
            <p:nvPr/>
          </p:nvSpPr>
          <p:spPr>
            <a:xfrm>
              <a:off x="6978310" y="4876015"/>
              <a:ext cx="332143" cy="2539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GB" sz="1050" dirty="0">
                  <a:latin typeface="Amasis MT Pro Medium" panose="02040604050005020304" pitchFamily="18" charset="0"/>
                </a:rPr>
                <a:t>20</a:t>
              </a:r>
            </a:p>
          </p:txBody>
        </p:sp>
      </p:grpSp>
      <p:grpSp>
        <p:nvGrpSpPr>
          <p:cNvPr id="2151" name="Gruppe 2150">
            <a:extLst>
              <a:ext uri="{FF2B5EF4-FFF2-40B4-BE49-F238E27FC236}">
                <a16:creationId xmlns:a16="http://schemas.microsoft.com/office/drawing/2014/main" id="{728071BB-6035-A076-0574-8CBD0307A889}"/>
              </a:ext>
            </a:extLst>
          </p:cNvPr>
          <p:cNvGrpSpPr/>
          <p:nvPr/>
        </p:nvGrpSpPr>
        <p:grpSpPr>
          <a:xfrm>
            <a:off x="1274431" y="4853077"/>
            <a:ext cx="332143" cy="293149"/>
            <a:chOff x="6978310" y="4836782"/>
            <a:chExt cx="332143" cy="293149"/>
          </a:xfrm>
        </p:grpSpPr>
        <p:cxnSp>
          <p:nvCxnSpPr>
            <p:cNvPr id="2152" name="Lige forbindelse 2151">
              <a:extLst>
                <a:ext uri="{FF2B5EF4-FFF2-40B4-BE49-F238E27FC236}">
                  <a16:creationId xmlns:a16="http://schemas.microsoft.com/office/drawing/2014/main" id="{AE7CEB22-110F-F7B3-57BD-AB5741740F81}"/>
                </a:ext>
              </a:extLst>
            </p:cNvPr>
            <p:cNvCxnSpPr>
              <a:cxnSpLocks/>
            </p:cNvCxnSpPr>
            <p:nvPr/>
          </p:nvCxnSpPr>
          <p:spPr>
            <a:xfrm>
              <a:off x="7144382" y="4836782"/>
              <a:ext cx="0" cy="7846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53" name="Tekstfelt 2152">
              <a:extLst>
                <a:ext uri="{FF2B5EF4-FFF2-40B4-BE49-F238E27FC236}">
                  <a16:creationId xmlns:a16="http://schemas.microsoft.com/office/drawing/2014/main" id="{0289027E-5D3E-29A9-76DE-A52081A041C5}"/>
                </a:ext>
              </a:extLst>
            </p:cNvPr>
            <p:cNvSpPr txBox="1"/>
            <p:nvPr/>
          </p:nvSpPr>
          <p:spPr>
            <a:xfrm>
              <a:off x="6978310" y="4876015"/>
              <a:ext cx="332143" cy="2539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GB" sz="1050" dirty="0">
                  <a:latin typeface="Amasis MT Pro Medium" panose="02040604050005020304" pitchFamily="18" charset="0"/>
                </a:rPr>
                <a:t>10</a:t>
              </a:r>
            </a:p>
          </p:txBody>
        </p:sp>
      </p:grpSp>
      <p:grpSp>
        <p:nvGrpSpPr>
          <p:cNvPr id="2154" name="Gruppe 2153">
            <a:extLst>
              <a:ext uri="{FF2B5EF4-FFF2-40B4-BE49-F238E27FC236}">
                <a16:creationId xmlns:a16="http://schemas.microsoft.com/office/drawing/2014/main" id="{8C891783-233F-E477-03E8-B30A021110A9}"/>
              </a:ext>
            </a:extLst>
          </p:cNvPr>
          <p:cNvGrpSpPr/>
          <p:nvPr/>
        </p:nvGrpSpPr>
        <p:grpSpPr>
          <a:xfrm>
            <a:off x="229773" y="4850694"/>
            <a:ext cx="258403" cy="333025"/>
            <a:chOff x="7055733" y="4834401"/>
            <a:chExt cx="177297" cy="272429"/>
          </a:xfrm>
        </p:grpSpPr>
        <p:cxnSp>
          <p:nvCxnSpPr>
            <p:cNvPr id="2155" name="Lige forbindelse 2154">
              <a:extLst>
                <a:ext uri="{FF2B5EF4-FFF2-40B4-BE49-F238E27FC236}">
                  <a16:creationId xmlns:a16="http://schemas.microsoft.com/office/drawing/2014/main" id="{B6B926A0-7355-64CB-E58E-E84FBED8DEC0}"/>
                </a:ext>
              </a:extLst>
            </p:cNvPr>
            <p:cNvCxnSpPr>
              <a:cxnSpLocks/>
            </p:cNvCxnSpPr>
            <p:nvPr/>
          </p:nvCxnSpPr>
          <p:spPr>
            <a:xfrm>
              <a:off x="7144382" y="4834401"/>
              <a:ext cx="0" cy="7846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56" name="Tekstfelt 2155">
              <a:extLst>
                <a:ext uri="{FF2B5EF4-FFF2-40B4-BE49-F238E27FC236}">
                  <a16:creationId xmlns:a16="http://schemas.microsoft.com/office/drawing/2014/main" id="{D77ECDC0-0A61-9B7A-43DC-0C115859DB4B}"/>
                </a:ext>
              </a:extLst>
            </p:cNvPr>
            <p:cNvSpPr txBox="1"/>
            <p:nvPr/>
          </p:nvSpPr>
          <p:spPr>
            <a:xfrm>
              <a:off x="7055733" y="4899116"/>
              <a:ext cx="177297" cy="2077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GB" sz="1050" dirty="0">
                  <a:latin typeface="Amasis MT Pro Medium" panose="02040604050005020304" pitchFamily="18" charset="0"/>
                </a:rPr>
                <a:t>0</a:t>
              </a:r>
            </a:p>
          </p:txBody>
        </p:sp>
      </p:grpSp>
      <p:grpSp>
        <p:nvGrpSpPr>
          <p:cNvPr id="2157" name="Gruppe 2156">
            <a:extLst>
              <a:ext uri="{FF2B5EF4-FFF2-40B4-BE49-F238E27FC236}">
                <a16:creationId xmlns:a16="http://schemas.microsoft.com/office/drawing/2014/main" id="{9D0EB979-44B3-3E7D-7145-C3A5CC8A8ADC}"/>
              </a:ext>
            </a:extLst>
          </p:cNvPr>
          <p:cNvGrpSpPr/>
          <p:nvPr/>
        </p:nvGrpSpPr>
        <p:grpSpPr>
          <a:xfrm>
            <a:off x="3511185" y="4853077"/>
            <a:ext cx="332143" cy="293149"/>
            <a:chOff x="6978310" y="4836782"/>
            <a:chExt cx="332143" cy="293149"/>
          </a:xfrm>
        </p:grpSpPr>
        <p:cxnSp>
          <p:nvCxnSpPr>
            <p:cNvPr id="2158" name="Lige forbindelse 2157">
              <a:extLst>
                <a:ext uri="{FF2B5EF4-FFF2-40B4-BE49-F238E27FC236}">
                  <a16:creationId xmlns:a16="http://schemas.microsoft.com/office/drawing/2014/main" id="{2ADF2643-12A1-EBB3-0ADC-D027B28E9496}"/>
                </a:ext>
              </a:extLst>
            </p:cNvPr>
            <p:cNvCxnSpPr>
              <a:cxnSpLocks/>
            </p:cNvCxnSpPr>
            <p:nvPr/>
          </p:nvCxnSpPr>
          <p:spPr>
            <a:xfrm>
              <a:off x="7144382" y="4836782"/>
              <a:ext cx="0" cy="7846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59" name="Tekstfelt 2158">
              <a:extLst>
                <a:ext uri="{FF2B5EF4-FFF2-40B4-BE49-F238E27FC236}">
                  <a16:creationId xmlns:a16="http://schemas.microsoft.com/office/drawing/2014/main" id="{AAE3F9B9-9B8E-EDD1-D070-29749EDA6F9E}"/>
                </a:ext>
              </a:extLst>
            </p:cNvPr>
            <p:cNvSpPr txBox="1"/>
            <p:nvPr/>
          </p:nvSpPr>
          <p:spPr>
            <a:xfrm>
              <a:off x="6978310" y="4876015"/>
              <a:ext cx="332143" cy="2539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GB" sz="1050" dirty="0">
                  <a:latin typeface="Amasis MT Pro Medium" panose="02040604050005020304" pitchFamily="18" charset="0"/>
                </a:rPr>
                <a:t>30</a:t>
              </a:r>
            </a:p>
          </p:txBody>
        </p:sp>
      </p:grpSp>
      <p:sp>
        <p:nvSpPr>
          <p:cNvPr id="2161" name="Ellipse 2160">
            <a:extLst>
              <a:ext uri="{FF2B5EF4-FFF2-40B4-BE49-F238E27FC236}">
                <a16:creationId xmlns:a16="http://schemas.microsoft.com/office/drawing/2014/main" id="{6C12C840-2313-4082-9338-3D9C80C76499}"/>
              </a:ext>
            </a:extLst>
          </p:cNvPr>
          <p:cNvSpPr/>
          <p:nvPr/>
        </p:nvSpPr>
        <p:spPr>
          <a:xfrm>
            <a:off x="6026151" y="5321748"/>
            <a:ext cx="100012" cy="100012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63" name="Rektangel 2162">
            <a:extLst>
              <a:ext uri="{FF2B5EF4-FFF2-40B4-BE49-F238E27FC236}">
                <a16:creationId xmlns:a16="http://schemas.microsoft.com/office/drawing/2014/main" id="{AB28B67E-163D-DC2E-9987-144D461516B7}"/>
              </a:ext>
            </a:extLst>
          </p:cNvPr>
          <p:cNvSpPr/>
          <p:nvPr/>
        </p:nvSpPr>
        <p:spPr>
          <a:xfrm>
            <a:off x="1541124" y="5234318"/>
            <a:ext cx="1741827" cy="27487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167" name="Lige forbindelse 2166">
            <a:extLst>
              <a:ext uri="{FF2B5EF4-FFF2-40B4-BE49-F238E27FC236}">
                <a16:creationId xmlns:a16="http://schemas.microsoft.com/office/drawing/2014/main" id="{79E8C1CC-1F47-D941-9C6A-1459E107A3E3}"/>
              </a:ext>
            </a:extLst>
          </p:cNvPr>
          <p:cNvCxnSpPr>
            <a:cxnSpLocks/>
          </p:cNvCxnSpPr>
          <p:nvPr/>
        </p:nvCxnSpPr>
        <p:spPr>
          <a:xfrm>
            <a:off x="2448602" y="5229558"/>
            <a:ext cx="0" cy="284397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1" name="Lige forbindelse 2180">
            <a:extLst>
              <a:ext uri="{FF2B5EF4-FFF2-40B4-BE49-F238E27FC236}">
                <a16:creationId xmlns:a16="http://schemas.microsoft.com/office/drawing/2014/main" id="{CC9F3D1D-BD22-9CB8-AA46-4F430567080A}"/>
              </a:ext>
            </a:extLst>
          </p:cNvPr>
          <p:cNvCxnSpPr>
            <a:cxnSpLocks/>
          </p:cNvCxnSpPr>
          <p:nvPr/>
        </p:nvCxnSpPr>
        <p:spPr>
          <a:xfrm>
            <a:off x="5155938" y="5229558"/>
            <a:ext cx="0" cy="284397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3" name="Lige forbindelse 2182">
            <a:extLst>
              <a:ext uri="{FF2B5EF4-FFF2-40B4-BE49-F238E27FC236}">
                <a16:creationId xmlns:a16="http://schemas.microsoft.com/office/drawing/2014/main" id="{6DE8B8FC-2405-71F0-5829-7E364899D06C}"/>
              </a:ext>
            </a:extLst>
          </p:cNvPr>
          <p:cNvCxnSpPr>
            <a:cxnSpLocks/>
          </p:cNvCxnSpPr>
          <p:nvPr/>
        </p:nvCxnSpPr>
        <p:spPr>
          <a:xfrm>
            <a:off x="493667" y="5229557"/>
            <a:ext cx="0" cy="284397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189" name="Gruppe 2188">
            <a:extLst>
              <a:ext uri="{FF2B5EF4-FFF2-40B4-BE49-F238E27FC236}">
                <a16:creationId xmlns:a16="http://schemas.microsoft.com/office/drawing/2014/main" id="{D73A200F-AFB7-30BB-C91F-5CDC2E96D8AD}"/>
              </a:ext>
            </a:extLst>
          </p:cNvPr>
          <p:cNvGrpSpPr/>
          <p:nvPr/>
        </p:nvGrpSpPr>
        <p:grpSpPr>
          <a:xfrm>
            <a:off x="6976905" y="4847540"/>
            <a:ext cx="332141" cy="330452"/>
            <a:chOff x="7035585" y="4836782"/>
            <a:chExt cx="217592" cy="269877"/>
          </a:xfrm>
        </p:grpSpPr>
        <p:cxnSp>
          <p:nvCxnSpPr>
            <p:cNvPr id="2190" name="Lige forbindelse 2189">
              <a:extLst>
                <a:ext uri="{FF2B5EF4-FFF2-40B4-BE49-F238E27FC236}">
                  <a16:creationId xmlns:a16="http://schemas.microsoft.com/office/drawing/2014/main" id="{D3845899-03A3-A601-A6BF-90BFC207153B}"/>
                </a:ext>
              </a:extLst>
            </p:cNvPr>
            <p:cNvCxnSpPr>
              <a:cxnSpLocks/>
            </p:cNvCxnSpPr>
            <p:nvPr/>
          </p:nvCxnSpPr>
          <p:spPr>
            <a:xfrm>
              <a:off x="7144382" y="4836782"/>
              <a:ext cx="0" cy="7846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91" name="Tekstfelt 2190">
              <a:extLst>
                <a:ext uri="{FF2B5EF4-FFF2-40B4-BE49-F238E27FC236}">
                  <a16:creationId xmlns:a16="http://schemas.microsoft.com/office/drawing/2014/main" id="{4635DF1B-7DC4-9C69-B8A1-7ACA1E09AA22}"/>
                </a:ext>
              </a:extLst>
            </p:cNvPr>
            <p:cNvSpPr txBox="1"/>
            <p:nvPr/>
          </p:nvSpPr>
          <p:spPr>
            <a:xfrm>
              <a:off x="7035585" y="4899288"/>
              <a:ext cx="217592" cy="207371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GB" sz="1050" dirty="0">
                  <a:latin typeface="Amasis MT Pro Medium" panose="02040604050005020304" pitchFamily="18" charset="0"/>
                </a:rPr>
                <a:t>60</a:t>
              </a:r>
            </a:p>
          </p:txBody>
        </p:sp>
      </p:grpSp>
      <p:sp>
        <p:nvSpPr>
          <p:cNvPr id="2198" name="Tekstfelt 2197">
            <a:extLst>
              <a:ext uri="{FF2B5EF4-FFF2-40B4-BE49-F238E27FC236}">
                <a16:creationId xmlns:a16="http://schemas.microsoft.com/office/drawing/2014/main" id="{C03E1860-714F-EAE0-0AB2-CB9E73AF01FB}"/>
              </a:ext>
            </a:extLst>
          </p:cNvPr>
          <p:cNvSpPr txBox="1"/>
          <p:nvPr/>
        </p:nvSpPr>
        <p:spPr>
          <a:xfrm>
            <a:off x="5386787" y="5812117"/>
            <a:ext cx="1885278" cy="4385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1200" b="1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LONGEST RESIDENCE</a:t>
            </a:r>
          </a:p>
          <a:p>
            <a:pPr algn="r"/>
            <a:r>
              <a:rPr lang="en-GB" sz="105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4,25 YEARS</a:t>
            </a:r>
          </a:p>
        </p:txBody>
      </p:sp>
      <p:sp>
        <p:nvSpPr>
          <p:cNvPr id="2199" name="Tekstfelt 2198">
            <a:extLst>
              <a:ext uri="{FF2B5EF4-FFF2-40B4-BE49-F238E27FC236}">
                <a16:creationId xmlns:a16="http://schemas.microsoft.com/office/drawing/2014/main" id="{6A860525-4CFC-AF60-2C07-6EB5E5D5E63F}"/>
              </a:ext>
            </a:extLst>
          </p:cNvPr>
          <p:cNvSpPr txBox="1"/>
          <p:nvPr/>
        </p:nvSpPr>
        <p:spPr>
          <a:xfrm>
            <a:off x="2825750" y="5812117"/>
            <a:ext cx="1885278" cy="4385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b="1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AVERAGE RESIDENCE</a:t>
            </a:r>
          </a:p>
          <a:p>
            <a:pPr algn="ctr"/>
            <a:r>
              <a:rPr lang="en-GB" sz="105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1,52 YEARS</a:t>
            </a:r>
          </a:p>
        </p:txBody>
      </p:sp>
      <p:sp>
        <p:nvSpPr>
          <p:cNvPr id="2201" name="Tekstfelt 2200">
            <a:extLst>
              <a:ext uri="{FF2B5EF4-FFF2-40B4-BE49-F238E27FC236}">
                <a16:creationId xmlns:a16="http://schemas.microsoft.com/office/drawing/2014/main" id="{8CDA7991-9D0C-4D63-2F5E-4BA958C7D918}"/>
              </a:ext>
            </a:extLst>
          </p:cNvPr>
          <p:cNvSpPr txBox="1"/>
          <p:nvPr/>
        </p:nvSpPr>
        <p:spPr>
          <a:xfrm>
            <a:off x="264713" y="5812117"/>
            <a:ext cx="1885278" cy="4385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b="1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SHORTEST RESIDENCE</a:t>
            </a:r>
          </a:p>
          <a:p>
            <a:r>
              <a:rPr lang="en-GB" sz="105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1 MONTH</a:t>
            </a:r>
          </a:p>
        </p:txBody>
      </p:sp>
      <p:cxnSp>
        <p:nvCxnSpPr>
          <p:cNvPr id="2206" name="Forbindelse: vinklet 2205">
            <a:extLst>
              <a:ext uri="{FF2B5EF4-FFF2-40B4-BE49-F238E27FC236}">
                <a16:creationId xmlns:a16="http://schemas.microsoft.com/office/drawing/2014/main" id="{8BBAAA68-4D39-9350-B796-963E1A96D6B5}"/>
              </a:ext>
            </a:extLst>
          </p:cNvPr>
          <p:cNvCxnSpPr>
            <a:cxnSpLocks/>
            <a:stCxn id="2231" idx="2"/>
            <a:endCxn id="2198" idx="0"/>
          </p:cNvCxnSpPr>
          <p:nvPr/>
        </p:nvCxnSpPr>
        <p:spPr>
          <a:xfrm rot="16200000" flipH="1">
            <a:off x="6038016" y="5520706"/>
            <a:ext cx="332181" cy="250641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7" name="Forbindelse: vinklet 2216">
            <a:extLst>
              <a:ext uri="{FF2B5EF4-FFF2-40B4-BE49-F238E27FC236}">
                <a16:creationId xmlns:a16="http://schemas.microsoft.com/office/drawing/2014/main" id="{B74FAFBA-4384-5A5B-3413-03F7D33F672F}"/>
              </a:ext>
            </a:extLst>
          </p:cNvPr>
          <p:cNvCxnSpPr>
            <a:cxnSpLocks/>
            <a:stCxn id="2229" idx="2"/>
            <a:endCxn id="2199" idx="0"/>
          </p:cNvCxnSpPr>
          <p:nvPr/>
        </p:nvCxnSpPr>
        <p:spPr>
          <a:xfrm rot="16200000" flipH="1">
            <a:off x="2979963" y="5023689"/>
            <a:ext cx="257069" cy="1319786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4" name="Forbindelse: vinklet 2223">
            <a:extLst>
              <a:ext uri="{FF2B5EF4-FFF2-40B4-BE49-F238E27FC236}">
                <a16:creationId xmlns:a16="http://schemas.microsoft.com/office/drawing/2014/main" id="{7AB7C5D4-BAF6-C914-A485-60135043867E}"/>
              </a:ext>
            </a:extLst>
          </p:cNvPr>
          <p:cNvCxnSpPr>
            <a:cxnSpLocks/>
            <a:stCxn id="2223" idx="2"/>
            <a:endCxn id="2201" idx="0"/>
          </p:cNvCxnSpPr>
          <p:nvPr/>
        </p:nvCxnSpPr>
        <p:spPr>
          <a:xfrm rot="16200000" flipH="1">
            <a:off x="729013" y="5333777"/>
            <a:ext cx="243041" cy="713639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29" name="Rektangel 2228">
            <a:extLst>
              <a:ext uri="{FF2B5EF4-FFF2-40B4-BE49-F238E27FC236}">
                <a16:creationId xmlns:a16="http://schemas.microsoft.com/office/drawing/2014/main" id="{7CE241F9-CB21-39CA-C21D-B10A92BE709A}"/>
              </a:ext>
            </a:extLst>
          </p:cNvPr>
          <p:cNvSpPr/>
          <p:nvPr/>
        </p:nvSpPr>
        <p:spPr>
          <a:xfrm>
            <a:off x="2345137" y="5509330"/>
            <a:ext cx="206933" cy="4571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31" name="Rektangel 2230">
            <a:extLst>
              <a:ext uri="{FF2B5EF4-FFF2-40B4-BE49-F238E27FC236}">
                <a16:creationId xmlns:a16="http://schemas.microsoft.com/office/drawing/2014/main" id="{789FD385-6EC8-9C5A-AD9C-E70055B9B2AC}"/>
              </a:ext>
            </a:extLst>
          </p:cNvPr>
          <p:cNvSpPr/>
          <p:nvPr/>
        </p:nvSpPr>
        <p:spPr>
          <a:xfrm>
            <a:off x="5975319" y="5434218"/>
            <a:ext cx="206933" cy="4571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33" name="Rektangel 2232">
            <a:extLst>
              <a:ext uri="{FF2B5EF4-FFF2-40B4-BE49-F238E27FC236}">
                <a16:creationId xmlns:a16="http://schemas.microsoft.com/office/drawing/2014/main" id="{5E8AB3E8-1E9D-9D8C-8ECB-26A7E62F02C4}"/>
              </a:ext>
            </a:extLst>
          </p:cNvPr>
          <p:cNvSpPr/>
          <p:nvPr/>
        </p:nvSpPr>
        <p:spPr>
          <a:xfrm>
            <a:off x="2101254" y="4358600"/>
            <a:ext cx="3141958" cy="312267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Amasis MT Pro Medium" panose="02040604050005020304" pitchFamily="18" charset="0"/>
              </a:rPr>
              <a:t>RESIDENCY PERIOD</a:t>
            </a:r>
          </a:p>
        </p:txBody>
      </p:sp>
      <p:sp>
        <p:nvSpPr>
          <p:cNvPr id="2235" name="Tekstfelt 2234">
            <a:extLst>
              <a:ext uri="{FF2B5EF4-FFF2-40B4-BE49-F238E27FC236}">
                <a16:creationId xmlns:a16="http://schemas.microsoft.com/office/drawing/2014/main" id="{46EC84A7-843A-ECF6-3A45-D002BC3F38DE}"/>
              </a:ext>
            </a:extLst>
          </p:cNvPr>
          <p:cNvSpPr txBox="1"/>
          <p:nvPr/>
        </p:nvSpPr>
        <p:spPr>
          <a:xfrm>
            <a:off x="6821973" y="14141529"/>
            <a:ext cx="73770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1000" i="1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OCT 2025</a:t>
            </a:r>
          </a:p>
        </p:txBody>
      </p:sp>
      <p:pic>
        <p:nvPicPr>
          <p:cNvPr id="2291" name="Billede 2290" descr="Et billede, der indeholder pattedyr, mus, snyde, gnaver&#10;&#10;AI-genereret indhold kan være ukorrekt.">
            <a:extLst>
              <a:ext uri="{FF2B5EF4-FFF2-40B4-BE49-F238E27FC236}">
                <a16:creationId xmlns:a16="http://schemas.microsoft.com/office/drawing/2014/main" id="{7E959EE8-AFC8-8A5A-8612-5BF1F1CB7300}"/>
              </a:ext>
            </a:extLst>
          </p:cNvPr>
          <p:cNvPicPr>
            <a:picLocks noChangeAspect="1"/>
          </p:cNvPicPr>
          <p:nvPr/>
        </p:nvPicPr>
        <p:blipFill>
          <a:blip r:embed="rId12">
            <a:duotone>
              <a:prstClr val="black"/>
              <a:schemeClr val="accent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90" t="20829" r="7171" b="16866"/>
          <a:stretch>
            <a:fillRect/>
          </a:stretch>
        </p:blipFill>
        <p:spPr>
          <a:xfrm>
            <a:off x="5738660" y="7391790"/>
            <a:ext cx="314752" cy="217561"/>
          </a:xfrm>
          <a:prstGeom prst="rect">
            <a:avLst/>
          </a:prstGeom>
        </p:spPr>
      </p:pic>
      <p:sp>
        <p:nvSpPr>
          <p:cNvPr id="2296" name="Tekstfelt 2295">
            <a:extLst>
              <a:ext uri="{FF2B5EF4-FFF2-40B4-BE49-F238E27FC236}">
                <a16:creationId xmlns:a16="http://schemas.microsoft.com/office/drawing/2014/main" id="{E2DD1973-6035-9510-712E-64C8FFDB8905}"/>
              </a:ext>
            </a:extLst>
          </p:cNvPr>
          <p:cNvSpPr txBox="1"/>
          <p:nvPr/>
        </p:nvSpPr>
        <p:spPr>
          <a:xfrm>
            <a:off x="5393293" y="7996858"/>
            <a:ext cx="1885278" cy="4385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b="1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LONGEST PATH</a:t>
            </a:r>
          </a:p>
          <a:p>
            <a:pPr algn="ctr"/>
            <a:r>
              <a:rPr lang="en-GB" sz="105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5 RATS</a:t>
            </a:r>
          </a:p>
        </p:txBody>
      </p:sp>
      <p:pic>
        <p:nvPicPr>
          <p:cNvPr id="2297" name="Billede 2296" descr="Et billede, der indeholder pattedyr, mus, snyde, gnaver&#10;&#10;AI-genereret indhold kan være ukorrekt.">
            <a:extLst>
              <a:ext uri="{FF2B5EF4-FFF2-40B4-BE49-F238E27FC236}">
                <a16:creationId xmlns:a16="http://schemas.microsoft.com/office/drawing/2014/main" id="{A69B6696-416D-5485-91E6-BF6560618A54}"/>
              </a:ext>
            </a:extLst>
          </p:cNvPr>
          <p:cNvPicPr>
            <a:picLocks noChangeAspect="1"/>
          </p:cNvPicPr>
          <p:nvPr/>
        </p:nvPicPr>
        <p:blipFill>
          <a:blip r:embed="rId12">
            <a:duotone>
              <a:prstClr val="black"/>
              <a:schemeClr val="accent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90" t="20829" r="7171" b="16866"/>
          <a:stretch>
            <a:fillRect/>
          </a:stretch>
        </p:blipFill>
        <p:spPr>
          <a:xfrm>
            <a:off x="6141960" y="7391788"/>
            <a:ext cx="314755" cy="217562"/>
          </a:xfrm>
          <a:prstGeom prst="rect">
            <a:avLst/>
          </a:prstGeom>
        </p:spPr>
      </p:pic>
      <p:pic>
        <p:nvPicPr>
          <p:cNvPr id="2299" name="Billede 2298" descr="Et billede, der indeholder pattedyr, mus, snyde, gnaver&#10;&#10;AI-genereret indhold kan være ukorrekt.">
            <a:extLst>
              <a:ext uri="{FF2B5EF4-FFF2-40B4-BE49-F238E27FC236}">
                <a16:creationId xmlns:a16="http://schemas.microsoft.com/office/drawing/2014/main" id="{4BCCA004-D29D-C8CD-65A2-69DBB318D5F5}"/>
              </a:ext>
            </a:extLst>
          </p:cNvPr>
          <p:cNvPicPr>
            <a:picLocks noChangeAspect="1"/>
          </p:cNvPicPr>
          <p:nvPr/>
        </p:nvPicPr>
        <p:blipFill>
          <a:blip r:embed="rId12">
            <a:duotone>
              <a:prstClr val="black"/>
              <a:schemeClr val="accent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90" t="20829" r="7171" b="16866"/>
          <a:stretch>
            <a:fillRect/>
          </a:stretch>
        </p:blipFill>
        <p:spPr>
          <a:xfrm>
            <a:off x="6545262" y="7391788"/>
            <a:ext cx="314755" cy="217562"/>
          </a:xfrm>
          <a:prstGeom prst="rect">
            <a:avLst/>
          </a:prstGeom>
        </p:spPr>
      </p:pic>
      <p:pic>
        <p:nvPicPr>
          <p:cNvPr id="2302" name="Billede 2301" descr="Et billede, der indeholder pattedyr, mus, snyde, gnaver&#10;&#10;AI-genereret indhold kan være ukorrekt.">
            <a:extLst>
              <a:ext uri="{FF2B5EF4-FFF2-40B4-BE49-F238E27FC236}">
                <a16:creationId xmlns:a16="http://schemas.microsoft.com/office/drawing/2014/main" id="{7C76B317-4525-D146-7BFF-09166064EA2E}"/>
              </a:ext>
            </a:extLst>
          </p:cNvPr>
          <p:cNvPicPr>
            <a:picLocks noChangeAspect="1"/>
          </p:cNvPicPr>
          <p:nvPr/>
        </p:nvPicPr>
        <p:blipFill>
          <a:blip r:embed="rId12">
            <a:duotone>
              <a:prstClr val="black"/>
              <a:schemeClr val="accent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90" t="20829" r="7171" b="16866"/>
          <a:stretch>
            <a:fillRect/>
          </a:stretch>
        </p:blipFill>
        <p:spPr>
          <a:xfrm>
            <a:off x="5932084" y="7625210"/>
            <a:ext cx="314755" cy="217562"/>
          </a:xfrm>
          <a:prstGeom prst="rect">
            <a:avLst/>
          </a:prstGeom>
        </p:spPr>
      </p:pic>
      <p:pic>
        <p:nvPicPr>
          <p:cNvPr id="2303" name="Billede 2302" descr="Et billede, der indeholder pattedyr, mus, snyde, gnaver&#10;&#10;AI-genereret indhold kan være ukorrekt.">
            <a:extLst>
              <a:ext uri="{FF2B5EF4-FFF2-40B4-BE49-F238E27FC236}">
                <a16:creationId xmlns:a16="http://schemas.microsoft.com/office/drawing/2014/main" id="{0768A268-0883-C521-F07E-BB18FE0F5EC5}"/>
              </a:ext>
            </a:extLst>
          </p:cNvPr>
          <p:cNvPicPr>
            <a:picLocks noChangeAspect="1"/>
          </p:cNvPicPr>
          <p:nvPr/>
        </p:nvPicPr>
        <p:blipFill>
          <a:blip r:embed="rId12">
            <a:duotone>
              <a:prstClr val="black"/>
              <a:schemeClr val="accent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90" t="20829" r="7171" b="16866"/>
          <a:stretch>
            <a:fillRect/>
          </a:stretch>
        </p:blipFill>
        <p:spPr>
          <a:xfrm>
            <a:off x="6335386" y="7625210"/>
            <a:ext cx="314755" cy="217562"/>
          </a:xfrm>
          <a:prstGeom prst="rect">
            <a:avLst/>
          </a:prstGeom>
        </p:spPr>
      </p:pic>
      <p:sp>
        <p:nvSpPr>
          <p:cNvPr id="2318" name="Tekstfelt 2317">
            <a:extLst>
              <a:ext uri="{FF2B5EF4-FFF2-40B4-BE49-F238E27FC236}">
                <a16:creationId xmlns:a16="http://schemas.microsoft.com/office/drawing/2014/main" id="{9F13566C-8A24-9F7F-8F72-5C62792457F0}"/>
              </a:ext>
            </a:extLst>
          </p:cNvPr>
          <p:cNvSpPr txBox="1"/>
          <p:nvPr/>
        </p:nvSpPr>
        <p:spPr>
          <a:xfrm>
            <a:off x="5330808" y="7239002"/>
            <a:ext cx="665484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6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NIKOLAJ B.</a:t>
            </a:r>
          </a:p>
        </p:txBody>
      </p:sp>
      <p:sp>
        <p:nvSpPr>
          <p:cNvPr id="2319" name="Tekstfelt 2318">
            <a:extLst>
              <a:ext uri="{FF2B5EF4-FFF2-40B4-BE49-F238E27FC236}">
                <a16:creationId xmlns:a16="http://schemas.microsoft.com/office/drawing/2014/main" id="{001BD2C8-D1F3-8E42-A6D0-B11E12F8E450}"/>
              </a:ext>
            </a:extLst>
          </p:cNvPr>
          <p:cNvSpPr txBox="1"/>
          <p:nvPr/>
        </p:nvSpPr>
        <p:spPr>
          <a:xfrm>
            <a:off x="5548446" y="7801668"/>
            <a:ext cx="780829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6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ANNE SOFIE R.</a:t>
            </a:r>
          </a:p>
        </p:txBody>
      </p:sp>
      <p:sp>
        <p:nvSpPr>
          <p:cNvPr id="2320" name="Tekstfelt 2319">
            <a:extLst>
              <a:ext uri="{FF2B5EF4-FFF2-40B4-BE49-F238E27FC236}">
                <a16:creationId xmlns:a16="http://schemas.microsoft.com/office/drawing/2014/main" id="{BF0C3B86-732F-1915-8FB1-91AFFB0522DF}"/>
              </a:ext>
            </a:extLst>
          </p:cNvPr>
          <p:cNvSpPr txBox="1"/>
          <p:nvPr/>
        </p:nvSpPr>
        <p:spPr>
          <a:xfrm>
            <a:off x="5850187" y="7239002"/>
            <a:ext cx="841719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6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CHRISTOFFER H.</a:t>
            </a:r>
          </a:p>
        </p:txBody>
      </p:sp>
      <p:sp>
        <p:nvSpPr>
          <p:cNvPr id="2321" name="Tekstfelt 2320">
            <a:extLst>
              <a:ext uri="{FF2B5EF4-FFF2-40B4-BE49-F238E27FC236}">
                <a16:creationId xmlns:a16="http://schemas.microsoft.com/office/drawing/2014/main" id="{2B41F582-4EDE-F03C-57C3-7701AAC78C1A}"/>
              </a:ext>
            </a:extLst>
          </p:cNvPr>
          <p:cNvSpPr txBox="1"/>
          <p:nvPr/>
        </p:nvSpPr>
        <p:spPr>
          <a:xfrm>
            <a:off x="6272614" y="7801668"/>
            <a:ext cx="780829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6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RIKKE L.</a:t>
            </a:r>
          </a:p>
        </p:txBody>
      </p:sp>
      <p:sp>
        <p:nvSpPr>
          <p:cNvPr id="2322" name="Tekstfelt 2321">
            <a:extLst>
              <a:ext uri="{FF2B5EF4-FFF2-40B4-BE49-F238E27FC236}">
                <a16:creationId xmlns:a16="http://schemas.microsoft.com/office/drawing/2014/main" id="{92F86DE9-1A41-452B-3D09-F4725F309DE0}"/>
              </a:ext>
            </a:extLst>
          </p:cNvPr>
          <p:cNvSpPr txBox="1"/>
          <p:nvPr/>
        </p:nvSpPr>
        <p:spPr>
          <a:xfrm>
            <a:off x="6545799" y="7239002"/>
            <a:ext cx="780829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6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JAKOB J.</a:t>
            </a:r>
          </a:p>
        </p:txBody>
      </p:sp>
      <p:pic>
        <p:nvPicPr>
          <p:cNvPr id="2323" name="Billede 2322" descr="Et billede, der indeholder pattedyr, mus, snyde, gnaver&#10;&#10;AI-genereret indhold kan være ukorrekt.">
            <a:extLst>
              <a:ext uri="{FF2B5EF4-FFF2-40B4-BE49-F238E27FC236}">
                <a16:creationId xmlns:a16="http://schemas.microsoft.com/office/drawing/2014/main" id="{E76EE35A-D219-63A7-FD24-EC4308FA6E07}"/>
              </a:ext>
            </a:extLst>
          </p:cNvPr>
          <p:cNvPicPr>
            <a:picLocks noChangeAspect="1"/>
          </p:cNvPicPr>
          <p:nvPr/>
        </p:nvPicPr>
        <p:blipFill>
          <a:blip r:embed="rId12">
            <a:duotone>
              <a:prstClr val="black"/>
              <a:schemeClr val="accent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90" t="20829" r="7171" b="16866"/>
          <a:stretch>
            <a:fillRect/>
          </a:stretch>
        </p:blipFill>
        <p:spPr>
          <a:xfrm>
            <a:off x="5773621" y="8997454"/>
            <a:ext cx="314752" cy="217561"/>
          </a:xfrm>
          <a:prstGeom prst="rect">
            <a:avLst/>
          </a:prstGeom>
        </p:spPr>
      </p:pic>
      <p:pic>
        <p:nvPicPr>
          <p:cNvPr id="2325" name="Billede 2324" descr="Et billede, der indeholder pattedyr, mus, snyde, gnaver&#10;&#10;AI-genereret indhold kan være ukorrekt.">
            <a:extLst>
              <a:ext uri="{FF2B5EF4-FFF2-40B4-BE49-F238E27FC236}">
                <a16:creationId xmlns:a16="http://schemas.microsoft.com/office/drawing/2014/main" id="{D564E6E2-FB00-D33D-FC6A-FE896F8F22E5}"/>
              </a:ext>
            </a:extLst>
          </p:cNvPr>
          <p:cNvPicPr>
            <a:picLocks noChangeAspect="1"/>
          </p:cNvPicPr>
          <p:nvPr/>
        </p:nvPicPr>
        <p:blipFill>
          <a:blip r:embed="rId12">
            <a:duotone>
              <a:prstClr val="black"/>
              <a:schemeClr val="accent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90" t="20829" r="7171" b="16866"/>
          <a:stretch>
            <a:fillRect/>
          </a:stretch>
        </p:blipFill>
        <p:spPr>
          <a:xfrm>
            <a:off x="6156094" y="8997454"/>
            <a:ext cx="314755" cy="217562"/>
          </a:xfrm>
          <a:prstGeom prst="rect">
            <a:avLst/>
          </a:prstGeom>
        </p:spPr>
      </p:pic>
      <p:pic>
        <p:nvPicPr>
          <p:cNvPr id="2324" name="Billede 2323" descr="Et billede, der indeholder pattedyr, mus, snyde, gnaver&#10;&#10;AI-genereret indhold kan være ukorrekt.">
            <a:extLst>
              <a:ext uri="{FF2B5EF4-FFF2-40B4-BE49-F238E27FC236}">
                <a16:creationId xmlns:a16="http://schemas.microsoft.com/office/drawing/2014/main" id="{6049DEE6-5C47-1966-72CB-C96333273548}"/>
              </a:ext>
            </a:extLst>
          </p:cNvPr>
          <p:cNvPicPr>
            <a:picLocks noChangeAspect="1"/>
          </p:cNvPicPr>
          <p:nvPr/>
        </p:nvPicPr>
        <p:blipFill>
          <a:blip r:embed="rId12">
            <a:duotone>
              <a:prstClr val="black"/>
              <a:schemeClr val="accent2">
                <a:tint val="45000"/>
                <a:satMod val="400000"/>
              </a:schemeClr>
            </a:duotone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90" t="20829" r="7171" b="16866"/>
          <a:stretch>
            <a:fillRect/>
          </a:stretch>
        </p:blipFill>
        <p:spPr>
          <a:xfrm>
            <a:off x="6538568" y="8994357"/>
            <a:ext cx="314755" cy="217562"/>
          </a:xfrm>
          <a:prstGeom prst="rect">
            <a:avLst/>
          </a:prstGeom>
        </p:spPr>
      </p:pic>
      <p:sp>
        <p:nvSpPr>
          <p:cNvPr id="2329" name="Tekstfelt 2328">
            <a:extLst>
              <a:ext uri="{FF2B5EF4-FFF2-40B4-BE49-F238E27FC236}">
                <a16:creationId xmlns:a16="http://schemas.microsoft.com/office/drawing/2014/main" id="{24528761-D344-B440-87B7-5BAB3B4666C7}"/>
              </a:ext>
            </a:extLst>
          </p:cNvPr>
          <p:cNvSpPr txBox="1"/>
          <p:nvPr/>
        </p:nvSpPr>
        <p:spPr>
          <a:xfrm>
            <a:off x="5658107" y="9253829"/>
            <a:ext cx="1338556" cy="4385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b="1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AVERAGE PATH</a:t>
            </a:r>
          </a:p>
          <a:p>
            <a:pPr algn="ctr"/>
            <a:r>
              <a:rPr lang="en-GB" sz="105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1.9 RATS</a:t>
            </a:r>
          </a:p>
        </p:txBody>
      </p:sp>
      <p:sp>
        <p:nvSpPr>
          <p:cNvPr id="2346" name="Tekstfelt 2345">
            <a:extLst>
              <a:ext uri="{FF2B5EF4-FFF2-40B4-BE49-F238E27FC236}">
                <a16:creationId xmlns:a16="http://schemas.microsoft.com/office/drawing/2014/main" id="{455397D5-7255-3F63-F185-D6101032B365}"/>
              </a:ext>
            </a:extLst>
          </p:cNvPr>
          <p:cNvSpPr txBox="1"/>
          <p:nvPr/>
        </p:nvSpPr>
        <p:spPr>
          <a:xfrm>
            <a:off x="281104" y="6930776"/>
            <a:ext cx="1338556" cy="4385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b="1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TOTAL RATS</a:t>
            </a:r>
          </a:p>
          <a:p>
            <a:r>
              <a:rPr lang="en-GB" sz="105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44 RATS</a:t>
            </a:r>
          </a:p>
        </p:txBody>
      </p:sp>
      <p:sp>
        <p:nvSpPr>
          <p:cNvPr id="2354" name="Tekstfelt 2353">
            <a:extLst>
              <a:ext uri="{FF2B5EF4-FFF2-40B4-BE49-F238E27FC236}">
                <a16:creationId xmlns:a16="http://schemas.microsoft.com/office/drawing/2014/main" id="{CB98D7C0-F383-9182-B13D-EC4408067BD9}"/>
              </a:ext>
            </a:extLst>
          </p:cNvPr>
          <p:cNvSpPr txBox="1"/>
          <p:nvPr/>
        </p:nvSpPr>
        <p:spPr>
          <a:xfrm>
            <a:off x="281104" y="9625871"/>
            <a:ext cx="2210732" cy="4385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b="1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TOTAL CONNECTIONS</a:t>
            </a:r>
          </a:p>
          <a:p>
            <a:r>
              <a:rPr lang="en-GB" sz="105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325 CONNECTIONS</a:t>
            </a:r>
          </a:p>
        </p:txBody>
      </p:sp>
      <p:cxnSp>
        <p:nvCxnSpPr>
          <p:cNvPr id="2316" name="Lige forbindelse 2315">
            <a:extLst>
              <a:ext uri="{FF2B5EF4-FFF2-40B4-BE49-F238E27FC236}">
                <a16:creationId xmlns:a16="http://schemas.microsoft.com/office/drawing/2014/main" id="{03FD5D35-2D8C-9B91-F07A-A9E26F7F353F}"/>
              </a:ext>
            </a:extLst>
          </p:cNvPr>
          <p:cNvCxnSpPr>
            <a:cxnSpLocks/>
          </p:cNvCxnSpPr>
          <p:nvPr/>
        </p:nvCxnSpPr>
        <p:spPr>
          <a:xfrm flipV="1">
            <a:off x="6590592" y="7561913"/>
            <a:ext cx="64294" cy="83344"/>
          </a:xfrm>
          <a:prstGeom prst="line">
            <a:avLst/>
          </a:prstGeom>
          <a:ln w="38100">
            <a:solidFill>
              <a:srgbClr val="832E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7" name="Lige forbindelse 2316">
            <a:extLst>
              <a:ext uri="{FF2B5EF4-FFF2-40B4-BE49-F238E27FC236}">
                <a16:creationId xmlns:a16="http://schemas.microsoft.com/office/drawing/2014/main" id="{F25F178D-777E-F95E-38B4-9D7C443ACD58}"/>
              </a:ext>
            </a:extLst>
          </p:cNvPr>
          <p:cNvCxnSpPr>
            <a:cxnSpLocks/>
          </p:cNvCxnSpPr>
          <p:nvPr/>
        </p:nvCxnSpPr>
        <p:spPr>
          <a:xfrm flipH="1" flipV="1">
            <a:off x="6354849" y="7564294"/>
            <a:ext cx="50007" cy="76200"/>
          </a:xfrm>
          <a:prstGeom prst="line">
            <a:avLst/>
          </a:prstGeom>
          <a:ln w="38100">
            <a:solidFill>
              <a:srgbClr val="832E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2" name="Lige forbindelse 2311">
            <a:extLst>
              <a:ext uri="{FF2B5EF4-FFF2-40B4-BE49-F238E27FC236}">
                <a16:creationId xmlns:a16="http://schemas.microsoft.com/office/drawing/2014/main" id="{3F25F6E3-B026-EC93-BD50-B36E99DF5751}"/>
              </a:ext>
            </a:extLst>
          </p:cNvPr>
          <p:cNvCxnSpPr>
            <a:cxnSpLocks/>
          </p:cNvCxnSpPr>
          <p:nvPr/>
        </p:nvCxnSpPr>
        <p:spPr>
          <a:xfrm flipV="1">
            <a:off x="6190544" y="7554771"/>
            <a:ext cx="59531" cy="85725"/>
          </a:xfrm>
          <a:prstGeom prst="line">
            <a:avLst/>
          </a:prstGeom>
          <a:ln w="38100">
            <a:solidFill>
              <a:srgbClr val="832E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9" name="Lige forbindelse 2308">
            <a:extLst>
              <a:ext uri="{FF2B5EF4-FFF2-40B4-BE49-F238E27FC236}">
                <a16:creationId xmlns:a16="http://schemas.microsoft.com/office/drawing/2014/main" id="{D5EACDB8-589D-08FB-FF23-C50123A3D6B4}"/>
              </a:ext>
            </a:extLst>
          </p:cNvPr>
          <p:cNvCxnSpPr>
            <a:cxnSpLocks/>
          </p:cNvCxnSpPr>
          <p:nvPr/>
        </p:nvCxnSpPr>
        <p:spPr>
          <a:xfrm flipH="1" flipV="1">
            <a:off x="5930988" y="7566675"/>
            <a:ext cx="71437" cy="83344"/>
          </a:xfrm>
          <a:prstGeom prst="line">
            <a:avLst/>
          </a:prstGeom>
          <a:ln w="38100">
            <a:solidFill>
              <a:srgbClr val="832E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6" name="Lige forbindelse 2325">
            <a:extLst>
              <a:ext uri="{FF2B5EF4-FFF2-40B4-BE49-F238E27FC236}">
                <a16:creationId xmlns:a16="http://schemas.microsoft.com/office/drawing/2014/main" id="{B9BE2EFC-1E1B-430D-6523-0B5ECAA7B714}"/>
              </a:ext>
            </a:extLst>
          </p:cNvPr>
          <p:cNvCxnSpPr>
            <a:cxnSpLocks/>
          </p:cNvCxnSpPr>
          <p:nvPr/>
        </p:nvCxnSpPr>
        <p:spPr>
          <a:xfrm>
            <a:off x="6014332" y="9120086"/>
            <a:ext cx="235743" cy="0"/>
          </a:xfrm>
          <a:prstGeom prst="line">
            <a:avLst/>
          </a:prstGeom>
          <a:ln w="38100">
            <a:solidFill>
              <a:srgbClr val="832E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Lige forbindelse 18">
            <a:extLst>
              <a:ext uri="{FF2B5EF4-FFF2-40B4-BE49-F238E27FC236}">
                <a16:creationId xmlns:a16="http://schemas.microsoft.com/office/drawing/2014/main" id="{ACFABCB7-1CAD-4B45-A948-24B78D556D22}"/>
              </a:ext>
            </a:extLst>
          </p:cNvPr>
          <p:cNvCxnSpPr>
            <a:cxnSpLocks/>
          </p:cNvCxnSpPr>
          <p:nvPr/>
        </p:nvCxnSpPr>
        <p:spPr>
          <a:xfrm>
            <a:off x="6394141" y="9120086"/>
            <a:ext cx="235743" cy="0"/>
          </a:xfrm>
          <a:prstGeom prst="line">
            <a:avLst/>
          </a:prstGeom>
          <a:ln w="38100">
            <a:solidFill>
              <a:srgbClr val="832E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" name="Gruppe 1">
            <a:extLst>
              <a:ext uri="{FF2B5EF4-FFF2-40B4-BE49-F238E27FC236}">
                <a16:creationId xmlns:a16="http://schemas.microsoft.com/office/drawing/2014/main" id="{F241AEF1-9A40-E517-A2FC-8A160AC93145}"/>
              </a:ext>
            </a:extLst>
          </p:cNvPr>
          <p:cNvGrpSpPr/>
          <p:nvPr/>
        </p:nvGrpSpPr>
        <p:grpSpPr>
          <a:xfrm>
            <a:off x="349465" y="10274047"/>
            <a:ext cx="6831394" cy="252000"/>
            <a:chOff x="111917" y="749432"/>
            <a:chExt cx="6831394" cy="252000"/>
          </a:xfrm>
        </p:grpSpPr>
        <p:pic>
          <p:nvPicPr>
            <p:cNvPr id="3" name="Grafik 2" descr="Rotte med massiv udfyldning">
              <a:extLst>
                <a:ext uri="{FF2B5EF4-FFF2-40B4-BE49-F238E27FC236}">
                  <a16:creationId xmlns:a16="http://schemas.microsoft.com/office/drawing/2014/main" id="{828BB51D-B02E-D292-709C-99FC0110F72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11917" y="749432"/>
              <a:ext cx="252000" cy="252000"/>
            </a:xfrm>
            <a:prstGeom prst="rect">
              <a:avLst/>
            </a:prstGeom>
          </p:spPr>
        </p:pic>
        <p:pic>
          <p:nvPicPr>
            <p:cNvPr id="4" name="Grafik 3" descr="Rotte med massiv udfyldning">
              <a:extLst>
                <a:ext uri="{FF2B5EF4-FFF2-40B4-BE49-F238E27FC236}">
                  <a16:creationId xmlns:a16="http://schemas.microsoft.com/office/drawing/2014/main" id="{C7B59475-B5F9-19F9-98EC-2D4E1D06CE9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97978" y="749432"/>
              <a:ext cx="252000" cy="252000"/>
            </a:xfrm>
            <a:prstGeom prst="rect">
              <a:avLst/>
            </a:prstGeom>
          </p:spPr>
        </p:pic>
        <p:pic>
          <p:nvPicPr>
            <p:cNvPr id="6" name="Grafik 5" descr="Rotte med massiv udfyldning">
              <a:extLst>
                <a:ext uri="{FF2B5EF4-FFF2-40B4-BE49-F238E27FC236}">
                  <a16:creationId xmlns:a16="http://schemas.microsoft.com/office/drawing/2014/main" id="{2BEF4A6C-13BA-BF51-ECE1-EE96276D668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84039" y="749432"/>
              <a:ext cx="252000" cy="252000"/>
            </a:xfrm>
            <a:prstGeom prst="rect">
              <a:avLst/>
            </a:prstGeom>
          </p:spPr>
        </p:pic>
        <p:pic>
          <p:nvPicPr>
            <p:cNvPr id="7" name="Grafik 6" descr="Rotte med massiv udfyldning">
              <a:extLst>
                <a:ext uri="{FF2B5EF4-FFF2-40B4-BE49-F238E27FC236}">
                  <a16:creationId xmlns:a16="http://schemas.microsoft.com/office/drawing/2014/main" id="{C3719753-6D9C-5D29-D675-FE5D84F1664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70100" y="749432"/>
              <a:ext cx="252000" cy="252000"/>
            </a:xfrm>
            <a:prstGeom prst="rect">
              <a:avLst/>
            </a:prstGeom>
          </p:spPr>
        </p:pic>
        <p:pic>
          <p:nvPicPr>
            <p:cNvPr id="8" name="Grafik 7" descr="Rotte med massiv udfyldning">
              <a:extLst>
                <a:ext uri="{FF2B5EF4-FFF2-40B4-BE49-F238E27FC236}">
                  <a16:creationId xmlns:a16="http://schemas.microsoft.com/office/drawing/2014/main" id="{C6D48B08-5C37-5B6B-CE04-A90A3E98DCD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256161" y="749432"/>
              <a:ext cx="252000" cy="252000"/>
            </a:xfrm>
            <a:prstGeom prst="rect">
              <a:avLst/>
            </a:prstGeom>
          </p:spPr>
        </p:pic>
        <p:pic>
          <p:nvPicPr>
            <p:cNvPr id="9" name="Grafik 8" descr="Rotte med massiv udfyldning">
              <a:extLst>
                <a:ext uri="{FF2B5EF4-FFF2-40B4-BE49-F238E27FC236}">
                  <a16:creationId xmlns:a16="http://schemas.microsoft.com/office/drawing/2014/main" id="{6ABB81B6-1DCE-D42E-ED76-DDA220B21D3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542222" y="749432"/>
              <a:ext cx="252000" cy="252000"/>
            </a:xfrm>
            <a:prstGeom prst="rect">
              <a:avLst/>
            </a:prstGeom>
          </p:spPr>
        </p:pic>
        <p:pic>
          <p:nvPicPr>
            <p:cNvPr id="10" name="Grafik 9" descr="Rotte med massiv udfyldning">
              <a:extLst>
                <a:ext uri="{FF2B5EF4-FFF2-40B4-BE49-F238E27FC236}">
                  <a16:creationId xmlns:a16="http://schemas.microsoft.com/office/drawing/2014/main" id="{F6287DEF-5CD0-43F0-8AA9-76D3F4375C5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828283" y="749432"/>
              <a:ext cx="252000" cy="252000"/>
            </a:xfrm>
            <a:prstGeom prst="rect">
              <a:avLst/>
            </a:prstGeom>
          </p:spPr>
        </p:pic>
        <p:pic>
          <p:nvPicPr>
            <p:cNvPr id="11" name="Grafik 10" descr="Rotte med massiv udfyldning">
              <a:extLst>
                <a:ext uri="{FF2B5EF4-FFF2-40B4-BE49-F238E27FC236}">
                  <a16:creationId xmlns:a16="http://schemas.microsoft.com/office/drawing/2014/main" id="{F0BFC14F-B4E1-101C-9C30-ACDE721F9C5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114344" y="749432"/>
              <a:ext cx="252000" cy="252000"/>
            </a:xfrm>
            <a:prstGeom prst="rect">
              <a:avLst/>
            </a:prstGeom>
          </p:spPr>
        </p:pic>
        <p:pic>
          <p:nvPicPr>
            <p:cNvPr id="12" name="Grafik 11" descr="Rotte med massiv udfyldning">
              <a:extLst>
                <a:ext uri="{FF2B5EF4-FFF2-40B4-BE49-F238E27FC236}">
                  <a16:creationId xmlns:a16="http://schemas.microsoft.com/office/drawing/2014/main" id="{7AA55DB0-5895-3AA7-BF4F-B9D15480BE7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400405" y="749432"/>
              <a:ext cx="252000" cy="252000"/>
            </a:xfrm>
            <a:prstGeom prst="rect">
              <a:avLst/>
            </a:prstGeom>
          </p:spPr>
        </p:pic>
        <p:pic>
          <p:nvPicPr>
            <p:cNvPr id="16" name="Grafik 15" descr="Rotte med massiv udfyldning">
              <a:extLst>
                <a:ext uri="{FF2B5EF4-FFF2-40B4-BE49-F238E27FC236}">
                  <a16:creationId xmlns:a16="http://schemas.microsoft.com/office/drawing/2014/main" id="{0C54094F-5030-0955-7768-83BEF4FCF36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686466" y="749432"/>
              <a:ext cx="252000" cy="252000"/>
            </a:xfrm>
            <a:prstGeom prst="rect">
              <a:avLst/>
            </a:prstGeom>
          </p:spPr>
        </p:pic>
        <p:pic>
          <p:nvPicPr>
            <p:cNvPr id="17" name="Grafik 16" descr="Rotte med massiv udfyldning">
              <a:extLst>
                <a:ext uri="{FF2B5EF4-FFF2-40B4-BE49-F238E27FC236}">
                  <a16:creationId xmlns:a16="http://schemas.microsoft.com/office/drawing/2014/main" id="{42D74246-1B65-9CEE-34C9-8F99EE11664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972527" y="749432"/>
              <a:ext cx="252000" cy="252000"/>
            </a:xfrm>
            <a:prstGeom prst="rect">
              <a:avLst/>
            </a:prstGeom>
          </p:spPr>
        </p:pic>
        <p:pic>
          <p:nvPicPr>
            <p:cNvPr id="18" name="Grafik 17" descr="Rotte med massiv udfyldning">
              <a:extLst>
                <a:ext uri="{FF2B5EF4-FFF2-40B4-BE49-F238E27FC236}">
                  <a16:creationId xmlns:a16="http://schemas.microsoft.com/office/drawing/2014/main" id="{A342F4DC-A480-2084-7B5F-67D20305A47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544649" y="749432"/>
              <a:ext cx="252000" cy="252000"/>
            </a:xfrm>
            <a:prstGeom prst="rect">
              <a:avLst/>
            </a:prstGeom>
          </p:spPr>
        </p:pic>
        <p:pic>
          <p:nvPicPr>
            <p:cNvPr id="20" name="Grafik 19" descr="Rotte med massiv udfyldning">
              <a:extLst>
                <a:ext uri="{FF2B5EF4-FFF2-40B4-BE49-F238E27FC236}">
                  <a16:creationId xmlns:a16="http://schemas.microsoft.com/office/drawing/2014/main" id="{8FEF4D1A-FB9C-C3D4-8AB4-FFDC2DB1B42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116771" y="749432"/>
              <a:ext cx="252000" cy="252000"/>
            </a:xfrm>
            <a:prstGeom prst="rect">
              <a:avLst/>
            </a:prstGeom>
          </p:spPr>
        </p:pic>
        <p:pic>
          <p:nvPicPr>
            <p:cNvPr id="21" name="Grafik 20" descr="Rotte med massiv udfyldning">
              <a:extLst>
                <a:ext uri="{FF2B5EF4-FFF2-40B4-BE49-F238E27FC236}">
                  <a16:creationId xmlns:a16="http://schemas.microsoft.com/office/drawing/2014/main" id="{32E7D467-7297-B293-99F3-55832CFDB06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688893" y="749432"/>
              <a:ext cx="252000" cy="252000"/>
            </a:xfrm>
            <a:prstGeom prst="rect">
              <a:avLst/>
            </a:prstGeom>
          </p:spPr>
        </p:pic>
        <p:pic>
          <p:nvPicPr>
            <p:cNvPr id="22" name="Grafik 21" descr="Rotte med massiv udfyldning">
              <a:extLst>
                <a:ext uri="{FF2B5EF4-FFF2-40B4-BE49-F238E27FC236}">
                  <a16:creationId xmlns:a16="http://schemas.microsoft.com/office/drawing/2014/main" id="{DA528200-38EC-644E-8790-35A341920AF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261015" y="749432"/>
              <a:ext cx="252000" cy="252000"/>
            </a:xfrm>
            <a:prstGeom prst="rect">
              <a:avLst/>
            </a:prstGeom>
          </p:spPr>
        </p:pic>
        <p:pic>
          <p:nvPicPr>
            <p:cNvPr id="23" name="Grafik 22" descr="Rotte med massiv udfyldning">
              <a:extLst>
                <a:ext uri="{FF2B5EF4-FFF2-40B4-BE49-F238E27FC236}">
                  <a16:creationId xmlns:a16="http://schemas.microsoft.com/office/drawing/2014/main" id="{3C0FD097-32CF-BC8D-4127-58FAC454E0D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833137" y="749432"/>
              <a:ext cx="252000" cy="252000"/>
            </a:xfrm>
            <a:prstGeom prst="rect">
              <a:avLst/>
            </a:prstGeom>
          </p:spPr>
        </p:pic>
        <p:pic>
          <p:nvPicPr>
            <p:cNvPr id="24" name="Grafik 23" descr="Rotte med massiv udfyldning">
              <a:extLst>
                <a:ext uri="{FF2B5EF4-FFF2-40B4-BE49-F238E27FC236}">
                  <a16:creationId xmlns:a16="http://schemas.microsoft.com/office/drawing/2014/main" id="{5D84D99F-2A60-B737-4754-81D5AFD33F6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405259" y="749432"/>
              <a:ext cx="252000" cy="252000"/>
            </a:xfrm>
            <a:prstGeom prst="rect">
              <a:avLst/>
            </a:prstGeom>
          </p:spPr>
        </p:pic>
        <p:pic>
          <p:nvPicPr>
            <p:cNvPr id="25" name="Grafik 24" descr="Rotte med massiv udfyldning">
              <a:extLst>
                <a:ext uri="{FF2B5EF4-FFF2-40B4-BE49-F238E27FC236}">
                  <a16:creationId xmlns:a16="http://schemas.microsoft.com/office/drawing/2014/main" id="{10EB82A7-AE3E-4AD8-DFFE-EF52084B8F2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691311" y="749432"/>
              <a:ext cx="252000" cy="252000"/>
            </a:xfrm>
            <a:prstGeom prst="rect">
              <a:avLst/>
            </a:prstGeom>
          </p:spPr>
        </p:pic>
        <p:pic>
          <p:nvPicPr>
            <p:cNvPr id="27" name="Grafik 26" descr="Rotte med massiv udfyldning">
              <a:extLst>
                <a:ext uri="{FF2B5EF4-FFF2-40B4-BE49-F238E27FC236}">
                  <a16:creationId xmlns:a16="http://schemas.microsoft.com/office/drawing/2014/main" id="{6C103D19-E5C2-9846-9B9D-A3322BBF7B2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258588" y="749432"/>
              <a:ext cx="252000" cy="252000"/>
            </a:xfrm>
            <a:prstGeom prst="rect">
              <a:avLst/>
            </a:prstGeom>
          </p:spPr>
        </p:pic>
        <p:pic>
          <p:nvPicPr>
            <p:cNvPr id="28" name="Grafik 27" descr="Rotte med massiv udfyldning">
              <a:extLst>
                <a:ext uri="{FF2B5EF4-FFF2-40B4-BE49-F238E27FC236}">
                  <a16:creationId xmlns:a16="http://schemas.microsoft.com/office/drawing/2014/main" id="{2FC1B33D-CB79-08DA-86BE-D0ECDC8B69B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830710" y="749432"/>
              <a:ext cx="252000" cy="252000"/>
            </a:xfrm>
            <a:prstGeom prst="rect">
              <a:avLst/>
            </a:prstGeom>
          </p:spPr>
        </p:pic>
        <p:pic>
          <p:nvPicPr>
            <p:cNvPr id="29" name="Grafik 28" descr="Rotte med massiv udfyldning">
              <a:extLst>
                <a:ext uri="{FF2B5EF4-FFF2-40B4-BE49-F238E27FC236}">
                  <a16:creationId xmlns:a16="http://schemas.microsoft.com/office/drawing/2014/main" id="{E2978B64-FAD1-A2AF-920D-88993B1FFD9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402832" y="749432"/>
              <a:ext cx="252000" cy="252000"/>
            </a:xfrm>
            <a:prstGeom prst="rect">
              <a:avLst/>
            </a:prstGeom>
          </p:spPr>
        </p:pic>
        <p:pic>
          <p:nvPicPr>
            <p:cNvPr id="30" name="Grafik 29" descr="Rotte med massiv udfyldning">
              <a:extLst>
                <a:ext uri="{FF2B5EF4-FFF2-40B4-BE49-F238E27FC236}">
                  <a16:creationId xmlns:a16="http://schemas.microsoft.com/office/drawing/2014/main" id="{F1393BE2-1CA5-B98E-B3AB-B938A9E48A5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974954" y="749432"/>
              <a:ext cx="252000" cy="252000"/>
            </a:xfrm>
            <a:prstGeom prst="rect">
              <a:avLst/>
            </a:prstGeom>
          </p:spPr>
        </p:pic>
        <p:pic>
          <p:nvPicPr>
            <p:cNvPr id="57" name="Grafik 56" descr="Rotte med massiv udfyldning">
              <a:extLst>
                <a:ext uri="{FF2B5EF4-FFF2-40B4-BE49-F238E27FC236}">
                  <a16:creationId xmlns:a16="http://schemas.microsoft.com/office/drawing/2014/main" id="{720A1761-C68B-3C63-E915-734FA19C648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547076" y="749432"/>
              <a:ext cx="252000" cy="252000"/>
            </a:xfrm>
            <a:prstGeom prst="rect">
              <a:avLst/>
            </a:prstGeom>
          </p:spPr>
        </p:pic>
        <p:pic>
          <p:nvPicPr>
            <p:cNvPr id="58" name="Grafik 57" descr="Rotte med massiv udfyldning">
              <a:extLst>
                <a:ext uri="{FF2B5EF4-FFF2-40B4-BE49-F238E27FC236}">
                  <a16:creationId xmlns:a16="http://schemas.microsoft.com/office/drawing/2014/main" id="{F90EA2C8-6101-9436-F088-CCF51C78F13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119198" y="749432"/>
              <a:ext cx="252000" cy="252000"/>
            </a:xfrm>
            <a:prstGeom prst="rect">
              <a:avLst/>
            </a:prstGeom>
          </p:spPr>
        </p:pic>
      </p:grpSp>
      <p:sp>
        <p:nvSpPr>
          <p:cNvPr id="2240" name="Rektangel 2239">
            <a:extLst>
              <a:ext uri="{FF2B5EF4-FFF2-40B4-BE49-F238E27FC236}">
                <a16:creationId xmlns:a16="http://schemas.microsoft.com/office/drawing/2014/main" id="{B0A7C8F8-0BD1-38EE-5C57-45D55040A997}"/>
              </a:ext>
            </a:extLst>
          </p:cNvPr>
          <p:cNvSpPr/>
          <p:nvPr/>
        </p:nvSpPr>
        <p:spPr>
          <a:xfrm>
            <a:off x="349465" y="10859175"/>
            <a:ext cx="3141958" cy="312267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Amasis MT Pro Medium" panose="02040604050005020304" pitchFamily="18" charset="0"/>
              </a:rPr>
              <a:t>MOVE IN MONTHS</a:t>
            </a:r>
          </a:p>
        </p:txBody>
      </p:sp>
      <p:sp>
        <p:nvSpPr>
          <p:cNvPr id="2241" name="Rektangel 2240">
            <a:extLst>
              <a:ext uri="{FF2B5EF4-FFF2-40B4-BE49-F238E27FC236}">
                <a16:creationId xmlns:a16="http://schemas.microsoft.com/office/drawing/2014/main" id="{9112EEC2-0EF7-305A-5D6A-4BD292E6AB89}"/>
              </a:ext>
            </a:extLst>
          </p:cNvPr>
          <p:cNvSpPr/>
          <p:nvPr/>
        </p:nvSpPr>
        <p:spPr>
          <a:xfrm>
            <a:off x="4010557" y="10859175"/>
            <a:ext cx="3141958" cy="312267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>
                <a:solidFill>
                  <a:schemeClr val="bg1"/>
                </a:solidFill>
                <a:latin typeface="Amasis MT Pro Medium" panose="02040604050005020304" pitchFamily="18" charset="0"/>
              </a:rPr>
              <a:t>MOVE OUT MONTHS</a:t>
            </a:r>
          </a:p>
        </p:txBody>
      </p:sp>
      <p:sp>
        <p:nvSpPr>
          <p:cNvPr id="2253" name="Tekstfelt 2252">
            <a:extLst>
              <a:ext uri="{FF2B5EF4-FFF2-40B4-BE49-F238E27FC236}">
                <a16:creationId xmlns:a16="http://schemas.microsoft.com/office/drawing/2014/main" id="{FF900B68-C35B-35C3-3DAD-FB154B2B5574}"/>
              </a:ext>
            </a:extLst>
          </p:cNvPr>
          <p:cNvSpPr txBox="1"/>
          <p:nvPr/>
        </p:nvSpPr>
        <p:spPr>
          <a:xfrm>
            <a:off x="400991" y="13427965"/>
            <a:ext cx="3034803" cy="4385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b="1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MOST POPULAR MONTH TO MOVE IN</a:t>
            </a:r>
          </a:p>
          <a:p>
            <a:pPr algn="ctr"/>
            <a:r>
              <a:rPr lang="en-GB" sz="105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AUGUST</a:t>
            </a:r>
          </a:p>
        </p:txBody>
      </p:sp>
      <p:sp>
        <p:nvSpPr>
          <p:cNvPr id="2263" name="Tekstfelt 2262">
            <a:extLst>
              <a:ext uri="{FF2B5EF4-FFF2-40B4-BE49-F238E27FC236}">
                <a16:creationId xmlns:a16="http://schemas.microsoft.com/office/drawing/2014/main" id="{A52BDF39-1FD2-42D0-FD8E-677AC1E72F0D}"/>
              </a:ext>
            </a:extLst>
          </p:cNvPr>
          <p:cNvSpPr txBox="1"/>
          <p:nvPr/>
        </p:nvSpPr>
        <p:spPr>
          <a:xfrm>
            <a:off x="4012912" y="13427965"/>
            <a:ext cx="3139604" cy="4385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b="1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MOST POPULAR MONTH TO MOVE OUT</a:t>
            </a:r>
          </a:p>
          <a:p>
            <a:pPr algn="ctr"/>
            <a:r>
              <a:rPr lang="en-GB" sz="105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JULY / OCTOBER</a:t>
            </a:r>
          </a:p>
        </p:txBody>
      </p:sp>
      <p:cxnSp>
        <p:nvCxnSpPr>
          <p:cNvPr id="2295" name="Lige forbindelse 2294">
            <a:extLst>
              <a:ext uri="{FF2B5EF4-FFF2-40B4-BE49-F238E27FC236}">
                <a16:creationId xmlns:a16="http://schemas.microsoft.com/office/drawing/2014/main" id="{E4BB9AAE-DC10-536E-3234-B83B3C9BAFD5}"/>
              </a:ext>
            </a:extLst>
          </p:cNvPr>
          <p:cNvCxnSpPr>
            <a:cxnSpLocks/>
          </p:cNvCxnSpPr>
          <p:nvPr/>
        </p:nvCxnSpPr>
        <p:spPr>
          <a:xfrm>
            <a:off x="563961" y="11293476"/>
            <a:ext cx="0" cy="186055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4" name="Lige forbindelse 2333">
            <a:extLst>
              <a:ext uri="{FF2B5EF4-FFF2-40B4-BE49-F238E27FC236}">
                <a16:creationId xmlns:a16="http://schemas.microsoft.com/office/drawing/2014/main" id="{48BDC7D6-6F34-86DB-F753-2C4E9A612665}"/>
              </a:ext>
            </a:extLst>
          </p:cNvPr>
          <p:cNvCxnSpPr>
            <a:cxnSpLocks/>
          </p:cNvCxnSpPr>
          <p:nvPr/>
        </p:nvCxnSpPr>
        <p:spPr>
          <a:xfrm rot="5400000" flipV="1">
            <a:off x="536961" y="12735646"/>
            <a:ext cx="0" cy="54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5" name="Lige forbindelse 2334">
            <a:extLst>
              <a:ext uri="{FF2B5EF4-FFF2-40B4-BE49-F238E27FC236}">
                <a16:creationId xmlns:a16="http://schemas.microsoft.com/office/drawing/2014/main" id="{B918FBEA-320E-76A2-B583-876877392196}"/>
              </a:ext>
            </a:extLst>
          </p:cNvPr>
          <p:cNvCxnSpPr>
            <a:cxnSpLocks/>
          </p:cNvCxnSpPr>
          <p:nvPr/>
        </p:nvCxnSpPr>
        <p:spPr>
          <a:xfrm rot="5400000" flipV="1">
            <a:off x="536961" y="11597555"/>
            <a:ext cx="0" cy="54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6" name="Lige forbindelse 2335">
            <a:extLst>
              <a:ext uri="{FF2B5EF4-FFF2-40B4-BE49-F238E27FC236}">
                <a16:creationId xmlns:a16="http://schemas.microsoft.com/office/drawing/2014/main" id="{6C0FDF37-F008-49C2-0C69-A4C1E0872AB2}"/>
              </a:ext>
            </a:extLst>
          </p:cNvPr>
          <p:cNvCxnSpPr>
            <a:cxnSpLocks/>
          </p:cNvCxnSpPr>
          <p:nvPr/>
        </p:nvCxnSpPr>
        <p:spPr>
          <a:xfrm rot="5400000" flipV="1">
            <a:off x="536961" y="11976919"/>
            <a:ext cx="0" cy="54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7" name="Lige forbindelse 2336">
            <a:extLst>
              <a:ext uri="{FF2B5EF4-FFF2-40B4-BE49-F238E27FC236}">
                <a16:creationId xmlns:a16="http://schemas.microsoft.com/office/drawing/2014/main" id="{0718575E-D3C1-B25D-EA8A-1768B43FDD63}"/>
              </a:ext>
            </a:extLst>
          </p:cNvPr>
          <p:cNvCxnSpPr>
            <a:cxnSpLocks/>
          </p:cNvCxnSpPr>
          <p:nvPr/>
        </p:nvCxnSpPr>
        <p:spPr>
          <a:xfrm rot="5400000" flipV="1">
            <a:off x="536961" y="12356283"/>
            <a:ext cx="0" cy="54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40" name="Tekstfelt 2339">
            <a:extLst>
              <a:ext uri="{FF2B5EF4-FFF2-40B4-BE49-F238E27FC236}">
                <a16:creationId xmlns:a16="http://schemas.microsoft.com/office/drawing/2014/main" id="{8F3F0247-A9A4-1B63-4C26-80AC20CF0ACB}"/>
              </a:ext>
            </a:extLst>
          </p:cNvPr>
          <p:cNvSpPr txBox="1"/>
          <p:nvPr/>
        </p:nvSpPr>
        <p:spPr>
          <a:xfrm>
            <a:off x="331126" y="12654401"/>
            <a:ext cx="240772" cy="215444"/>
          </a:xfrm>
          <a:prstGeom prst="rect">
            <a:avLst/>
          </a:prstGeom>
          <a:noFill/>
          <a:ln>
            <a:noFill/>
          </a:ln>
        </p:spPr>
        <p:txBody>
          <a:bodyPr wrap="none" rtlCol="0" anchor="ctr">
            <a:spAutoFit/>
          </a:bodyPr>
          <a:lstStyle/>
          <a:p>
            <a:pPr algn="ctr"/>
            <a:r>
              <a:rPr lang="en-GB" sz="800" dirty="0">
                <a:latin typeface="Amasis MT Pro Medium" panose="02040604050005020304" pitchFamily="18" charset="0"/>
              </a:rPr>
              <a:t>5</a:t>
            </a:r>
          </a:p>
        </p:txBody>
      </p:sp>
      <p:sp>
        <p:nvSpPr>
          <p:cNvPr id="2341" name="Tekstfelt 2340">
            <a:extLst>
              <a:ext uri="{FF2B5EF4-FFF2-40B4-BE49-F238E27FC236}">
                <a16:creationId xmlns:a16="http://schemas.microsoft.com/office/drawing/2014/main" id="{78DAA179-B80C-2E86-774E-0715AB9D74F7}"/>
              </a:ext>
            </a:extLst>
          </p:cNvPr>
          <p:cNvSpPr txBox="1"/>
          <p:nvPr/>
        </p:nvSpPr>
        <p:spPr>
          <a:xfrm>
            <a:off x="331126" y="13034468"/>
            <a:ext cx="240772" cy="215444"/>
          </a:xfrm>
          <a:prstGeom prst="rect">
            <a:avLst/>
          </a:prstGeom>
          <a:noFill/>
          <a:ln>
            <a:noFill/>
          </a:ln>
        </p:spPr>
        <p:txBody>
          <a:bodyPr wrap="none" rtlCol="0" anchor="ctr">
            <a:spAutoFit/>
          </a:bodyPr>
          <a:lstStyle/>
          <a:p>
            <a:pPr algn="ctr"/>
            <a:r>
              <a:rPr lang="en-GB" sz="800" dirty="0">
                <a:latin typeface="Amasis MT Pro Medium" panose="02040604050005020304" pitchFamily="18" charset="0"/>
              </a:rPr>
              <a:t>0</a:t>
            </a:r>
          </a:p>
        </p:txBody>
      </p:sp>
      <p:sp>
        <p:nvSpPr>
          <p:cNvPr id="2342" name="Tekstfelt 2341">
            <a:extLst>
              <a:ext uri="{FF2B5EF4-FFF2-40B4-BE49-F238E27FC236}">
                <a16:creationId xmlns:a16="http://schemas.microsoft.com/office/drawing/2014/main" id="{53EC2239-B18F-3205-5CA8-6D6C8441B0FE}"/>
              </a:ext>
            </a:extLst>
          </p:cNvPr>
          <p:cNvSpPr txBox="1"/>
          <p:nvPr/>
        </p:nvSpPr>
        <p:spPr>
          <a:xfrm>
            <a:off x="275022" y="12274334"/>
            <a:ext cx="296876" cy="215444"/>
          </a:xfrm>
          <a:prstGeom prst="rect">
            <a:avLst/>
          </a:prstGeom>
          <a:noFill/>
          <a:ln>
            <a:noFill/>
          </a:ln>
        </p:spPr>
        <p:txBody>
          <a:bodyPr wrap="none" rtlCol="0" anchor="ctr">
            <a:spAutoFit/>
          </a:bodyPr>
          <a:lstStyle/>
          <a:p>
            <a:pPr algn="ctr"/>
            <a:r>
              <a:rPr lang="en-GB" sz="800" dirty="0">
                <a:latin typeface="Amasis MT Pro Medium" panose="02040604050005020304" pitchFamily="18" charset="0"/>
              </a:rPr>
              <a:t>10</a:t>
            </a:r>
          </a:p>
        </p:txBody>
      </p:sp>
      <p:sp>
        <p:nvSpPr>
          <p:cNvPr id="2343" name="Tekstfelt 2342">
            <a:extLst>
              <a:ext uri="{FF2B5EF4-FFF2-40B4-BE49-F238E27FC236}">
                <a16:creationId xmlns:a16="http://schemas.microsoft.com/office/drawing/2014/main" id="{F929B498-7F64-DC09-E747-5C39E63FA5A5}"/>
              </a:ext>
            </a:extLst>
          </p:cNvPr>
          <p:cNvSpPr txBox="1"/>
          <p:nvPr/>
        </p:nvSpPr>
        <p:spPr>
          <a:xfrm>
            <a:off x="275022" y="11894268"/>
            <a:ext cx="296876" cy="215444"/>
          </a:xfrm>
          <a:prstGeom prst="rect">
            <a:avLst/>
          </a:prstGeom>
          <a:noFill/>
          <a:ln>
            <a:noFill/>
          </a:ln>
        </p:spPr>
        <p:txBody>
          <a:bodyPr wrap="none" rtlCol="0" anchor="ctr">
            <a:spAutoFit/>
          </a:bodyPr>
          <a:lstStyle/>
          <a:p>
            <a:pPr algn="ctr"/>
            <a:r>
              <a:rPr lang="en-GB" sz="800" dirty="0">
                <a:latin typeface="Amasis MT Pro Medium" panose="02040604050005020304" pitchFamily="18" charset="0"/>
              </a:rPr>
              <a:t>15</a:t>
            </a:r>
          </a:p>
        </p:txBody>
      </p:sp>
      <p:sp>
        <p:nvSpPr>
          <p:cNvPr id="2344" name="Tekstfelt 2343">
            <a:extLst>
              <a:ext uri="{FF2B5EF4-FFF2-40B4-BE49-F238E27FC236}">
                <a16:creationId xmlns:a16="http://schemas.microsoft.com/office/drawing/2014/main" id="{F072B122-7648-A765-7F15-401747F0DA08}"/>
              </a:ext>
            </a:extLst>
          </p:cNvPr>
          <p:cNvSpPr txBox="1"/>
          <p:nvPr/>
        </p:nvSpPr>
        <p:spPr>
          <a:xfrm>
            <a:off x="275022" y="11514202"/>
            <a:ext cx="296876" cy="215444"/>
          </a:xfrm>
          <a:prstGeom prst="rect">
            <a:avLst/>
          </a:prstGeom>
          <a:noFill/>
          <a:ln>
            <a:noFill/>
          </a:ln>
        </p:spPr>
        <p:txBody>
          <a:bodyPr wrap="none" rtlCol="0" anchor="ctr">
            <a:spAutoFit/>
          </a:bodyPr>
          <a:lstStyle/>
          <a:p>
            <a:pPr algn="ctr"/>
            <a:r>
              <a:rPr lang="en-GB" sz="800" dirty="0">
                <a:latin typeface="Amasis MT Pro Medium" panose="02040604050005020304" pitchFamily="18" charset="0"/>
              </a:rPr>
              <a:t>20</a:t>
            </a:r>
          </a:p>
        </p:txBody>
      </p:sp>
      <p:sp>
        <p:nvSpPr>
          <p:cNvPr id="2345" name="Rektangel 2344">
            <a:extLst>
              <a:ext uri="{FF2B5EF4-FFF2-40B4-BE49-F238E27FC236}">
                <a16:creationId xmlns:a16="http://schemas.microsoft.com/office/drawing/2014/main" id="{5EF16140-8C7F-4314-5E7E-B4A216275834}"/>
              </a:ext>
            </a:extLst>
          </p:cNvPr>
          <p:cNvSpPr/>
          <p:nvPr/>
        </p:nvSpPr>
        <p:spPr>
          <a:xfrm>
            <a:off x="2049131" y="13008770"/>
            <a:ext cx="178594" cy="14525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47" name="Rektangel 2346">
            <a:extLst>
              <a:ext uri="{FF2B5EF4-FFF2-40B4-BE49-F238E27FC236}">
                <a16:creationId xmlns:a16="http://schemas.microsoft.com/office/drawing/2014/main" id="{A73EB335-D263-DB26-2804-9BE50D0514CA}"/>
              </a:ext>
            </a:extLst>
          </p:cNvPr>
          <p:cNvSpPr/>
          <p:nvPr/>
        </p:nvSpPr>
        <p:spPr>
          <a:xfrm>
            <a:off x="1599373" y="13084970"/>
            <a:ext cx="178594" cy="6905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48" name="Rektangel 2347">
            <a:extLst>
              <a:ext uri="{FF2B5EF4-FFF2-40B4-BE49-F238E27FC236}">
                <a16:creationId xmlns:a16="http://schemas.microsoft.com/office/drawing/2014/main" id="{2C8892AE-90D9-95D9-BCC0-810A17D7CBAC}"/>
              </a:ext>
            </a:extLst>
          </p:cNvPr>
          <p:cNvSpPr/>
          <p:nvPr/>
        </p:nvSpPr>
        <p:spPr>
          <a:xfrm>
            <a:off x="1149615" y="12861132"/>
            <a:ext cx="178594" cy="292894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49" name="Rektangel 2348">
            <a:extLst>
              <a:ext uri="{FF2B5EF4-FFF2-40B4-BE49-F238E27FC236}">
                <a16:creationId xmlns:a16="http://schemas.microsoft.com/office/drawing/2014/main" id="{51D72C22-5858-B25D-433B-9277B8F91628}"/>
              </a:ext>
            </a:extLst>
          </p:cNvPr>
          <p:cNvSpPr/>
          <p:nvPr/>
        </p:nvSpPr>
        <p:spPr>
          <a:xfrm>
            <a:off x="699857" y="12861132"/>
            <a:ext cx="178594" cy="292894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50" name="Rektangel 2349">
            <a:extLst>
              <a:ext uri="{FF2B5EF4-FFF2-40B4-BE49-F238E27FC236}">
                <a16:creationId xmlns:a16="http://schemas.microsoft.com/office/drawing/2014/main" id="{136F137B-0F83-9A40-4EC1-CFDACA8E1372}"/>
              </a:ext>
            </a:extLst>
          </p:cNvPr>
          <p:cNvSpPr/>
          <p:nvPr/>
        </p:nvSpPr>
        <p:spPr>
          <a:xfrm>
            <a:off x="924736" y="13014326"/>
            <a:ext cx="178594" cy="1397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53" name="Rektangel 2352">
            <a:extLst>
              <a:ext uri="{FF2B5EF4-FFF2-40B4-BE49-F238E27FC236}">
                <a16:creationId xmlns:a16="http://schemas.microsoft.com/office/drawing/2014/main" id="{5D3ABEA0-4CF0-F268-BD71-4E1A2C550722}"/>
              </a:ext>
            </a:extLst>
          </p:cNvPr>
          <p:cNvSpPr/>
          <p:nvPr/>
        </p:nvSpPr>
        <p:spPr>
          <a:xfrm>
            <a:off x="2274010" y="11389520"/>
            <a:ext cx="178594" cy="176450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55" name="Rektangel 2354">
            <a:extLst>
              <a:ext uri="{FF2B5EF4-FFF2-40B4-BE49-F238E27FC236}">
                <a16:creationId xmlns:a16="http://schemas.microsoft.com/office/drawing/2014/main" id="{CF0AC6C8-EDA9-7E12-7A5C-82BBB91B0DAC}"/>
              </a:ext>
            </a:extLst>
          </p:cNvPr>
          <p:cNvSpPr/>
          <p:nvPr/>
        </p:nvSpPr>
        <p:spPr>
          <a:xfrm>
            <a:off x="2498889" y="12934951"/>
            <a:ext cx="178594" cy="21907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56" name="Rektangel 2355">
            <a:extLst>
              <a:ext uri="{FF2B5EF4-FFF2-40B4-BE49-F238E27FC236}">
                <a16:creationId xmlns:a16="http://schemas.microsoft.com/office/drawing/2014/main" id="{F6E51D3F-BD37-E912-1F02-86851257F7C5}"/>
              </a:ext>
            </a:extLst>
          </p:cNvPr>
          <p:cNvSpPr/>
          <p:nvPr/>
        </p:nvSpPr>
        <p:spPr>
          <a:xfrm>
            <a:off x="2723768" y="13087941"/>
            <a:ext cx="178594" cy="6608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57" name="Rektangel 2356">
            <a:extLst>
              <a:ext uri="{FF2B5EF4-FFF2-40B4-BE49-F238E27FC236}">
                <a16:creationId xmlns:a16="http://schemas.microsoft.com/office/drawing/2014/main" id="{91DA0475-2787-182B-E860-830D90754214}"/>
              </a:ext>
            </a:extLst>
          </p:cNvPr>
          <p:cNvSpPr/>
          <p:nvPr/>
        </p:nvSpPr>
        <p:spPr>
          <a:xfrm>
            <a:off x="2948647" y="13082910"/>
            <a:ext cx="178594" cy="7111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58" name="Rektangel 2357">
            <a:extLst>
              <a:ext uri="{FF2B5EF4-FFF2-40B4-BE49-F238E27FC236}">
                <a16:creationId xmlns:a16="http://schemas.microsoft.com/office/drawing/2014/main" id="{44B51222-16D4-2917-5ED6-61F7CF6F7605}"/>
              </a:ext>
            </a:extLst>
          </p:cNvPr>
          <p:cNvSpPr/>
          <p:nvPr/>
        </p:nvSpPr>
        <p:spPr>
          <a:xfrm>
            <a:off x="3173526" y="12927808"/>
            <a:ext cx="178594" cy="22621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300" name="Lige forbindelse 2299">
            <a:extLst>
              <a:ext uri="{FF2B5EF4-FFF2-40B4-BE49-F238E27FC236}">
                <a16:creationId xmlns:a16="http://schemas.microsoft.com/office/drawing/2014/main" id="{DFF8FCD4-727B-400E-68A3-DBE8BCA1F402}"/>
              </a:ext>
            </a:extLst>
          </p:cNvPr>
          <p:cNvCxnSpPr>
            <a:cxnSpLocks/>
          </p:cNvCxnSpPr>
          <p:nvPr/>
        </p:nvCxnSpPr>
        <p:spPr>
          <a:xfrm flipH="1">
            <a:off x="527050" y="13154026"/>
            <a:ext cx="296437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6" name="Lige forbindelse 2305">
            <a:extLst>
              <a:ext uri="{FF2B5EF4-FFF2-40B4-BE49-F238E27FC236}">
                <a16:creationId xmlns:a16="http://schemas.microsoft.com/office/drawing/2014/main" id="{444E4EDB-C09F-2D35-4E6C-53858DAF5E14}"/>
              </a:ext>
            </a:extLst>
          </p:cNvPr>
          <p:cNvCxnSpPr>
            <a:cxnSpLocks/>
          </p:cNvCxnSpPr>
          <p:nvPr/>
        </p:nvCxnSpPr>
        <p:spPr>
          <a:xfrm flipV="1">
            <a:off x="789498" y="13154025"/>
            <a:ext cx="0" cy="54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8" name="Lige forbindelse 2307">
            <a:extLst>
              <a:ext uri="{FF2B5EF4-FFF2-40B4-BE49-F238E27FC236}">
                <a16:creationId xmlns:a16="http://schemas.microsoft.com/office/drawing/2014/main" id="{DB22792C-B8D8-FBED-8F78-193CAB091314}"/>
              </a:ext>
            </a:extLst>
          </p:cNvPr>
          <p:cNvCxnSpPr>
            <a:cxnSpLocks/>
          </p:cNvCxnSpPr>
          <p:nvPr/>
        </p:nvCxnSpPr>
        <p:spPr>
          <a:xfrm flipV="1">
            <a:off x="3262823" y="13154025"/>
            <a:ext cx="0" cy="54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0" name="Lige forbindelse 2309">
            <a:extLst>
              <a:ext uri="{FF2B5EF4-FFF2-40B4-BE49-F238E27FC236}">
                <a16:creationId xmlns:a16="http://schemas.microsoft.com/office/drawing/2014/main" id="{85B954B6-9A2B-C31E-7C1D-776280B20259}"/>
              </a:ext>
            </a:extLst>
          </p:cNvPr>
          <p:cNvCxnSpPr>
            <a:cxnSpLocks/>
          </p:cNvCxnSpPr>
          <p:nvPr/>
        </p:nvCxnSpPr>
        <p:spPr>
          <a:xfrm flipV="1">
            <a:off x="1014346" y="13154025"/>
            <a:ext cx="0" cy="54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3" name="Lige forbindelse 2312">
            <a:extLst>
              <a:ext uri="{FF2B5EF4-FFF2-40B4-BE49-F238E27FC236}">
                <a16:creationId xmlns:a16="http://schemas.microsoft.com/office/drawing/2014/main" id="{08C5F142-DBED-1518-3472-14C7F07BB36E}"/>
              </a:ext>
            </a:extLst>
          </p:cNvPr>
          <p:cNvCxnSpPr>
            <a:cxnSpLocks/>
          </p:cNvCxnSpPr>
          <p:nvPr/>
        </p:nvCxnSpPr>
        <p:spPr>
          <a:xfrm flipV="1">
            <a:off x="1239194" y="13154025"/>
            <a:ext cx="0" cy="54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4" name="Lige forbindelse 2313">
            <a:extLst>
              <a:ext uri="{FF2B5EF4-FFF2-40B4-BE49-F238E27FC236}">
                <a16:creationId xmlns:a16="http://schemas.microsoft.com/office/drawing/2014/main" id="{B2CC3EC3-E510-8362-72CF-B2D5105CA773}"/>
              </a:ext>
            </a:extLst>
          </p:cNvPr>
          <p:cNvCxnSpPr>
            <a:cxnSpLocks/>
          </p:cNvCxnSpPr>
          <p:nvPr/>
        </p:nvCxnSpPr>
        <p:spPr>
          <a:xfrm flipV="1">
            <a:off x="1464042" y="13154025"/>
            <a:ext cx="0" cy="54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5" name="Lige forbindelse 2314">
            <a:extLst>
              <a:ext uri="{FF2B5EF4-FFF2-40B4-BE49-F238E27FC236}">
                <a16:creationId xmlns:a16="http://schemas.microsoft.com/office/drawing/2014/main" id="{B5F648BC-9BE1-B96E-A92E-B8AFC23A8599}"/>
              </a:ext>
            </a:extLst>
          </p:cNvPr>
          <p:cNvCxnSpPr>
            <a:cxnSpLocks/>
          </p:cNvCxnSpPr>
          <p:nvPr/>
        </p:nvCxnSpPr>
        <p:spPr>
          <a:xfrm flipV="1">
            <a:off x="1688890" y="13154025"/>
            <a:ext cx="0" cy="54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7" name="Lige forbindelse 2326">
            <a:extLst>
              <a:ext uri="{FF2B5EF4-FFF2-40B4-BE49-F238E27FC236}">
                <a16:creationId xmlns:a16="http://schemas.microsoft.com/office/drawing/2014/main" id="{4593BCFB-0863-A8DC-7D1A-98614BA661D8}"/>
              </a:ext>
            </a:extLst>
          </p:cNvPr>
          <p:cNvCxnSpPr>
            <a:cxnSpLocks/>
          </p:cNvCxnSpPr>
          <p:nvPr/>
        </p:nvCxnSpPr>
        <p:spPr>
          <a:xfrm flipV="1">
            <a:off x="1913738" y="13154025"/>
            <a:ext cx="0" cy="54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8" name="Lige forbindelse 2327">
            <a:extLst>
              <a:ext uri="{FF2B5EF4-FFF2-40B4-BE49-F238E27FC236}">
                <a16:creationId xmlns:a16="http://schemas.microsoft.com/office/drawing/2014/main" id="{3C5A1016-AE60-65B3-0A9B-72D4313B3DA6}"/>
              </a:ext>
            </a:extLst>
          </p:cNvPr>
          <p:cNvCxnSpPr>
            <a:cxnSpLocks/>
          </p:cNvCxnSpPr>
          <p:nvPr/>
        </p:nvCxnSpPr>
        <p:spPr>
          <a:xfrm flipV="1">
            <a:off x="2138586" y="13154025"/>
            <a:ext cx="0" cy="54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0" name="Lige forbindelse 2329">
            <a:extLst>
              <a:ext uri="{FF2B5EF4-FFF2-40B4-BE49-F238E27FC236}">
                <a16:creationId xmlns:a16="http://schemas.microsoft.com/office/drawing/2014/main" id="{DE6DF3CB-5B5D-740B-CA48-5563FCA720FC}"/>
              </a:ext>
            </a:extLst>
          </p:cNvPr>
          <p:cNvCxnSpPr>
            <a:cxnSpLocks/>
          </p:cNvCxnSpPr>
          <p:nvPr/>
        </p:nvCxnSpPr>
        <p:spPr>
          <a:xfrm flipV="1">
            <a:off x="2363434" y="13154025"/>
            <a:ext cx="0" cy="54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1" name="Lige forbindelse 2330">
            <a:extLst>
              <a:ext uri="{FF2B5EF4-FFF2-40B4-BE49-F238E27FC236}">
                <a16:creationId xmlns:a16="http://schemas.microsoft.com/office/drawing/2014/main" id="{AC30F765-94AF-B714-EFD7-03599FD70B73}"/>
              </a:ext>
            </a:extLst>
          </p:cNvPr>
          <p:cNvCxnSpPr>
            <a:cxnSpLocks/>
          </p:cNvCxnSpPr>
          <p:nvPr/>
        </p:nvCxnSpPr>
        <p:spPr>
          <a:xfrm flipV="1">
            <a:off x="2588282" y="13154025"/>
            <a:ext cx="0" cy="54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2" name="Lige forbindelse 2331">
            <a:extLst>
              <a:ext uri="{FF2B5EF4-FFF2-40B4-BE49-F238E27FC236}">
                <a16:creationId xmlns:a16="http://schemas.microsoft.com/office/drawing/2014/main" id="{73B69982-1406-D1A0-3AB2-AC5592E22C4F}"/>
              </a:ext>
            </a:extLst>
          </p:cNvPr>
          <p:cNvCxnSpPr>
            <a:cxnSpLocks/>
          </p:cNvCxnSpPr>
          <p:nvPr/>
        </p:nvCxnSpPr>
        <p:spPr>
          <a:xfrm flipV="1">
            <a:off x="2813130" y="13154025"/>
            <a:ext cx="0" cy="54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3" name="Lige forbindelse 2332">
            <a:extLst>
              <a:ext uri="{FF2B5EF4-FFF2-40B4-BE49-F238E27FC236}">
                <a16:creationId xmlns:a16="http://schemas.microsoft.com/office/drawing/2014/main" id="{8664A10D-FECB-7234-CFA6-41C547C3AA5B}"/>
              </a:ext>
            </a:extLst>
          </p:cNvPr>
          <p:cNvCxnSpPr>
            <a:cxnSpLocks/>
          </p:cNvCxnSpPr>
          <p:nvPr/>
        </p:nvCxnSpPr>
        <p:spPr>
          <a:xfrm flipV="1">
            <a:off x="3037978" y="13154025"/>
            <a:ext cx="0" cy="54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61" name="Tekstfelt 2360">
            <a:extLst>
              <a:ext uri="{FF2B5EF4-FFF2-40B4-BE49-F238E27FC236}">
                <a16:creationId xmlns:a16="http://schemas.microsoft.com/office/drawing/2014/main" id="{0D259B74-8B48-F9FF-0182-C4759865F30A}"/>
              </a:ext>
            </a:extLst>
          </p:cNvPr>
          <p:cNvSpPr txBox="1"/>
          <p:nvPr/>
        </p:nvSpPr>
        <p:spPr>
          <a:xfrm>
            <a:off x="964918" y="11944701"/>
            <a:ext cx="1006139" cy="4385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b="1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MOVE INS</a:t>
            </a:r>
          </a:p>
          <a:p>
            <a:pPr algn="ctr"/>
            <a:r>
              <a:rPr lang="en-GB" sz="105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23</a:t>
            </a:r>
          </a:p>
        </p:txBody>
      </p:sp>
      <p:cxnSp>
        <p:nvCxnSpPr>
          <p:cNvPr id="2362" name="Forbindelse: vinklet 2361">
            <a:extLst>
              <a:ext uri="{FF2B5EF4-FFF2-40B4-BE49-F238E27FC236}">
                <a16:creationId xmlns:a16="http://schemas.microsoft.com/office/drawing/2014/main" id="{21364801-789C-4862-CB89-EB8CFBA41A32}"/>
              </a:ext>
            </a:extLst>
          </p:cNvPr>
          <p:cNvCxnSpPr>
            <a:cxnSpLocks/>
            <a:stCxn id="2353" idx="0"/>
            <a:endCxn id="2361" idx="0"/>
          </p:cNvCxnSpPr>
          <p:nvPr/>
        </p:nvCxnSpPr>
        <p:spPr>
          <a:xfrm rot="16200000" flipH="1" flipV="1">
            <a:off x="1638057" y="11219450"/>
            <a:ext cx="555181" cy="895319"/>
          </a:xfrm>
          <a:prstGeom prst="bentConnector3">
            <a:avLst>
              <a:gd name="adj1" fmla="val -21732"/>
            </a:avLst>
          </a:prstGeom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4" name="Tekstfelt 1033">
            <a:extLst>
              <a:ext uri="{FF2B5EF4-FFF2-40B4-BE49-F238E27FC236}">
                <a16:creationId xmlns:a16="http://schemas.microsoft.com/office/drawing/2014/main" id="{E907BF1D-C324-E33B-1817-1024B734258F}"/>
              </a:ext>
            </a:extLst>
          </p:cNvPr>
          <p:cNvSpPr txBox="1"/>
          <p:nvPr/>
        </p:nvSpPr>
        <p:spPr>
          <a:xfrm>
            <a:off x="637341" y="13180248"/>
            <a:ext cx="309700" cy="169277"/>
          </a:xfrm>
          <a:prstGeom prst="rect">
            <a:avLst/>
          </a:prstGeom>
          <a:noFill/>
          <a:ln>
            <a:noFill/>
          </a:ln>
        </p:spPr>
        <p:txBody>
          <a:bodyPr wrap="none" rtlCol="0" anchor="ctr">
            <a:spAutoFit/>
          </a:bodyPr>
          <a:lstStyle/>
          <a:p>
            <a:pPr algn="ctr"/>
            <a:r>
              <a:rPr lang="en-GB" sz="500" dirty="0">
                <a:latin typeface="Amasis MT Pro Medium" panose="02040604050005020304" pitchFamily="18" charset="0"/>
              </a:rPr>
              <a:t>JAN</a:t>
            </a:r>
          </a:p>
        </p:txBody>
      </p:sp>
      <p:sp>
        <p:nvSpPr>
          <p:cNvPr id="1035" name="Tekstfelt 1034">
            <a:extLst>
              <a:ext uri="{FF2B5EF4-FFF2-40B4-BE49-F238E27FC236}">
                <a16:creationId xmlns:a16="http://schemas.microsoft.com/office/drawing/2014/main" id="{AD238825-26C1-7A45-D060-9839D4144F41}"/>
              </a:ext>
            </a:extLst>
          </p:cNvPr>
          <p:cNvSpPr txBox="1"/>
          <p:nvPr/>
        </p:nvSpPr>
        <p:spPr>
          <a:xfrm>
            <a:off x="1074602" y="13180248"/>
            <a:ext cx="330540" cy="169277"/>
          </a:xfrm>
          <a:prstGeom prst="rect">
            <a:avLst/>
          </a:prstGeom>
          <a:noFill/>
          <a:ln>
            <a:noFill/>
          </a:ln>
        </p:spPr>
        <p:txBody>
          <a:bodyPr wrap="none" rtlCol="0" anchor="ctr">
            <a:spAutoFit/>
          </a:bodyPr>
          <a:lstStyle/>
          <a:p>
            <a:pPr algn="ctr"/>
            <a:r>
              <a:rPr lang="en-GB" sz="500" dirty="0">
                <a:latin typeface="Amasis MT Pro Medium" panose="02040604050005020304" pitchFamily="18" charset="0"/>
              </a:rPr>
              <a:t>MAR</a:t>
            </a:r>
          </a:p>
        </p:txBody>
      </p:sp>
      <p:sp>
        <p:nvSpPr>
          <p:cNvPr id="1036" name="Tekstfelt 1035">
            <a:extLst>
              <a:ext uri="{FF2B5EF4-FFF2-40B4-BE49-F238E27FC236}">
                <a16:creationId xmlns:a16="http://schemas.microsoft.com/office/drawing/2014/main" id="{F5CFD63B-DB15-85CB-7045-41A858CD2588}"/>
              </a:ext>
            </a:extLst>
          </p:cNvPr>
          <p:cNvSpPr txBox="1"/>
          <p:nvPr/>
        </p:nvSpPr>
        <p:spPr>
          <a:xfrm>
            <a:off x="1540033" y="13180248"/>
            <a:ext cx="332142" cy="169277"/>
          </a:xfrm>
          <a:prstGeom prst="rect">
            <a:avLst/>
          </a:prstGeom>
          <a:noFill/>
          <a:ln>
            <a:noFill/>
          </a:ln>
        </p:spPr>
        <p:txBody>
          <a:bodyPr wrap="none" rtlCol="0" anchor="ctr">
            <a:spAutoFit/>
          </a:bodyPr>
          <a:lstStyle/>
          <a:p>
            <a:pPr algn="ctr"/>
            <a:r>
              <a:rPr lang="en-GB" sz="500" dirty="0">
                <a:latin typeface="Amasis MT Pro Medium" panose="02040604050005020304" pitchFamily="18" charset="0"/>
              </a:rPr>
              <a:t>MAY</a:t>
            </a:r>
          </a:p>
        </p:txBody>
      </p:sp>
      <p:sp>
        <p:nvSpPr>
          <p:cNvPr id="1038" name="Tekstfelt 1037">
            <a:extLst>
              <a:ext uri="{FF2B5EF4-FFF2-40B4-BE49-F238E27FC236}">
                <a16:creationId xmlns:a16="http://schemas.microsoft.com/office/drawing/2014/main" id="{6D010CFE-7BFC-76B5-3C20-3623BBAC24B1}"/>
              </a:ext>
            </a:extLst>
          </p:cNvPr>
          <p:cNvSpPr txBox="1"/>
          <p:nvPr/>
        </p:nvSpPr>
        <p:spPr>
          <a:xfrm>
            <a:off x="1781565" y="13180248"/>
            <a:ext cx="301686" cy="169277"/>
          </a:xfrm>
          <a:prstGeom prst="rect">
            <a:avLst/>
          </a:prstGeom>
          <a:noFill/>
          <a:ln>
            <a:noFill/>
          </a:ln>
        </p:spPr>
        <p:txBody>
          <a:bodyPr wrap="none" rtlCol="0" anchor="ctr">
            <a:spAutoFit/>
          </a:bodyPr>
          <a:lstStyle/>
          <a:p>
            <a:pPr algn="ctr"/>
            <a:r>
              <a:rPr lang="en-GB" sz="500" dirty="0">
                <a:latin typeface="Amasis MT Pro Medium" panose="02040604050005020304" pitchFamily="18" charset="0"/>
              </a:rPr>
              <a:t>JUL</a:t>
            </a:r>
          </a:p>
        </p:txBody>
      </p:sp>
      <p:sp>
        <p:nvSpPr>
          <p:cNvPr id="1039" name="Tekstfelt 1038">
            <a:extLst>
              <a:ext uri="{FF2B5EF4-FFF2-40B4-BE49-F238E27FC236}">
                <a16:creationId xmlns:a16="http://schemas.microsoft.com/office/drawing/2014/main" id="{414E6380-8F72-8A45-2CFE-B0326D3130DC}"/>
              </a:ext>
            </a:extLst>
          </p:cNvPr>
          <p:cNvSpPr txBox="1"/>
          <p:nvPr/>
        </p:nvSpPr>
        <p:spPr>
          <a:xfrm>
            <a:off x="2437234" y="13180248"/>
            <a:ext cx="300082" cy="169277"/>
          </a:xfrm>
          <a:prstGeom prst="rect">
            <a:avLst/>
          </a:prstGeom>
          <a:noFill/>
          <a:ln>
            <a:noFill/>
          </a:ln>
        </p:spPr>
        <p:txBody>
          <a:bodyPr wrap="none" rtlCol="0" anchor="ctr">
            <a:spAutoFit/>
          </a:bodyPr>
          <a:lstStyle/>
          <a:p>
            <a:pPr algn="ctr"/>
            <a:r>
              <a:rPr lang="en-GB" sz="500" dirty="0">
                <a:latin typeface="Amasis MT Pro Medium" panose="02040604050005020304" pitchFamily="18" charset="0"/>
              </a:rPr>
              <a:t>SEP</a:t>
            </a:r>
          </a:p>
        </p:txBody>
      </p:sp>
      <p:sp>
        <p:nvSpPr>
          <p:cNvPr id="1040" name="Tekstfelt 1039">
            <a:extLst>
              <a:ext uri="{FF2B5EF4-FFF2-40B4-BE49-F238E27FC236}">
                <a16:creationId xmlns:a16="http://schemas.microsoft.com/office/drawing/2014/main" id="{77E8AA2D-3118-F39E-9321-16A6A8CB8261}"/>
              </a:ext>
            </a:extLst>
          </p:cNvPr>
          <p:cNvSpPr txBox="1"/>
          <p:nvPr/>
        </p:nvSpPr>
        <p:spPr>
          <a:xfrm>
            <a:off x="2873009" y="13180248"/>
            <a:ext cx="327334" cy="169277"/>
          </a:xfrm>
          <a:prstGeom prst="rect">
            <a:avLst/>
          </a:prstGeom>
          <a:noFill/>
          <a:ln>
            <a:noFill/>
          </a:ln>
        </p:spPr>
        <p:txBody>
          <a:bodyPr wrap="none" rtlCol="0" anchor="ctr">
            <a:spAutoFit/>
          </a:bodyPr>
          <a:lstStyle/>
          <a:p>
            <a:pPr algn="ctr"/>
            <a:r>
              <a:rPr lang="en-GB" sz="500" dirty="0">
                <a:latin typeface="Amasis MT Pro Medium" panose="02040604050005020304" pitchFamily="18" charset="0"/>
              </a:rPr>
              <a:t>NOV</a:t>
            </a:r>
          </a:p>
        </p:txBody>
      </p:sp>
      <p:sp>
        <p:nvSpPr>
          <p:cNvPr id="1041" name="Tekstfelt 1040">
            <a:extLst>
              <a:ext uri="{FF2B5EF4-FFF2-40B4-BE49-F238E27FC236}">
                <a16:creationId xmlns:a16="http://schemas.microsoft.com/office/drawing/2014/main" id="{1871A6A4-D505-A1C6-10E2-1DC6B89B62F5}"/>
              </a:ext>
            </a:extLst>
          </p:cNvPr>
          <p:cNvSpPr txBox="1"/>
          <p:nvPr/>
        </p:nvSpPr>
        <p:spPr>
          <a:xfrm>
            <a:off x="861123" y="13180248"/>
            <a:ext cx="304892" cy="169277"/>
          </a:xfrm>
          <a:prstGeom prst="rect">
            <a:avLst/>
          </a:prstGeom>
          <a:noFill/>
          <a:ln>
            <a:noFill/>
          </a:ln>
        </p:spPr>
        <p:txBody>
          <a:bodyPr wrap="none" rtlCol="0" anchor="ctr">
            <a:spAutoFit/>
          </a:bodyPr>
          <a:lstStyle/>
          <a:p>
            <a:pPr algn="ctr"/>
            <a:r>
              <a:rPr lang="en-GB" sz="500" dirty="0">
                <a:latin typeface="Amasis MT Pro Medium" panose="02040604050005020304" pitchFamily="18" charset="0"/>
              </a:rPr>
              <a:t>FEB</a:t>
            </a:r>
          </a:p>
        </p:txBody>
      </p:sp>
      <p:sp>
        <p:nvSpPr>
          <p:cNvPr id="1042" name="Tekstfelt 1041">
            <a:extLst>
              <a:ext uri="{FF2B5EF4-FFF2-40B4-BE49-F238E27FC236}">
                <a16:creationId xmlns:a16="http://schemas.microsoft.com/office/drawing/2014/main" id="{50FDAF39-C22A-61F5-F360-D40F3758DB6D}"/>
              </a:ext>
            </a:extLst>
          </p:cNvPr>
          <p:cNvSpPr txBox="1"/>
          <p:nvPr/>
        </p:nvSpPr>
        <p:spPr>
          <a:xfrm>
            <a:off x="1316935" y="13180248"/>
            <a:ext cx="311303" cy="169277"/>
          </a:xfrm>
          <a:prstGeom prst="rect">
            <a:avLst/>
          </a:prstGeom>
          <a:noFill/>
          <a:ln>
            <a:noFill/>
          </a:ln>
        </p:spPr>
        <p:txBody>
          <a:bodyPr wrap="none" rtlCol="0" anchor="ctr">
            <a:spAutoFit/>
          </a:bodyPr>
          <a:lstStyle/>
          <a:p>
            <a:pPr algn="ctr"/>
            <a:r>
              <a:rPr lang="en-GB" sz="500" dirty="0">
                <a:latin typeface="Amasis MT Pro Medium" panose="02040604050005020304" pitchFamily="18" charset="0"/>
              </a:rPr>
              <a:t>APR</a:t>
            </a:r>
          </a:p>
        </p:txBody>
      </p:sp>
      <p:sp>
        <p:nvSpPr>
          <p:cNvPr id="1045" name="Tekstfelt 1044">
            <a:extLst>
              <a:ext uri="{FF2B5EF4-FFF2-40B4-BE49-F238E27FC236}">
                <a16:creationId xmlns:a16="http://schemas.microsoft.com/office/drawing/2014/main" id="{D06A6470-B2A1-443E-4DFD-CF2F3A48A44F}"/>
              </a:ext>
            </a:extLst>
          </p:cNvPr>
          <p:cNvSpPr txBox="1"/>
          <p:nvPr/>
        </p:nvSpPr>
        <p:spPr>
          <a:xfrm>
            <a:off x="1986228" y="13180248"/>
            <a:ext cx="312906" cy="169277"/>
          </a:xfrm>
          <a:prstGeom prst="rect">
            <a:avLst/>
          </a:prstGeom>
          <a:noFill/>
          <a:ln>
            <a:noFill/>
          </a:ln>
        </p:spPr>
        <p:txBody>
          <a:bodyPr wrap="none" rtlCol="0" anchor="ctr">
            <a:spAutoFit/>
          </a:bodyPr>
          <a:lstStyle/>
          <a:p>
            <a:pPr algn="ctr"/>
            <a:r>
              <a:rPr lang="en-GB" sz="500" dirty="0">
                <a:latin typeface="Amasis MT Pro Medium" panose="02040604050005020304" pitchFamily="18" charset="0"/>
              </a:rPr>
              <a:t>JUN</a:t>
            </a:r>
          </a:p>
        </p:txBody>
      </p:sp>
      <p:sp>
        <p:nvSpPr>
          <p:cNvPr id="1046" name="Tekstfelt 1045">
            <a:extLst>
              <a:ext uri="{FF2B5EF4-FFF2-40B4-BE49-F238E27FC236}">
                <a16:creationId xmlns:a16="http://schemas.microsoft.com/office/drawing/2014/main" id="{6087952C-AF83-B85A-F188-0544EFB4D243}"/>
              </a:ext>
            </a:extLst>
          </p:cNvPr>
          <p:cNvSpPr txBox="1"/>
          <p:nvPr/>
        </p:nvSpPr>
        <p:spPr>
          <a:xfrm>
            <a:off x="2208524" y="13180248"/>
            <a:ext cx="324128" cy="169277"/>
          </a:xfrm>
          <a:prstGeom prst="rect">
            <a:avLst/>
          </a:prstGeom>
          <a:noFill/>
          <a:ln>
            <a:noFill/>
          </a:ln>
        </p:spPr>
        <p:txBody>
          <a:bodyPr wrap="none" rtlCol="0" anchor="ctr">
            <a:spAutoFit/>
          </a:bodyPr>
          <a:lstStyle/>
          <a:p>
            <a:pPr algn="ctr"/>
            <a:r>
              <a:rPr lang="en-GB" sz="500" dirty="0">
                <a:latin typeface="Amasis MT Pro Medium" panose="02040604050005020304" pitchFamily="18" charset="0"/>
              </a:rPr>
              <a:t>AUG</a:t>
            </a:r>
          </a:p>
        </p:txBody>
      </p:sp>
      <p:sp>
        <p:nvSpPr>
          <p:cNvPr id="1047" name="Tekstfelt 1046">
            <a:extLst>
              <a:ext uri="{FF2B5EF4-FFF2-40B4-BE49-F238E27FC236}">
                <a16:creationId xmlns:a16="http://schemas.microsoft.com/office/drawing/2014/main" id="{CE86CCB7-BAD5-997E-A14D-22F8BD24DBF8}"/>
              </a:ext>
            </a:extLst>
          </p:cNvPr>
          <p:cNvSpPr txBox="1"/>
          <p:nvPr/>
        </p:nvSpPr>
        <p:spPr>
          <a:xfrm>
            <a:off x="2640293" y="13180248"/>
            <a:ext cx="320921" cy="169277"/>
          </a:xfrm>
          <a:prstGeom prst="rect">
            <a:avLst/>
          </a:prstGeom>
          <a:noFill/>
          <a:ln>
            <a:noFill/>
          </a:ln>
        </p:spPr>
        <p:txBody>
          <a:bodyPr wrap="none" rtlCol="0" anchor="ctr">
            <a:spAutoFit/>
          </a:bodyPr>
          <a:lstStyle/>
          <a:p>
            <a:pPr algn="ctr"/>
            <a:r>
              <a:rPr lang="en-GB" sz="500" dirty="0">
                <a:latin typeface="Amasis MT Pro Medium" panose="02040604050005020304" pitchFamily="18" charset="0"/>
              </a:rPr>
              <a:t>OCT</a:t>
            </a:r>
          </a:p>
        </p:txBody>
      </p:sp>
      <p:sp>
        <p:nvSpPr>
          <p:cNvPr id="1048" name="Tekstfelt 1047">
            <a:extLst>
              <a:ext uri="{FF2B5EF4-FFF2-40B4-BE49-F238E27FC236}">
                <a16:creationId xmlns:a16="http://schemas.microsoft.com/office/drawing/2014/main" id="{A9374147-9D98-031F-D500-570BD37AEFEC}"/>
              </a:ext>
            </a:extLst>
          </p:cNvPr>
          <p:cNvSpPr txBox="1"/>
          <p:nvPr/>
        </p:nvSpPr>
        <p:spPr>
          <a:xfrm>
            <a:off x="3105822" y="13180248"/>
            <a:ext cx="316112" cy="169277"/>
          </a:xfrm>
          <a:prstGeom prst="rect">
            <a:avLst/>
          </a:prstGeom>
          <a:noFill/>
          <a:ln>
            <a:noFill/>
          </a:ln>
        </p:spPr>
        <p:txBody>
          <a:bodyPr wrap="none" rtlCol="0" anchor="ctr">
            <a:spAutoFit/>
          </a:bodyPr>
          <a:lstStyle/>
          <a:p>
            <a:pPr algn="ctr"/>
            <a:r>
              <a:rPr lang="en-GB" sz="500" dirty="0">
                <a:latin typeface="Amasis MT Pro Medium" panose="02040604050005020304" pitchFamily="18" charset="0"/>
              </a:rPr>
              <a:t>DEC</a:t>
            </a:r>
          </a:p>
        </p:txBody>
      </p:sp>
      <p:cxnSp>
        <p:nvCxnSpPr>
          <p:cNvPr id="1050" name="Lige forbindelse 1049">
            <a:extLst>
              <a:ext uri="{FF2B5EF4-FFF2-40B4-BE49-F238E27FC236}">
                <a16:creationId xmlns:a16="http://schemas.microsoft.com/office/drawing/2014/main" id="{72C5DCD3-636E-DA4F-B89C-250677D2CB4D}"/>
              </a:ext>
            </a:extLst>
          </p:cNvPr>
          <p:cNvCxnSpPr>
            <a:cxnSpLocks/>
          </p:cNvCxnSpPr>
          <p:nvPr/>
        </p:nvCxnSpPr>
        <p:spPr>
          <a:xfrm>
            <a:off x="4229892" y="11293476"/>
            <a:ext cx="0" cy="186055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0" name="Lige forbindelse 2099">
            <a:extLst>
              <a:ext uri="{FF2B5EF4-FFF2-40B4-BE49-F238E27FC236}">
                <a16:creationId xmlns:a16="http://schemas.microsoft.com/office/drawing/2014/main" id="{3BD1620B-8BC8-DA30-37DA-AFC03F9C526F}"/>
              </a:ext>
            </a:extLst>
          </p:cNvPr>
          <p:cNvCxnSpPr>
            <a:cxnSpLocks/>
          </p:cNvCxnSpPr>
          <p:nvPr/>
        </p:nvCxnSpPr>
        <p:spPr>
          <a:xfrm flipH="1">
            <a:off x="4192981" y="13154026"/>
            <a:ext cx="296437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1" name="Lige forbindelse 2100">
            <a:extLst>
              <a:ext uri="{FF2B5EF4-FFF2-40B4-BE49-F238E27FC236}">
                <a16:creationId xmlns:a16="http://schemas.microsoft.com/office/drawing/2014/main" id="{6FDB20D8-E6FF-C5C8-D6C4-39CFCF34456B}"/>
              </a:ext>
            </a:extLst>
          </p:cNvPr>
          <p:cNvCxnSpPr>
            <a:cxnSpLocks/>
          </p:cNvCxnSpPr>
          <p:nvPr/>
        </p:nvCxnSpPr>
        <p:spPr>
          <a:xfrm flipV="1">
            <a:off x="4455429" y="13154025"/>
            <a:ext cx="0" cy="54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2" name="Lige forbindelse 2101">
            <a:extLst>
              <a:ext uri="{FF2B5EF4-FFF2-40B4-BE49-F238E27FC236}">
                <a16:creationId xmlns:a16="http://schemas.microsoft.com/office/drawing/2014/main" id="{402CF8F2-9C61-33EE-C573-ED394387354A}"/>
              </a:ext>
            </a:extLst>
          </p:cNvPr>
          <p:cNvCxnSpPr>
            <a:cxnSpLocks/>
          </p:cNvCxnSpPr>
          <p:nvPr/>
        </p:nvCxnSpPr>
        <p:spPr>
          <a:xfrm flipV="1">
            <a:off x="6928754" y="13154025"/>
            <a:ext cx="0" cy="54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3" name="Lige forbindelse 2102">
            <a:extLst>
              <a:ext uri="{FF2B5EF4-FFF2-40B4-BE49-F238E27FC236}">
                <a16:creationId xmlns:a16="http://schemas.microsoft.com/office/drawing/2014/main" id="{02EDCF1E-60E9-C83C-F293-9EC262E6E213}"/>
              </a:ext>
            </a:extLst>
          </p:cNvPr>
          <p:cNvCxnSpPr>
            <a:cxnSpLocks/>
          </p:cNvCxnSpPr>
          <p:nvPr/>
        </p:nvCxnSpPr>
        <p:spPr>
          <a:xfrm flipV="1">
            <a:off x="4680277" y="13154025"/>
            <a:ext cx="0" cy="54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4" name="Lige forbindelse 2103">
            <a:extLst>
              <a:ext uri="{FF2B5EF4-FFF2-40B4-BE49-F238E27FC236}">
                <a16:creationId xmlns:a16="http://schemas.microsoft.com/office/drawing/2014/main" id="{9588EC3B-B82F-07EE-10AE-0F80229482CB}"/>
              </a:ext>
            </a:extLst>
          </p:cNvPr>
          <p:cNvCxnSpPr>
            <a:cxnSpLocks/>
          </p:cNvCxnSpPr>
          <p:nvPr/>
        </p:nvCxnSpPr>
        <p:spPr>
          <a:xfrm flipV="1">
            <a:off x="4905125" y="13154025"/>
            <a:ext cx="0" cy="54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5" name="Lige forbindelse 2104">
            <a:extLst>
              <a:ext uri="{FF2B5EF4-FFF2-40B4-BE49-F238E27FC236}">
                <a16:creationId xmlns:a16="http://schemas.microsoft.com/office/drawing/2014/main" id="{6673EC55-C529-1AD1-F444-8822A7EB958B}"/>
              </a:ext>
            </a:extLst>
          </p:cNvPr>
          <p:cNvCxnSpPr>
            <a:cxnSpLocks/>
          </p:cNvCxnSpPr>
          <p:nvPr/>
        </p:nvCxnSpPr>
        <p:spPr>
          <a:xfrm flipV="1">
            <a:off x="5129973" y="13154025"/>
            <a:ext cx="0" cy="54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6" name="Lige forbindelse 2105">
            <a:extLst>
              <a:ext uri="{FF2B5EF4-FFF2-40B4-BE49-F238E27FC236}">
                <a16:creationId xmlns:a16="http://schemas.microsoft.com/office/drawing/2014/main" id="{F2F6B2E7-27C0-AE9A-C1E7-766A792B9F96}"/>
              </a:ext>
            </a:extLst>
          </p:cNvPr>
          <p:cNvCxnSpPr>
            <a:cxnSpLocks/>
          </p:cNvCxnSpPr>
          <p:nvPr/>
        </p:nvCxnSpPr>
        <p:spPr>
          <a:xfrm flipV="1">
            <a:off x="5354821" y="13154025"/>
            <a:ext cx="0" cy="54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7" name="Lige forbindelse 2106">
            <a:extLst>
              <a:ext uri="{FF2B5EF4-FFF2-40B4-BE49-F238E27FC236}">
                <a16:creationId xmlns:a16="http://schemas.microsoft.com/office/drawing/2014/main" id="{5DD18E76-654F-BCB6-B592-B732E264951B}"/>
              </a:ext>
            </a:extLst>
          </p:cNvPr>
          <p:cNvCxnSpPr>
            <a:cxnSpLocks/>
          </p:cNvCxnSpPr>
          <p:nvPr/>
        </p:nvCxnSpPr>
        <p:spPr>
          <a:xfrm flipV="1">
            <a:off x="5579669" y="13154025"/>
            <a:ext cx="0" cy="54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8" name="Lige forbindelse 2107">
            <a:extLst>
              <a:ext uri="{FF2B5EF4-FFF2-40B4-BE49-F238E27FC236}">
                <a16:creationId xmlns:a16="http://schemas.microsoft.com/office/drawing/2014/main" id="{AB6FCCD1-A38B-E9D6-CB93-A0324786C2FC}"/>
              </a:ext>
            </a:extLst>
          </p:cNvPr>
          <p:cNvCxnSpPr>
            <a:cxnSpLocks/>
          </p:cNvCxnSpPr>
          <p:nvPr/>
        </p:nvCxnSpPr>
        <p:spPr>
          <a:xfrm flipV="1">
            <a:off x="5804517" y="13154025"/>
            <a:ext cx="0" cy="54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9" name="Lige forbindelse 2108">
            <a:extLst>
              <a:ext uri="{FF2B5EF4-FFF2-40B4-BE49-F238E27FC236}">
                <a16:creationId xmlns:a16="http://schemas.microsoft.com/office/drawing/2014/main" id="{0C763696-09F3-3218-B581-C609135B7E4B}"/>
              </a:ext>
            </a:extLst>
          </p:cNvPr>
          <p:cNvCxnSpPr>
            <a:cxnSpLocks/>
          </p:cNvCxnSpPr>
          <p:nvPr/>
        </p:nvCxnSpPr>
        <p:spPr>
          <a:xfrm flipV="1">
            <a:off x="6029365" y="13154025"/>
            <a:ext cx="0" cy="54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0" name="Lige forbindelse 2109">
            <a:extLst>
              <a:ext uri="{FF2B5EF4-FFF2-40B4-BE49-F238E27FC236}">
                <a16:creationId xmlns:a16="http://schemas.microsoft.com/office/drawing/2014/main" id="{45F65B8C-56DA-F23A-110B-05498DAB8C0D}"/>
              </a:ext>
            </a:extLst>
          </p:cNvPr>
          <p:cNvCxnSpPr>
            <a:cxnSpLocks/>
          </p:cNvCxnSpPr>
          <p:nvPr/>
        </p:nvCxnSpPr>
        <p:spPr>
          <a:xfrm flipV="1">
            <a:off x="6254213" y="13154025"/>
            <a:ext cx="0" cy="54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1" name="Lige forbindelse 2110">
            <a:extLst>
              <a:ext uri="{FF2B5EF4-FFF2-40B4-BE49-F238E27FC236}">
                <a16:creationId xmlns:a16="http://schemas.microsoft.com/office/drawing/2014/main" id="{A83A59B7-0CD6-42A7-F22D-DF2435B50EDD}"/>
              </a:ext>
            </a:extLst>
          </p:cNvPr>
          <p:cNvCxnSpPr>
            <a:cxnSpLocks/>
          </p:cNvCxnSpPr>
          <p:nvPr/>
        </p:nvCxnSpPr>
        <p:spPr>
          <a:xfrm flipV="1">
            <a:off x="6479061" y="13154025"/>
            <a:ext cx="0" cy="54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2" name="Lige forbindelse 2111">
            <a:extLst>
              <a:ext uri="{FF2B5EF4-FFF2-40B4-BE49-F238E27FC236}">
                <a16:creationId xmlns:a16="http://schemas.microsoft.com/office/drawing/2014/main" id="{7FB8B5CB-5324-11CC-3C91-1E1562596C05}"/>
              </a:ext>
            </a:extLst>
          </p:cNvPr>
          <p:cNvCxnSpPr>
            <a:cxnSpLocks/>
          </p:cNvCxnSpPr>
          <p:nvPr/>
        </p:nvCxnSpPr>
        <p:spPr>
          <a:xfrm flipV="1">
            <a:off x="6703909" y="13154025"/>
            <a:ext cx="0" cy="54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13" name="Tekstfelt 2112">
            <a:extLst>
              <a:ext uri="{FF2B5EF4-FFF2-40B4-BE49-F238E27FC236}">
                <a16:creationId xmlns:a16="http://schemas.microsoft.com/office/drawing/2014/main" id="{0323F4AF-64AD-2347-C13E-23C93D25353B}"/>
              </a:ext>
            </a:extLst>
          </p:cNvPr>
          <p:cNvSpPr txBox="1"/>
          <p:nvPr/>
        </p:nvSpPr>
        <p:spPr>
          <a:xfrm>
            <a:off x="4475382" y="11942967"/>
            <a:ext cx="1006139" cy="4385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b="1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MOVE INS</a:t>
            </a:r>
          </a:p>
          <a:p>
            <a:pPr algn="ctr"/>
            <a:r>
              <a:rPr lang="en-GB" sz="105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11</a:t>
            </a:r>
          </a:p>
        </p:txBody>
      </p:sp>
      <p:cxnSp>
        <p:nvCxnSpPr>
          <p:cNvPr id="2114" name="Forbindelse: vinklet 2113">
            <a:extLst>
              <a:ext uri="{FF2B5EF4-FFF2-40B4-BE49-F238E27FC236}">
                <a16:creationId xmlns:a16="http://schemas.microsoft.com/office/drawing/2014/main" id="{7FCAC0D8-4A40-C920-4AC1-26C4663D944F}"/>
              </a:ext>
            </a:extLst>
          </p:cNvPr>
          <p:cNvCxnSpPr>
            <a:cxnSpLocks/>
            <a:stCxn id="2089" idx="0"/>
            <a:endCxn id="2113" idx="0"/>
          </p:cNvCxnSpPr>
          <p:nvPr/>
        </p:nvCxnSpPr>
        <p:spPr>
          <a:xfrm rot="16200000" flipV="1">
            <a:off x="5216883" y="11704536"/>
            <a:ext cx="349046" cy="825907"/>
          </a:xfrm>
          <a:prstGeom prst="bentConnector3">
            <a:avLst>
              <a:gd name="adj1" fmla="val 165493"/>
            </a:avLst>
          </a:prstGeom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15" name="Tekstfelt 2114">
            <a:extLst>
              <a:ext uri="{FF2B5EF4-FFF2-40B4-BE49-F238E27FC236}">
                <a16:creationId xmlns:a16="http://schemas.microsoft.com/office/drawing/2014/main" id="{5F863A27-649D-1084-AD51-F23DD8459868}"/>
              </a:ext>
            </a:extLst>
          </p:cNvPr>
          <p:cNvSpPr txBox="1"/>
          <p:nvPr/>
        </p:nvSpPr>
        <p:spPr>
          <a:xfrm>
            <a:off x="4303272" y="13180248"/>
            <a:ext cx="309700" cy="169277"/>
          </a:xfrm>
          <a:prstGeom prst="rect">
            <a:avLst/>
          </a:prstGeom>
          <a:noFill/>
          <a:ln>
            <a:noFill/>
          </a:ln>
        </p:spPr>
        <p:txBody>
          <a:bodyPr wrap="none" rtlCol="0" anchor="ctr">
            <a:spAutoFit/>
          </a:bodyPr>
          <a:lstStyle/>
          <a:p>
            <a:pPr algn="ctr"/>
            <a:r>
              <a:rPr lang="en-GB" sz="500" dirty="0">
                <a:latin typeface="Amasis MT Pro Medium" panose="02040604050005020304" pitchFamily="18" charset="0"/>
              </a:rPr>
              <a:t>JAN</a:t>
            </a:r>
          </a:p>
        </p:txBody>
      </p:sp>
      <p:sp>
        <p:nvSpPr>
          <p:cNvPr id="2116" name="Tekstfelt 2115">
            <a:extLst>
              <a:ext uri="{FF2B5EF4-FFF2-40B4-BE49-F238E27FC236}">
                <a16:creationId xmlns:a16="http://schemas.microsoft.com/office/drawing/2014/main" id="{3B45A9D5-69FD-36EC-3854-763F36041DAF}"/>
              </a:ext>
            </a:extLst>
          </p:cNvPr>
          <p:cNvSpPr txBox="1"/>
          <p:nvPr/>
        </p:nvSpPr>
        <p:spPr>
          <a:xfrm>
            <a:off x="4740533" y="13180248"/>
            <a:ext cx="330540" cy="169277"/>
          </a:xfrm>
          <a:prstGeom prst="rect">
            <a:avLst/>
          </a:prstGeom>
          <a:noFill/>
          <a:ln>
            <a:noFill/>
          </a:ln>
        </p:spPr>
        <p:txBody>
          <a:bodyPr wrap="none" rtlCol="0" anchor="ctr">
            <a:spAutoFit/>
          </a:bodyPr>
          <a:lstStyle/>
          <a:p>
            <a:pPr algn="ctr"/>
            <a:r>
              <a:rPr lang="en-GB" sz="500" dirty="0">
                <a:latin typeface="Amasis MT Pro Medium" panose="02040604050005020304" pitchFamily="18" charset="0"/>
              </a:rPr>
              <a:t>MAR</a:t>
            </a:r>
          </a:p>
        </p:txBody>
      </p:sp>
      <p:sp>
        <p:nvSpPr>
          <p:cNvPr id="2117" name="Tekstfelt 2116">
            <a:extLst>
              <a:ext uri="{FF2B5EF4-FFF2-40B4-BE49-F238E27FC236}">
                <a16:creationId xmlns:a16="http://schemas.microsoft.com/office/drawing/2014/main" id="{1800CEFA-CDDC-815A-693D-53C596924028}"/>
              </a:ext>
            </a:extLst>
          </p:cNvPr>
          <p:cNvSpPr txBox="1"/>
          <p:nvPr/>
        </p:nvSpPr>
        <p:spPr>
          <a:xfrm>
            <a:off x="5205964" y="13180248"/>
            <a:ext cx="332142" cy="169277"/>
          </a:xfrm>
          <a:prstGeom prst="rect">
            <a:avLst/>
          </a:prstGeom>
          <a:noFill/>
          <a:ln>
            <a:noFill/>
          </a:ln>
        </p:spPr>
        <p:txBody>
          <a:bodyPr wrap="none" rtlCol="0" anchor="ctr">
            <a:spAutoFit/>
          </a:bodyPr>
          <a:lstStyle/>
          <a:p>
            <a:pPr algn="ctr"/>
            <a:r>
              <a:rPr lang="en-GB" sz="500" dirty="0">
                <a:latin typeface="Amasis MT Pro Medium" panose="02040604050005020304" pitchFamily="18" charset="0"/>
              </a:rPr>
              <a:t>MAY</a:t>
            </a:r>
          </a:p>
        </p:txBody>
      </p:sp>
      <p:sp>
        <p:nvSpPr>
          <p:cNvPr id="2118" name="Tekstfelt 2117">
            <a:extLst>
              <a:ext uri="{FF2B5EF4-FFF2-40B4-BE49-F238E27FC236}">
                <a16:creationId xmlns:a16="http://schemas.microsoft.com/office/drawing/2014/main" id="{CE951177-6B8D-52F9-CE7F-AAB1414B82F6}"/>
              </a:ext>
            </a:extLst>
          </p:cNvPr>
          <p:cNvSpPr txBox="1"/>
          <p:nvPr/>
        </p:nvSpPr>
        <p:spPr>
          <a:xfrm>
            <a:off x="5447496" y="13180248"/>
            <a:ext cx="301686" cy="169277"/>
          </a:xfrm>
          <a:prstGeom prst="rect">
            <a:avLst/>
          </a:prstGeom>
          <a:noFill/>
          <a:ln>
            <a:noFill/>
          </a:ln>
        </p:spPr>
        <p:txBody>
          <a:bodyPr wrap="none" rtlCol="0" anchor="ctr">
            <a:spAutoFit/>
          </a:bodyPr>
          <a:lstStyle/>
          <a:p>
            <a:pPr algn="ctr"/>
            <a:r>
              <a:rPr lang="en-GB" sz="500" dirty="0">
                <a:latin typeface="Amasis MT Pro Medium" panose="02040604050005020304" pitchFamily="18" charset="0"/>
              </a:rPr>
              <a:t>JUL</a:t>
            </a:r>
          </a:p>
        </p:txBody>
      </p:sp>
      <p:sp>
        <p:nvSpPr>
          <p:cNvPr id="2119" name="Tekstfelt 2118">
            <a:extLst>
              <a:ext uri="{FF2B5EF4-FFF2-40B4-BE49-F238E27FC236}">
                <a16:creationId xmlns:a16="http://schemas.microsoft.com/office/drawing/2014/main" id="{6CB31814-0655-304F-C0EA-53F1A65AEE37}"/>
              </a:ext>
            </a:extLst>
          </p:cNvPr>
          <p:cNvSpPr txBox="1"/>
          <p:nvPr/>
        </p:nvSpPr>
        <p:spPr>
          <a:xfrm>
            <a:off x="6103165" y="13180248"/>
            <a:ext cx="300082" cy="169277"/>
          </a:xfrm>
          <a:prstGeom prst="rect">
            <a:avLst/>
          </a:prstGeom>
          <a:noFill/>
          <a:ln>
            <a:noFill/>
          </a:ln>
        </p:spPr>
        <p:txBody>
          <a:bodyPr wrap="none" rtlCol="0" anchor="ctr">
            <a:spAutoFit/>
          </a:bodyPr>
          <a:lstStyle/>
          <a:p>
            <a:pPr algn="ctr"/>
            <a:r>
              <a:rPr lang="en-GB" sz="500" dirty="0">
                <a:latin typeface="Amasis MT Pro Medium" panose="02040604050005020304" pitchFamily="18" charset="0"/>
              </a:rPr>
              <a:t>SEP</a:t>
            </a:r>
          </a:p>
        </p:txBody>
      </p:sp>
      <p:sp>
        <p:nvSpPr>
          <p:cNvPr id="2120" name="Tekstfelt 2119">
            <a:extLst>
              <a:ext uri="{FF2B5EF4-FFF2-40B4-BE49-F238E27FC236}">
                <a16:creationId xmlns:a16="http://schemas.microsoft.com/office/drawing/2014/main" id="{964B9A64-9D5B-9D40-3369-758B0A3569BF}"/>
              </a:ext>
            </a:extLst>
          </p:cNvPr>
          <p:cNvSpPr txBox="1"/>
          <p:nvPr/>
        </p:nvSpPr>
        <p:spPr>
          <a:xfrm>
            <a:off x="6538940" y="13180248"/>
            <a:ext cx="327334" cy="169277"/>
          </a:xfrm>
          <a:prstGeom prst="rect">
            <a:avLst/>
          </a:prstGeom>
          <a:noFill/>
          <a:ln>
            <a:noFill/>
          </a:ln>
        </p:spPr>
        <p:txBody>
          <a:bodyPr wrap="none" rtlCol="0" anchor="ctr">
            <a:spAutoFit/>
          </a:bodyPr>
          <a:lstStyle/>
          <a:p>
            <a:pPr algn="ctr"/>
            <a:r>
              <a:rPr lang="en-GB" sz="500" dirty="0">
                <a:latin typeface="Amasis MT Pro Medium" panose="02040604050005020304" pitchFamily="18" charset="0"/>
              </a:rPr>
              <a:t>NOV</a:t>
            </a:r>
          </a:p>
        </p:txBody>
      </p:sp>
      <p:sp>
        <p:nvSpPr>
          <p:cNvPr id="2121" name="Tekstfelt 2120">
            <a:extLst>
              <a:ext uri="{FF2B5EF4-FFF2-40B4-BE49-F238E27FC236}">
                <a16:creationId xmlns:a16="http://schemas.microsoft.com/office/drawing/2014/main" id="{076F61DC-B940-BC96-241B-539DE96EEEB5}"/>
              </a:ext>
            </a:extLst>
          </p:cNvPr>
          <p:cNvSpPr txBox="1"/>
          <p:nvPr/>
        </p:nvSpPr>
        <p:spPr>
          <a:xfrm>
            <a:off x="4527054" y="13180248"/>
            <a:ext cx="304892" cy="169277"/>
          </a:xfrm>
          <a:prstGeom prst="rect">
            <a:avLst/>
          </a:prstGeom>
          <a:noFill/>
          <a:ln>
            <a:noFill/>
          </a:ln>
        </p:spPr>
        <p:txBody>
          <a:bodyPr wrap="none" rtlCol="0" anchor="ctr">
            <a:spAutoFit/>
          </a:bodyPr>
          <a:lstStyle/>
          <a:p>
            <a:pPr algn="ctr"/>
            <a:r>
              <a:rPr lang="en-GB" sz="500" dirty="0">
                <a:latin typeface="Amasis MT Pro Medium" panose="02040604050005020304" pitchFamily="18" charset="0"/>
              </a:rPr>
              <a:t>FEB</a:t>
            </a:r>
          </a:p>
        </p:txBody>
      </p:sp>
      <p:sp>
        <p:nvSpPr>
          <p:cNvPr id="2122" name="Tekstfelt 2121">
            <a:extLst>
              <a:ext uri="{FF2B5EF4-FFF2-40B4-BE49-F238E27FC236}">
                <a16:creationId xmlns:a16="http://schemas.microsoft.com/office/drawing/2014/main" id="{5C2CCFEB-24D5-97C5-E46B-0A592EAE7A0F}"/>
              </a:ext>
            </a:extLst>
          </p:cNvPr>
          <p:cNvSpPr txBox="1"/>
          <p:nvPr/>
        </p:nvSpPr>
        <p:spPr>
          <a:xfrm>
            <a:off x="4982866" y="13180248"/>
            <a:ext cx="311303" cy="169277"/>
          </a:xfrm>
          <a:prstGeom prst="rect">
            <a:avLst/>
          </a:prstGeom>
          <a:noFill/>
          <a:ln>
            <a:noFill/>
          </a:ln>
        </p:spPr>
        <p:txBody>
          <a:bodyPr wrap="none" rtlCol="0" anchor="ctr">
            <a:spAutoFit/>
          </a:bodyPr>
          <a:lstStyle/>
          <a:p>
            <a:pPr algn="ctr"/>
            <a:r>
              <a:rPr lang="en-GB" sz="500" dirty="0">
                <a:latin typeface="Amasis MT Pro Medium" panose="02040604050005020304" pitchFamily="18" charset="0"/>
              </a:rPr>
              <a:t>APR</a:t>
            </a:r>
          </a:p>
        </p:txBody>
      </p:sp>
      <p:sp>
        <p:nvSpPr>
          <p:cNvPr id="2123" name="Tekstfelt 2122">
            <a:extLst>
              <a:ext uri="{FF2B5EF4-FFF2-40B4-BE49-F238E27FC236}">
                <a16:creationId xmlns:a16="http://schemas.microsoft.com/office/drawing/2014/main" id="{A9AEB2C2-FF6F-5238-4A84-7ECC22355F55}"/>
              </a:ext>
            </a:extLst>
          </p:cNvPr>
          <p:cNvSpPr txBox="1"/>
          <p:nvPr/>
        </p:nvSpPr>
        <p:spPr>
          <a:xfrm>
            <a:off x="5652159" y="13180248"/>
            <a:ext cx="312906" cy="169277"/>
          </a:xfrm>
          <a:prstGeom prst="rect">
            <a:avLst/>
          </a:prstGeom>
          <a:noFill/>
          <a:ln>
            <a:noFill/>
          </a:ln>
        </p:spPr>
        <p:txBody>
          <a:bodyPr wrap="none" rtlCol="0" anchor="ctr">
            <a:spAutoFit/>
          </a:bodyPr>
          <a:lstStyle/>
          <a:p>
            <a:pPr algn="ctr"/>
            <a:r>
              <a:rPr lang="en-GB" sz="500" dirty="0">
                <a:latin typeface="Amasis MT Pro Medium" panose="02040604050005020304" pitchFamily="18" charset="0"/>
              </a:rPr>
              <a:t>JUN</a:t>
            </a:r>
          </a:p>
        </p:txBody>
      </p:sp>
      <p:sp>
        <p:nvSpPr>
          <p:cNvPr id="2124" name="Tekstfelt 2123">
            <a:extLst>
              <a:ext uri="{FF2B5EF4-FFF2-40B4-BE49-F238E27FC236}">
                <a16:creationId xmlns:a16="http://schemas.microsoft.com/office/drawing/2014/main" id="{B6D60AE3-1031-F687-84A0-2FF00753CD90}"/>
              </a:ext>
            </a:extLst>
          </p:cNvPr>
          <p:cNvSpPr txBox="1"/>
          <p:nvPr/>
        </p:nvSpPr>
        <p:spPr>
          <a:xfrm>
            <a:off x="5874455" y="13180248"/>
            <a:ext cx="324128" cy="169277"/>
          </a:xfrm>
          <a:prstGeom prst="rect">
            <a:avLst/>
          </a:prstGeom>
          <a:noFill/>
          <a:ln>
            <a:noFill/>
          </a:ln>
        </p:spPr>
        <p:txBody>
          <a:bodyPr wrap="none" rtlCol="0" anchor="ctr">
            <a:spAutoFit/>
          </a:bodyPr>
          <a:lstStyle/>
          <a:p>
            <a:pPr algn="ctr"/>
            <a:r>
              <a:rPr lang="en-GB" sz="500" dirty="0">
                <a:latin typeface="Amasis MT Pro Medium" panose="02040604050005020304" pitchFamily="18" charset="0"/>
              </a:rPr>
              <a:t>AUG</a:t>
            </a:r>
          </a:p>
        </p:txBody>
      </p:sp>
      <p:sp>
        <p:nvSpPr>
          <p:cNvPr id="2125" name="Tekstfelt 2124">
            <a:extLst>
              <a:ext uri="{FF2B5EF4-FFF2-40B4-BE49-F238E27FC236}">
                <a16:creationId xmlns:a16="http://schemas.microsoft.com/office/drawing/2014/main" id="{0675280B-EEE1-F012-E1A7-D158232F1715}"/>
              </a:ext>
            </a:extLst>
          </p:cNvPr>
          <p:cNvSpPr txBox="1"/>
          <p:nvPr/>
        </p:nvSpPr>
        <p:spPr>
          <a:xfrm>
            <a:off x="6306224" y="13180248"/>
            <a:ext cx="320921" cy="169277"/>
          </a:xfrm>
          <a:prstGeom prst="rect">
            <a:avLst/>
          </a:prstGeom>
          <a:noFill/>
          <a:ln>
            <a:noFill/>
          </a:ln>
        </p:spPr>
        <p:txBody>
          <a:bodyPr wrap="none" rtlCol="0" anchor="ctr">
            <a:spAutoFit/>
          </a:bodyPr>
          <a:lstStyle/>
          <a:p>
            <a:pPr algn="ctr"/>
            <a:r>
              <a:rPr lang="en-GB" sz="500" dirty="0">
                <a:latin typeface="Amasis MT Pro Medium" panose="02040604050005020304" pitchFamily="18" charset="0"/>
              </a:rPr>
              <a:t>OCT</a:t>
            </a:r>
          </a:p>
        </p:txBody>
      </p:sp>
      <p:sp>
        <p:nvSpPr>
          <p:cNvPr id="2126" name="Tekstfelt 2125">
            <a:extLst>
              <a:ext uri="{FF2B5EF4-FFF2-40B4-BE49-F238E27FC236}">
                <a16:creationId xmlns:a16="http://schemas.microsoft.com/office/drawing/2014/main" id="{083CE524-69C5-BB24-A7F2-8D79F622FB14}"/>
              </a:ext>
            </a:extLst>
          </p:cNvPr>
          <p:cNvSpPr txBox="1"/>
          <p:nvPr/>
        </p:nvSpPr>
        <p:spPr>
          <a:xfrm>
            <a:off x="6771753" y="13180248"/>
            <a:ext cx="316112" cy="169277"/>
          </a:xfrm>
          <a:prstGeom prst="rect">
            <a:avLst/>
          </a:prstGeom>
          <a:noFill/>
          <a:ln>
            <a:noFill/>
          </a:ln>
        </p:spPr>
        <p:txBody>
          <a:bodyPr wrap="none" rtlCol="0" anchor="ctr">
            <a:spAutoFit/>
          </a:bodyPr>
          <a:lstStyle/>
          <a:p>
            <a:pPr algn="ctr"/>
            <a:r>
              <a:rPr lang="en-GB" sz="500" dirty="0">
                <a:latin typeface="Amasis MT Pro Medium" panose="02040604050005020304" pitchFamily="18" charset="0"/>
              </a:rPr>
              <a:t>DEC</a:t>
            </a:r>
          </a:p>
        </p:txBody>
      </p:sp>
      <p:cxnSp>
        <p:nvCxnSpPr>
          <p:cNvPr id="2140" name="Forbindelse: vinklet 2139">
            <a:extLst>
              <a:ext uri="{FF2B5EF4-FFF2-40B4-BE49-F238E27FC236}">
                <a16:creationId xmlns:a16="http://schemas.microsoft.com/office/drawing/2014/main" id="{FE2FDF35-E171-4CFB-AA9D-F7378FFE26D8}"/>
              </a:ext>
            </a:extLst>
          </p:cNvPr>
          <p:cNvCxnSpPr>
            <a:cxnSpLocks/>
            <a:stCxn id="2097" idx="0"/>
          </p:cNvCxnSpPr>
          <p:nvPr/>
        </p:nvCxnSpPr>
        <p:spPr>
          <a:xfrm rot="16200000" flipV="1">
            <a:off x="5860039" y="11682581"/>
            <a:ext cx="581850" cy="656065"/>
          </a:xfrm>
          <a:prstGeom prst="bentConnector2">
            <a:avLst/>
          </a:prstGeom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9" name="Lige forbindelse 2168">
            <a:extLst>
              <a:ext uri="{FF2B5EF4-FFF2-40B4-BE49-F238E27FC236}">
                <a16:creationId xmlns:a16="http://schemas.microsoft.com/office/drawing/2014/main" id="{62A9DC0A-BB8A-1920-54A8-F22B04462F09}"/>
              </a:ext>
            </a:extLst>
          </p:cNvPr>
          <p:cNvCxnSpPr>
            <a:cxnSpLocks/>
          </p:cNvCxnSpPr>
          <p:nvPr/>
        </p:nvCxnSpPr>
        <p:spPr>
          <a:xfrm rot="5400000" flipV="1">
            <a:off x="4204434" y="12735577"/>
            <a:ext cx="0" cy="54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0" name="Lige forbindelse 2169">
            <a:extLst>
              <a:ext uri="{FF2B5EF4-FFF2-40B4-BE49-F238E27FC236}">
                <a16:creationId xmlns:a16="http://schemas.microsoft.com/office/drawing/2014/main" id="{EF845ADF-B4FE-AA4C-61C6-1A4E64C54959}"/>
              </a:ext>
            </a:extLst>
          </p:cNvPr>
          <p:cNvCxnSpPr>
            <a:cxnSpLocks/>
          </p:cNvCxnSpPr>
          <p:nvPr/>
        </p:nvCxnSpPr>
        <p:spPr>
          <a:xfrm rot="5400000" flipV="1">
            <a:off x="4204434" y="11597486"/>
            <a:ext cx="0" cy="54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1" name="Lige forbindelse 2170">
            <a:extLst>
              <a:ext uri="{FF2B5EF4-FFF2-40B4-BE49-F238E27FC236}">
                <a16:creationId xmlns:a16="http://schemas.microsoft.com/office/drawing/2014/main" id="{3C778107-DE8F-4EC0-DC98-FAC52B902869}"/>
              </a:ext>
            </a:extLst>
          </p:cNvPr>
          <p:cNvCxnSpPr>
            <a:cxnSpLocks/>
          </p:cNvCxnSpPr>
          <p:nvPr/>
        </p:nvCxnSpPr>
        <p:spPr>
          <a:xfrm rot="5400000" flipV="1">
            <a:off x="4204434" y="11976850"/>
            <a:ext cx="0" cy="54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2" name="Lige forbindelse 2171">
            <a:extLst>
              <a:ext uri="{FF2B5EF4-FFF2-40B4-BE49-F238E27FC236}">
                <a16:creationId xmlns:a16="http://schemas.microsoft.com/office/drawing/2014/main" id="{626C745F-58AD-15D2-734E-AF454FB13630}"/>
              </a:ext>
            </a:extLst>
          </p:cNvPr>
          <p:cNvCxnSpPr>
            <a:cxnSpLocks/>
          </p:cNvCxnSpPr>
          <p:nvPr/>
        </p:nvCxnSpPr>
        <p:spPr>
          <a:xfrm rot="5400000" flipV="1">
            <a:off x="4204434" y="12356214"/>
            <a:ext cx="0" cy="54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73" name="Tekstfelt 2172">
            <a:extLst>
              <a:ext uri="{FF2B5EF4-FFF2-40B4-BE49-F238E27FC236}">
                <a16:creationId xmlns:a16="http://schemas.microsoft.com/office/drawing/2014/main" id="{03C281ED-1177-19FC-E183-21422F3DBA60}"/>
              </a:ext>
            </a:extLst>
          </p:cNvPr>
          <p:cNvSpPr txBox="1"/>
          <p:nvPr/>
        </p:nvSpPr>
        <p:spPr>
          <a:xfrm>
            <a:off x="3998599" y="12654332"/>
            <a:ext cx="240772" cy="215444"/>
          </a:xfrm>
          <a:prstGeom prst="rect">
            <a:avLst/>
          </a:prstGeom>
          <a:noFill/>
          <a:ln>
            <a:noFill/>
          </a:ln>
        </p:spPr>
        <p:txBody>
          <a:bodyPr wrap="none" rtlCol="0" anchor="ctr">
            <a:spAutoFit/>
          </a:bodyPr>
          <a:lstStyle/>
          <a:p>
            <a:pPr algn="ctr"/>
            <a:r>
              <a:rPr lang="en-GB" sz="800" dirty="0">
                <a:latin typeface="Amasis MT Pro Medium" panose="02040604050005020304" pitchFamily="18" charset="0"/>
              </a:rPr>
              <a:t>5</a:t>
            </a:r>
          </a:p>
        </p:txBody>
      </p:sp>
      <p:sp>
        <p:nvSpPr>
          <p:cNvPr id="2175" name="Tekstfelt 2174">
            <a:extLst>
              <a:ext uri="{FF2B5EF4-FFF2-40B4-BE49-F238E27FC236}">
                <a16:creationId xmlns:a16="http://schemas.microsoft.com/office/drawing/2014/main" id="{EC98F643-BF66-FF9C-5322-CC51C0DCCC10}"/>
              </a:ext>
            </a:extLst>
          </p:cNvPr>
          <p:cNvSpPr txBox="1"/>
          <p:nvPr/>
        </p:nvSpPr>
        <p:spPr>
          <a:xfrm>
            <a:off x="3998599" y="13034399"/>
            <a:ext cx="240772" cy="215444"/>
          </a:xfrm>
          <a:prstGeom prst="rect">
            <a:avLst/>
          </a:prstGeom>
          <a:noFill/>
          <a:ln>
            <a:noFill/>
          </a:ln>
        </p:spPr>
        <p:txBody>
          <a:bodyPr wrap="none" rtlCol="0" anchor="ctr">
            <a:spAutoFit/>
          </a:bodyPr>
          <a:lstStyle/>
          <a:p>
            <a:pPr algn="ctr"/>
            <a:r>
              <a:rPr lang="en-GB" sz="800" dirty="0">
                <a:latin typeface="Amasis MT Pro Medium" panose="02040604050005020304" pitchFamily="18" charset="0"/>
              </a:rPr>
              <a:t>0</a:t>
            </a:r>
          </a:p>
        </p:txBody>
      </p:sp>
      <p:sp>
        <p:nvSpPr>
          <p:cNvPr id="2176" name="Tekstfelt 2175">
            <a:extLst>
              <a:ext uri="{FF2B5EF4-FFF2-40B4-BE49-F238E27FC236}">
                <a16:creationId xmlns:a16="http://schemas.microsoft.com/office/drawing/2014/main" id="{8F7236F2-4388-9E4C-4825-1C7DF9E06E15}"/>
              </a:ext>
            </a:extLst>
          </p:cNvPr>
          <p:cNvSpPr txBox="1"/>
          <p:nvPr/>
        </p:nvSpPr>
        <p:spPr>
          <a:xfrm>
            <a:off x="3942495" y="12274265"/>
            <a:ext cx="296876" cy="215444"/>
          </a:xfrm>
          <a:prstGeom prst="rect">
            <a:avLst/>
          </a:prstGeom>
          <a:noFill/>
          <a:ln>
            <a:noFill/>
          </a:ln>
        </p:spPr>
        <p:txBody>
          <a:bodyPr wrap="none" rtlCol="0" anchor="ctr">
            <a:spAutoFit/>
          </a:bodyPr>
          <a:lstStyle/>
          <a:p>
            <a:pPr algn="ctr"/>
            <a:r>
              <a:rPr lang="en-GB" sz="800" dirty="0">
                <a:latin typeface="Amasis MT Pro Medium" panose="02040604050005020304" pitchFamily="18" charset="0"/>
              </a:rPr>
              <a:t>10</a:t>
            </a:r>
          </a:p>
        </p:txBody>
      </p:sp>
      <p:sp>
        <p:nvSpPr>
          <p:cNvPr id="2177" name="Tekstfelt 2176">
            <a:extLst>
              <a:ext uri="{FF2B5EF4-FFF2-40B4-BE49-F238E27FC236}">
                <a16:creationId xmlns:a16="http://schemas.microsoft.com/office/drawing/2014/main" id="{1A40DA4C-9F47-1744-FB2D-78DDC3128742}"/>
              </a:ext>
            </a:extLst>
          </p:cNvPr>
          <p:cNvSpPr txBox="1"/>
          <p:nvPr/>
        </p:nvSpPr>
        <p:spPr>
          <a:xfrm>
            <a:off x="3942495" y="11894199"/>
            <a:ext cx="296876" cy="215444"/>
          </a:xfrm>
          <a:prstGeom prst="rect">
            <a:avLst/>
          </a:prstGeom>
          <a:noFill/>
          <a:ln>
            <a:noFill/>
          </a:ln>
        </p:spPr>
        <p:txBody>
          <a:bodyPr wrap="none" rtlCol="0" anchor="ctr">
            <a:spAutoFit/>
          </a:bodyPr>
          <a:lstStyle/>
          <a:p>
            <a:pPr algn="ctr"/>
            <a:r>
              <a:rPr lang="en-GB" sz="800" dirty="0">
                <a:latin typeface="Amasis MT Pro Medium" panose="02040604050005020304" pitchFamily="18" charset="0"/>
              </a:rPr>
              <a:t>15</a:t>
            </a:r>
          </a:p>
        </p:txBody>
      </p:sp>
      <p:sp>
        <p:nvSpPr>
          <p:cNvPr id="2178" name="Tekstfelt 2177">
            <a:extLst>
              <a:ext uri="{FF2B5EF4-FFF2-40B4-BE49-F238E27FC236}">
                <a16:creationId xmlns:a16="http://schemas.microsoft.com/office/drawing/2014/main" id="{BFFC874C-7F14-7CB9-A45B-D07D53BA1052}"/>
              </a:ext>
            </a:extLst>
          </p:cNvPr>
          <p:cNvSpPr txBox="1"/>
          <p:nvPr/>
        </p:nvSpPr>
        <p:spPr>
          <a:xfrm>
            <a:off x="3942495" y="11514133"/>
            <a:ext cx="296876" cy="215444"/>
          </a:xfrm>
          <a:prstGeom prst="rect">
            <a:avLst/>
          </a:prstGeom>
          <a:noFill/>
          <a:ln>
            <a:noFill/>
          </a:ln>
        </p:spPr>
        <p:txBody>
          <a:bodyPr wrap="none" rtlCol="0" anchor="ctr">
            <a:spAutoFit/>
          </a:bodyPr>
          <a:lstStyle/>
          <a:p>
            <a:pPr algn="ctr"/>
            <a:r>
              <a:rPr lang="en-GB" sz="800" dirty="0">
                <a:latin typeface="Amasis MT Pro Medium" panose="02040604050005020304" pitchFamily="18" charset="0"/>
              </a:rPr>
              <a:t>20</a:t>
            </a:r>
          </a:p>
        </p:txBody>
      </p:sp>
      <p:sp>
        <p:nvSpPr>
          <p:cNvPr id="2787" name="Kombinationstegning: figur 2786">
            <a:extLst>
              <a:ext uri="{FF2B5EF4-FFF2-40B4-BE49-F238E27FC236}">
                <a16:creationId xmlns:a16="http://schemas.microsoft.com/office/drawing/2014/main" id="{4A714D40-9302-1BF9-5DBF-283F3084F1E2}"/>
              </a:ext>
            </a:extLst>
          </p:cNvPr>
          <p:cNvSpPr/>
          <p:nvPr/>
        </p:nvSpPr>
        <p:spPr>
          <a:xfrm>
            <a:off x="-70134" y="6562950"/>
            <a:ext cx="7022856" cy="3511484"/>
          </a:xfrm>
          <a:custGeom>
            <a:avLst/>
            <a:gdLst>
              <a:gd name="connsiteX0" fmla="*/ 0 w 7022856"/>
              <a:gd name="connsiteY0" fmla="*/ 3511485 h 3511484"/>
              <a:gd name="connsiteX1" fmla="*/ 7022857 w 7022856"/>
              <a:gd name="connsiteY1" fmla="*/ 3511485 h 3511484"/>
              <a:gd name="connsiteX2" fmla="*/ 7022857 w 7022856"/>
              <a:gd name="connsiteY2" fmla="*/ 0 h 3511484"/>
              <a:gd name="connsiteX3" fmla="*/ 0 w 7022856"/>
              <a:gd name="connsiteY3" fmla="*/ 0 h 3511484"/>
              <a:gd name="connsiteX4" fmla="*/ 0 w 7022856"/>
              <a:gd name="connsiteY4" fmla="*/ 3511485 h 35114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022856" h="3511484">
                <a:moveTo>
                  <a:pt x="0" y="3511485"/>
                </a:moveTo>
                <a:lnTo>
                  <a:pt x="7022857" y="3511485"/>
                </a:lnTo>
                <a:lnTo>
                  <a:pt x="7022857" y="0"/>
                </a:lnTo>
                <a:lnTo>
                  <a:pt x="0" y="0"/>
                </a:lnTo>
                <a:lnTo>
                  <a:pt x="0" y="3511485"/>
                </a:lnTo>
                <a:close/>
              </a:path>
            </a:pathLst>
          </a:custGeom>
          <a:noFill/>
          <a:ln w="4399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grpSp>
        <p:nvGrpSpPr>
          <p:cNvPr id="2789" name="Grafik 2194">
            <a:extLst>
              <a:ext uri="{FF2B5EF4-FFF2-40B4-BE49-F238E27FC236}">
                <a16:creationId xmlns:a16="http://schemas.microsoft.com/office/drawing/2014/main" id="{E489E25D-88B7-B72D-3EF4-A698FBECF741}"/>
              </a:ext>
            </a:extLst>
          </p:cNvPr>
          <p:cNvGrpSpPr/>
          <p:nvPr/>
        </p:nvGrpSpPr>
        <p:grpSpPr>
          <a:xfrm>
            <a:off x="492040" y="7109585"/>
            <a:ext cx="6540937" cy="3105919"/>
            <a:chOff x="917749" y="7474220"/>
            <a:chExt cx="6540937" cy="3105919"/>
          </a:xfrm>
          <a:noFill/>
        </p:grpSpPr>
        <p:sp>
          <p:nvSpPr>
            <p:cNvPr id="2790" name="Kombinationstegning: figur 2789">
              <a:extLst>
                <a:ext uri="{FF2B5EF4-FFF2-40B4-BE49-F238E27FC236}">
                  <a16:creationId xmlns:a16="http://schemas.microsoft.com/office/drawing/2014/main" id="{F745E950-A35D-A7F7-3D09-5BE5EA949B37}"/>
                </a:ext>
              </a:extLst>
            </p:cNvPr>
            <p:cNvSpPr/>
            <p:nvPr/>
          </p:nvSpPr>
          <p:spPr>
            <a:xfrm>
              <a:off x="4266867" y="7763037"/>
              <a:ext cx="1002384" cy="68071"/>
            </a:xfrm>
            <a:custGeom>
              <a:avLst/>
              <a:gdLst>
                <a:gd name="connsiteX0" fmla="*/ 0 w 1002384"/>
                <a:gd name="connsiteY0" fmla="*/ 0 h 68071"/>
                <a:gd name="connsiteX1" fmla="*/ 1002385 w 1002384"/>
                <a:gd name="connsiteY1" fmla="*/ 68072 h 680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02384" h="68071">
                  <a:moveTo>
                    <a:pt x="0" y="0"/>
                  </a:moveTo>
                  <a:lnTo>
                    <a:pt x="1002385" y="68072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791" name="Kombinationstegning: figur 2790">
              <a:extLst>
                <a:ext uri="{FF2B5EF4-FFF2-40B4-BE49-F238E27FC236}">
                  <a16:creationId xmlns:a16="http://schemas.microsoft.com/office/drawing/2014/main" id="{AD764805-65B8-5DA2-08EF-8708DFCCA09B}"/>
                </a:ext>
              </a:extLst>
            </p:cNvPr>
            <p:cNvSpPr/>
            <p:nvPr/>
          </p:nvSpPr>
          <p:spPr>
            <a:xfrm>
              <a:off x="2729154" y="7763037"/>
              <a:ext cx="1537712" cy="444544"/>
            </a:xfrm>
            <a:custGeom>
              <a:avLst/>
              <a:gdLst>
                <a:gd name="connsiteX0" fmla="*/ 1537713 w 1537712"/>
                <a:gd name="connsiteY0" fmla="*/ 0 h 444544"/>
                <a:gd name="connsiteX1" fmla="*/ 0 w 1537712"/>
                <a:gd name="connsiteY1" fmla="*/ 444544 h 4445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537712" h="444544">
                  <a:moveTo>
                    <a:pt x="1537713" y="0"/>
                  </a:moveTo>
                  <a:lnTo>
                    <a:pt x="0" y="444544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792" name="Kombinationstegning: figur 2791">
              <a:extLst>
                <a:ext uri="{FF2B5EF4-FFF2-40B4-BE49-F238E27FC236}">
                  <a16:creationId xmlns:a16="http://schemas.microsoft.com/office/drawing/2014/main" id="{CDFB1FBE-95E1-D126-90F0-17341111878F}"/>
                </a:ext>
              </a:extLst>
            </p:cNvPr>
            <p:cNvSpPr/>
            <p:nvPr/>
          </p:nvSpPr>
          <p:spPr>
            <a:xfrm>
              <a:off x="4266867" y="7621853"/>
              <a:ext cx="634282" cy="141184"/>
            </a:xfrm>
            <a:custGeom>
              <a:avLst/>
              <a:gdLst>
                <a:gd name="connsiteX0" fmla="*/ 0 w 634282"/>
                <a:gd name="connsiteY0" fmla="*/ 141185 h 141184"/>
                <a:gd name="connsiteX1" fmla="*/ 634283 w 634282"/>
                <a:gd name="connsiteY1" fmla="*/ 0 h 141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34282" h="141184">
                  <a:moveTo>
                    <a:pt x="0" y="141185"/>
                  </a:moveTo>
                  <a:lnTo>
                    <a:pt x="634283" y="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793" name="Kombinationstegning: figur 2792">
              <a:extLst>
                <a:ext uri="{FF2B5EF4-FFF2-40B4-BE49-F238E27FC236}">
                  <a16:creationId xmlns:a16="http://schemas.microsoft.com/office/drawing/2014/main" id="{2BE3535F-DB88-E6D1-03FA-13B65A38AD45}"/>
                </a:ext>
              </a:extLst>
            </p:cNvPr>
            <p:cNvSpPr/>
            <p:nvPr/>
          </p:nvSpPr>
          <p:spPr>
            <a:xfrm>
              <a:off x="3314306" y="7763037"/>
              <a:ext cx="952560" cy="415751"/>
            </a:xfrm>
            <a:custGeom>
              <a:avLst/>
              <a:gdLst>
                <a:gd name="connsiteX0" fmla="*/ 952560 w 952560"/>
                <a:gd name="connsiteY0" fmla="*/ 0 h 415751"/>
                <a:gd name="connsiteX1" fmla="*/ 0 w 952560"/>
                <a:gd name="connsiteY1" fmla="*/ 415751 h 4157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2560" h="415751">
                  <a:moveTo>
                    <a:pt x="952560" y="0"/>
                  </a:moveTo>
                  <a:lnTo>
                    <a:pt x="0" y="415751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794" name="Kombinationstegning: figur 2793">
              <a:extLst>
                <a:ext uri="{FF2B5EF4-FFF2-40B4-BE49-F238E27FC236}">
                  <a16:creationId xmlns:a16="http://schemas.microsoft.com/office/drawing/2014/main" id="{65E212DE-DE94-C077-0DBE-6FC729902367}"/>
                </a:ext>
              </a:extLst>
            </p:cNvPr>
            <p:cNvSpPr/>
            <p:nvPr/>
          </p:nvSpPr>
          <p:spPr>
            <a:xfrm>
              <a:off x="2973375" y="7560542"/>
              <a:ext cx="1293491" cy="202495"/>
            </a:xfrm>
            <a:custGeom>
              <a:avLst/>
              <a:gdLst>
                <a:gd name="connsiteX0" fmla="*/ 1293492 w 1293491"/>
                <a:gd name="connsiteY0" fmla="*/ 202496 h 202495"/>
                <a:gd name="connsiteX1" fmla="*/ 0 w 1293491"/>
                <a:gd name="connsiteY1" fmla="*/ 0 h 202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93491" h="202495">
                  <a:moveTo>
                    <a:pt x="1293492" y="202496"/>
                  </a:moveTo>
                  <a:lnTo>
                    <a:pt x="0" y="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795" name="Kombinationstegning: figur 2794">
              <a:extLst>
                <a:ext uri="{FF2B5EF4-FFF2-40B4-BE49-F238E27FC236}">
                  <a16:creationId xmlns:a16="http://schemas.microsoft.com/office/drawing/2014/main" id="{BA30D4B7-1FD4-B801-2BF5-0E52DF5D605F}"/>
                </a:ext>
              </a:extLst>
            </p:cNvPr>
            <p:cNvSpPr/>
            <p:nvPr/>
          </p:nvSpPr>
          <p:spPr>
            <a:xfrm>
              <a:off x="4266867" y="7763037"/>
              <a:ext cx="1377888" cy="360737"/>
            </a:xfrm>
            <a:custGeom>
              <a:avLst/>
              <a:gdLst>
                <a:gd name="connsiteX0" fmla="*/ 0 w 1377888"/>
                <a:gd name="connsiteY0" fmla="*/ 0 h 360737"/>
                <a:gd name="connsiteX1" fmla="*/ 1377888 w 1377888"/>
                <a:gd name="connsiteY1" fmla="*/ 360738 h 3607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77888" h="360737">
                  <a:moveTo>
                    <a:pt x="0" y="0"/>
                  </a:moveTo>
                  <a:lnTo>
                    <a:pt x="1377888" y="360738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796" name="Kombinationstegning: figur 2795">
              <a:extLst>
                <a:ext uri="{FF2B5EF4-FFF2-40B4-BE49-F238E27FC236}">
                  <a16:creationId xmlns:a16="http://schemas.microsoft.com/office/drawing/2014/main" id="{3BCA8CF6-D93C-35A9-6966-B125E42E7F1D}"/>
                </a:ext>
              </a:extLst>
            </p:cNvPr>
            <p:cNvSpPr/>
            <p:nvPr/>
          </p:nvSpPr>
          <p:spPr>
            <a:xfrm>
              <a:off x="4266867" y="7763037"/>
              <a:ext cx="787693" cy="763552"/>
            </a:xfrm>
            <a:custGeom>
              <a:avLst/>
              <a:gdLst>
                <a:gd name="connsiteX0" fmla="*/ 0 w 787693"/>
                <a:gd name="connsiteY0" fmla="*/ 0 h 763552"/>
                <a:gd name="connsiteX1" fmla="*/ 787694 w 787693"/>
                <a:gd name="connsiteY1" fmla="*/ 763553 h 7635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7693" h="763552">
                  <a:moveTo>
                    <a:pt x="0" y="0"/>
                  </a:moveTo>
                  <a:lnTo>
                    <a:pt x="787694" y="763553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797" name="Kombinationstegning: figur 2796">
              <a:extLst>
                <a:ext uri="{FF2B5EF4-FFF2-40B4-BE49-F238E27FC236}">
                  <a16:creationId xmlns:a16="http://schemas.microsoft.com/office/drawing/2014/main" id="{B76B9BC9-4557-EE73-4B5B-2D9E322BE4D7}"/>
                </a:ext>
              </a:extLst>
            </p:cNvPr>
            <p:cNvSpPr/>
            <p:nvPr/>
          </p:nvSpPr>
          <p:spPr>
            <a:xfrm>
              <a:off x="3447479" y="7601101"/>
              <a:ext cx="819387" cy="161936"/>
            </a:xfrm>
            <a:custGeom>
              <a:avLst/>
              <a:gdLst>
                <a:gd name="connsiteX0" fmla="*/ 819388 w 819387"/>
                <a:gd name="connsiteY0" fmla="*/ 161937 h 161936"/>
                <a:gd name="connsiteX1" fmla="*/ 0 w 819387"/>
                <a:gd name="connsiteY1" fmla="*/ 0 h 1619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19387" h="161936">
                  <a:moveTo>
                    <a:pt x="819388" y="161937"/>
                  </a:moveTo>
                  <a:lnTo>
                    <a:pt x="0" y="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798" name="Kombinationstegning: figur 2797">
              <a:extLst>
                <a:ext uri="{FF2B5EF4-FFF2-40B4-BE49-F238E27FC236}">
                  <a16:creationId xmlns:a16="http://schemas.microsoft.com/office/drawing/2014/main" id="{B0890331-C37F-966B-1903-5C926DAF82EE}"/>
                </a:ext>
              </a:extLst>
            </p:cNvPr>
            <p:cNvSpPr/>
            <p:nvPr/>
          </p:nvSpPr>
          <p:spPr>
            <a:xfrm>
              <a:off x="1890148" y="7763037"/>
              <a:ext cx="2376718" cy="2840"/>
            </a:xfrm>
            <a:custGeom>
              <a:avLst/>
              <a:gdLst>
                <a:gd name="connsiteX0" fmla="*/ 2376719 w 2376718"/>
                <a:gd name="connsiteY0" fmla="*/ 0 h 2840"/>
                <a:gd name="connsiteX1" fmla="*/ 0 w 2376718"/>
                <a:gd name="connsiteY1" fmla="*/ 2841 h 28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376718" h="2840">
                  <a:moveTo>
                    <a:pt x="2376719" y="0"/>
                  </a:moveTo>
                  <a:lnTo>
                    <a:pt x="0" y="2841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799" name="Kombinationstegning: figur 2798">
              <a:extLst>
                <a:ext uri="{FF2B5EF4-FFF2-40B4-BE49-F238E27FC236}">
                  <a16:creationId xmlns:a16="http://schemas.microsoft.com/office/drawing/2014/main" id="{6A30ABFB-F2F0-AF5E-85DE-64BCAB57E065}"/>
                </a:ext>
              </a:extLst>
            </p:cNvPr>
            <p:cNvSpPr/>
            <p:nvPr/>
          </p:nvSpPr>
          <p:spPr>
            <a:xfrm>
              <a:off x="3249101" y="7763037"/>
              <a:ext cx="1017765" cy="586765"/>
            </a:xfrm>
            <a:custGeom>
              <a:avLst/>
              <a:gdLst>
                <a:gd name="connsiteX0" fmla="*/ 1017765 w 1017765"/>
                <a:gd name="connsiteY0" fmla="*/ 0 h 586765"/>
                <a:gd name="connsiteX1" fmla="*/ 0 w 1017765"/>
                <a:gd name="connsiteY1" fmla="*/ 586765 h 5867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17765" h="586765">
                  <a:moveTo>
                    <a:pt x="1017765" y="0"/>
                  </a:moveTo>
                  <a:lnTo>
                    <a:pt x="0" y="586765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00" name="Kombinationstegning: figur 2799">
              <a:extLst>
                <a:ext uri="{FF2B5EF4-FFF2-40B4-BE49-F238E27FC236}">
                  <a16:creationId xmlns:a16="http://schemas.microsoft.com/office/drawing/2014/main" id="{06742947-F166-949C-4968-1BBBD9D011B8}"/>
                </a:ext>
              </a:extLst>
            </p:cNvPr>
            <p:cNvSpPr/>
            <p:nvPr/>
          </p:nvSpPr>
          <p:spPr>
            <a:xfrm>
              <a:off x="4120496" y="7474220"/>
              <a:ext cx="146370" cy="288817"/>
            </a:xfrm>
            <a:custGeom>
              <a:avLst/>
              <a:gdLst>
                <a:gd name="connsiteX0" fmla="*/ 146371 w 146370"/>
                <a:gd name="connsiteY0" fmla="*/ 288817 h 288817"/>
                <a:gd name="connsiteX1" fmla="*/ 0 w 146370"/>
                <a:gd name="connsiteY1" fmla="*/ 0 h 288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6370" h="288817">
                  <a:moveTo>
                    <a:pt x="146371" y="288817"/>
                  </a:moveTo>
                  <a:lnTo>
                    <a:pt x="0" y="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01" name="Kombinationstegning: figur 2800">
              <a:extLst>
                <a:ext uri="{FF2B5EF4-FFF2-40B4-BE49-F238E27FC236}">
                  <a16:creationId xmlns:a16="http://schemas.microsoft.com/office/drawing/2014/main" id="{DAFF635B-CA06-2A0C-8874-7592D234CAE6}"/>
                </a:ext>
              </a:extLst>
            </p:cNvPr>
            <p:cNvSpPr/>
            <p:nvPr/>
          </p:nvSpPr>
          <p:spPr>
            <a:xfrm>
              <a:off x="3662493" y="7763037"/>
              <a:ext cx="604373" cy="568177"/>
            </a:xfrm>
            <a:custGeom>
              <a:avLst/>
              <a:gdLst>
                <a:gd name="connsiteX0" fmla="*/ 604374 w 604373"/>
                <a:gd name="connsiteY0" fmla="*/ 0 h 568177"/>
                <a:gd name="connsiteX1" fmla="*/ 0 w 604373"/>
                <a:gd name="connsiteY1" fmla="*/ 568178 h 568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04373" h="568177">
                  <a:moveTo>
                    <a:pt x="604374" y="0"/>
                  </a:moveTo>
                  <a:lnTo>
                    <a:pt x="0" y="568178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02" name="Kombinationstegning: figur 2801">
              <a:extLst>
                <a:ext uri="{FF2B5EF4-FFF2-40B4-BE49-F238E27FC236}">
                  <a16:creationId xmlns:a16="http://schemas.microsoft.com/office/drawing/2014/main" id="{F8776B80-7DB0-9BC2-1224-A98DE1CEED84}"/>
                </a:ext>
              </a:extLst>
            </p:cNvPr>
            <p:cNvSpPr/>
            <p:nvPr/>
          </p:nvSpPr>
          <p:spPr>
            <a:xfrm>
              <a:off x="4195846" y="7763037"/>
              <a:ext cx="71020" cy="522296"/>
            </a:xfrm>
            <a:custGeom>
              <a:avLst/>
              <a:gdLst>
                <a:gd name="connsiteX0" fmla="*/ 71021 w 71020"/>
                <a:gd name="connsiteY0" fmla="*/ 0 h 522296"/>
                <a:gd name="connsiteX1" fmla="*/ 0 w 71020"/>
                <a:gd name="connsiteY1" fmla="*/ 522297 h 5222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1020" h="522296">
                  <a:moveTo>
                    <a:pt x="71021" y="0"/>
                  </a:moveTo>
                  <a:lnTo>
                    <a:pt x="0" y="522297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03" name="Kombinationstegning: figur 2802">
              <a:extLst>
                <a:ext uri="{FF2B5EF4-FFF2-40B4-BE49-F238E27FC236}">
                  <a16:creationId xmlns:a16="http://schemas.microsoft.com/office/drawing/2014/main" id="{EA265E0C-2611-B880-24E3-0F5E2ED24903}"/>
                </a:ext>
              </a:extLst>
            </p:cNvPr>
            <p:cNvSpPr/>
            <p:nvPr/>
          </p:nvSpPr>
          <p:spPr>
            <a:xfrm>
              <a:off x="4043678" y="7763037"/>
              <a:ext cx="223188" cy="224655"/>
            </a:xfrm>
            <a:custGeom>
              <a:avLst/>
              <a:gdLst>
                <a:gd name="connsiteX0" fmla="*/ 223189 w 223188"/>
                <a:gd name="connsiteY0" fmla="*/ 0 h 224655"/>
                <a:gd name="connsiteX1" fmla="*/ 0 w 223188"/>
                <a:gd name="connsiteY1" fmla="*/ 224656 h 2246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23188" h="224655">
                  <a:moveTo>
                    <a:pt x="223189" y="0"/>
                  </a:moveTo>
                  <a:lnTo>
                    <a:pt x="0" y="224656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04" name="Kombinationstegning: figur 2803">
              <a:extLst>
                <a:ext uri="{FF2B5EF4-FFF2-40B4-BE49-F238E27FC236}">
                  <a16:creationId xmlns:a16="http://schemas.microsoft.com/office/drawing/2014/main" id="{086B63D8-23C8-7506-8E35-311066F614FF}"/>
                </a:ext>
              </a:extLst>
            </p:cNvPr>
            <p:cNvSpPr/>
            <p:nvPr/>
          </p:nvSpPr>
          <p:spPr>
            <a:xfrm>
              <a:off x="2592293" y="7687681"/>
              <a:ext cx="1674573" cy="75356"/>
            </a:xfrm>
            <a:custGeom>
              <a:avLst/>
              <a:gdLst>
                <a:gd name="connsiteX0" fmla="*/ 1674573 w 1674573"/>
                <a:gd name="connsiteY0" fmla="*/ 75357 h 75356"/>
                <a:gd name="connsiteX1" fmla="*/ 0 w 1674573"/>
                <a:gd name="connsiteY1" fmla="*/ 0 h 75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674573" h="75356">
                  <a:moveTo>
                    <a:pt x="1674573" y="75357"/>
                  </a:moveTo>
                  <a:lnTo>
                    <a:pt x="0" y="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05" name="Kombinationstegning: figur 2804">
              <a:extLst>
                <a:ext uri="{FF2B5EF4-FFF2-40B4-BE49-F238E27FC236}">
                  <a16:creationId xmlns:a16="http://schemas.microsoft.com/office/drawing/2014/main" id="{913922A0-A02A-278A-EB5E-E85B68DB3FB3}"/>
                </a:ext>
              </a:extLst>
            </p:cNvPr>
            <p:cNvSpPr/>
            <p:nvPr/>
          </p:nvSpPr>
          <p:spPr>
            <a:xfrm>
              <a:off x="3662493" y="7831109"/>
              <a:ext cx="1606758" cy="500106"/>
            </a:xfrm>
            <a:custGeom>
              <a:avLst/>
              <a:gdLst>
                <a:gd name="connsiteX0" fmla="*/ 1606759 w 1606758"/>
                <a:gd name="connsiteY0" fmla="*/ 0 h 500106"/>
                <a:gd name="connsiteX1" fmla="*/ 0 w 1606758"/>
                <a:gd name="connsiteY1" fmla="*/ 500106 h 5001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606758" h="500106">
                  <a:moveTo>
                    <a:pt x="1606759" y="0"/>
                  </a:moveTo>
                  <a:lnTo>
                    <a:pt x="0" y="500106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06" name="Kombinationstegning: figur 2805">
              <a:extLst>
                <a:ext uri="{FF2B5EF4-FFF2-40B4-BE49-F238E27FC236}">
                  <a16:creationId xmlns:a16="http://schemas.microsoft.com/office/drawing/2014/main" id="{8665B285-093D-B959-B089-7111B70F53BF}"/>
                </a:ext>
              </a:extLst>
            </p:cNvPr>
            <p:cNvSpPr/>
            <p:nvPr/>
          </p:nvSpPr>
          <p:spPr>
            <a:xfrm>
              <a:off x="4043678" y="7831109"/>
              <a:ext cx="1225573" cy="156584"/>
            </a:xfrm>
            <a:custGeom>
              <a:avLst/>
              <a:gdLst>
                <a:gd name="connsiteX0" fmla="*/ 1225574 w 1225573"/>
                <a:gd name="connsiteY0" fmla="*/ 0 h 156584"/>
                <a:gd name="connsiteX1" fmla="*/ 0 w 1225573"/>
                <a:gd name="connsiteY1" fmla="*/ 156584 h 156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25573" h="156584">
                  <a:moveTo>
                    <a:pt x="1225574" y="0"/>
                  </a:moveTo>
                  <a:lnTo>
                    <a:pt x="0" y="156584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07" name="Kombinationstegning: figur 2806">
              <a:extLst>
                <a:ext uri="{FF2B5EF4-FFF2-40B4-BE49-F238E27FC236}">
                  <a16:creationId xmlns:a16="http://schemas.microsoft.com/office/drawing/2014/main" id="{FFB3975D-02D8-7FF3-2908-A4D0B0875A22}"/>
                </a:ext>
              </a:extLst>
            </p:cNvPr>
            <p:cNvSpPr/>
            <p:nvPr/>
          </p:nvSpPr>
          <p:spPr>
            <a:xfrm>
              <a:off x="4120496" y="7474220"/>
              <a:ext cx="1148755" cy="356888"/>
            </a:xfrm>
            <a:custGeom>
              <a:avLst/>
              <a:gdLst>
                <a:gd name="connsiteX0" fmla="*/ 1148755 w 1148755"/>
                <a:gd name="connsiteY0" fmla="*/ 356889 h 356888"/>
                <a:gd name="connsiteX1" fmla="*/ 0 w 1148755"/>
                <a:gd name="connsiteY1" fmla="*/ 0 h 356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48755" h="356888">
                  <a:moveTo>
                    <a:pt x="1148755" y="356889"/>
                  </a:moveTo>
                  <a:lnTo>
                    <a:pt x="0" y="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08" name="Kombinationstegning: figur 2807">
              <a:extLst>
                <a:ext uri="{FF2B5EF4-FFF2-40B4-BE49-F238E27FC236}">
                  <a16:creationId xmlns:a16="http://schemas.microsoft.com/office/drawing/2014/main" id="{B1CA5311-2854-587B-BA0F-62B1CE5C91D2}"/>
                </a:ext>
              </a:extLst>
            </p:cNvPr>
            <p:cNvSpPr/>
            <p:nvPr/>
          </p:nvSpPr>
          <p:spPr>
            <a:xfrm>
              <a:off x="4901149" y="7621853"/>
              <a:ext cx="368102" cy="209256"/>
            </a:xfrm>
            <a:custGeom>
              <a:avLst/>
              <a:gdLst>
                <a:gd name="connsiteX0" fmla="*/ 368102 w 368102"/>
                <a:gd name="connsiteY0" fmla="*/ 209256 h 209256"/>
                <a:gd name="connsiteX1" fmla="*/ 0 w 368102"/>
                <a:gd name="connsiteY1" fmla="*/ 0 h 2092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68102" h="209256">
                  <a:moveTo>
                    <a:pt x="368102" y="209256"/>
                  </a:moveTo>
                  <a:lnTo>
                    <a:pt x="0" y="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09" name="Kombinationstegning: figur 2808">
              <a:extLst>
                <a:ext uri="{FF2B5EF4-FFF2-40B4-BE49-F238E27FC236}">
                  <a16:creationId xmlns:a16="http://schemas.microsoft.com/office/drawing/2014/main" id="{C170B2F1-588B-ED12-8CBB-9B5CFC33EB24}"/>
                </a:ext>
              </a:extLst>
            </p:cNvPr>
            <p:cNvSpPr/>
            <p:nvPr/>
          </p:nvSpPr>
          <p:spPr>
            <a:xfrm>
              <a:off x="2973375" y="7560542"/>
              <a:ext cx="2295876" cy="270567"/>
            </a:xfrm>
            <a:custGeom>
              <a:avLst/>
              <a:gdLst>
                <a:gd name="connsiteX0" fmla="*/ 2295877 w 2295876"/>
                <a:gd name="connsiteY0" fmla="*/ 270567 h 270567"/>
                <a:gd name="connsiteX1" fmla="*/ 0 w 2295876"/>
                <a:gd name="connsiteY1" fmla="*/ 0 h 2705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295876" h="270567">
                  <a:moveTo>
                    <a:pt x="2295877" y="270567"/>
                  </a:moveTo>
                  <a:lnTo>
                    <a:pt x="0" y="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10" name="Kombinationstegning: figur 2809">
              <a:extLst>
                <a:ext uri="{FF2B5EF4-FFF2-40B4-BE49-F238E27FC236}">
                  <a16:creationId xmlns:a16="http://schemas.microsoft.com/office/drawing/2014/main" id="{51FE5B2E-959D-DFE0-505F-C6C65E8EFE31}"/>
                </a:ext>
              </a:extLst>
            </p:cNvPr>
            <p:cNvSpPr/>
            <p:nvPr/>
          </p:nvSpPr>
          <p:spPr>
            <a:xfrm>
              <a:off x="3447479" y="7601101"/>
              <a:ext cx="1821772" cy="230008"/>
            </a:xfrm>
            <a:custGeom>
              <a:avLst/>
              <a:gdLst>
                <a:gd name="connsiteX0" fmla="*/ 1821773 w 1821772"/>
                <a:gd name="connsiteY0" fmla="*/ 230008 h 230008"/>
                <a:gd name="connsiteX1" fmla="*/ 0 w 1821772"/>
                <a:gd name="connsiteY1" fmla="*/ 0 h 2300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21772" h="230008">
                  <a:moveTo>
                    <a:pt x="1821773" y="230008"/>
                  </a:moveTo>
                  <a:lnTo>
                    <a:pt x="0" y="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11" name="Kombinationstegning: figur 2810">
              <a:extLst>
                <a:ext uri="{FF2B5EF4-FFF2-40B4-BE49-F238E27FC236}">
                  <a16:creationId xmlns:a16="http://schemas.microsoft.com/office/drawing/2014/main" id="{560E3E95-F64A-DB9C-6427-9239DCA32532}"/>
                </a:ext>
              </a:extLst>
            </p:cNvPr>
            <p:cNvSpPr/>
            <p:nvPr/>
          </p:nvSpPr>
          <p:spPr>
            <a:xfrm>
              <a:off x="3249101" y="7831109"/>
              <a:ext cx="2020150" cy="518693"/>
            </a:xfrm>
            <a:custGeom>
              <a:avLst/>
              <a:gdLst>
                <a:gd name="connsiteX0" fmla="*/ 2020150 w 2020150"/>
                <a:gd name="connsiteY0" fmla="*/ 0 h 518693"/>
                <a:gd name="connsiteX1" fmla="*/ 0 w 2020150"/>
                <a:gd name="connsiteY1" fmla="*/ 518694 h 518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020150" h="518693">
                  <a:moveTo>
                    <a:pt x="2020150" y="0"/>
                  </a:moveTo>
                  <a:lnTo>
                    <a:pt x="0" y="518694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12" name="Kombinationstegning: figur 2811">
              <a:extLst>
                <a:ext uri="{FF2B5EF4-FFF2-40B4-BE49-F238E27FC236}">
                  <a16:creationId xmlns:a16="http://schemas.microsoft.com/office/drawing/2014/main" id="{D9D86A60-1649-169E-AF9C-6B2CF66E2A02}"/>
                </a:ext>
              </a:extLst>
            </p:cNvPr>
            <p:cNvSpPr/>
            <p:nvPr/>
          </p:nvSpPr>
          <p:spPr>
            <a:xfrm>
              <a:off x="4195846" y="7831109"/>
              <a:ext cx="1073405" cy="454225"/>
            </a:xfrm>
            <a:custGeom>
              <a:avLst/>
              <a:gdLst>
                <a:gd name="connsiteX0" fmla="*/ 1073406 w 1073405"/>
                <a:gd name="connsiteY0" fmla="*/ 0 h 454225"/>
                <a:gd name="connsiteX1" fmla="*/ 0 w 1073405"/>
                <a:gd name="connsiteY1" fmla="*/ 454225 h 454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73405" h="454225">
                  <a:moveTo>
                    <a:pt x="1073406" y="0"/>
                  </a:moveTo>
                  <a:lnTo>
                    <a:pt x="0" y="454225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13" name="Kombinationstegning: figur 2812">
              <a:extLst>
                <a:ext uri="{FF2B5EF4-FFF2-40B4-BE49-F238E27FC236}">
                  <a16:creationId xmlns:a16="http://schemas.microsoft.com/office/drawing/2014/main" id="{FE598AC0-91AD-09C6-C636-ADF2AF75EB7D}"/>
                </a:ext>
              </a:extLst>
            </p:cNvPr>
            <p:cNvSpPr/>
            <p:nvPr/>
          </p:nvSpPr>
          <p:spPr>
            <a:xfrm>
              <a:off x="2592293" y="7687681"/>
              <a:ext cx="2676957" cy="143428"/>
            </a:xfrm>
            <a:custGeom>
              <a:avLst/>
              <a:gdLst>
                <a:gd name="connsiteX0" fmla="*/ 2676958 w 2676957"/>
                <a:gd name="connsiteY0" fmla="*/ 143428 h 143428"/>
                <a:gd name="connsiteX1" fmla="*/ 0 w 2676957"/>
                <a:gd name="connsiteY1" fmla="*/ 0 h 1434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676957" h="143428">
                  <a:moveTo>
                    <a:pt x="2676958" y="143428"/>
                  </a:moveTo>
                  <a:lnTo>
                    <a:pt x="0" y="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14" name="Kombinationstegning: figur 2813">
              <a:extLst>
                <a:ext uri="{FF2B5EF4-FFF2-40B4-BE49-F238E27FC236}">
                  <a16:creationId xmlns:a16="http://schemas.microsoft.com/office/drawing/2014/main" id="{16E181F1-B9B0-30E9-29B4-C0E8F2BB525E}"/>
                </a:ext>
              </a:extLst>
            </p:cNvPr>
            <p:cNvSpPr/>
            <p:nvPr/>
          </p:nvSpPr>
          <p:spPr>
            <a:xfrm>
              <a:off x="2729154" y="8207582"/>
              <a:ext cx="933338" cy="123633"/>
            </a:xfrm>
            <a:custGeom>
              <a:avLst/>
              <a:gdLst>
                <a:gd name="connsiteX0" fmla="*/ 0 w 933338"/>
                <a:gd name="connsiteY0" fmla="*/ 0 h 123633"/>
                <a:gd name="connsiteX1" fmla="*/ 933339 w 933338"/>
                <a:gd name="connsiteY1" fmla="*/ 123634 h 1236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33338" h="123633">
                  <a:moveTo>
                    <a:pt x="0" y="0"/>
                  </a:moveTo>
                  <a:lnTo>
                    <a:pt x="933339" y="123634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15" name="Kombinationstegning: figur 2814">
              <a:extLst>
                <a:ext uri="{FF2B5EF4-FFF2-40B4-BE49-F238E27FC236}">
                  <a16:creationId xmlns:a16="http://schemas.microsoft.com/office/drawing/2014/main" id="{B691F906-C777-FF19-2390-27736F2311F5}"/>
                </a:ext>
              </a:extLst>
            </p:cNvPr>
            <p:cNvSpPr/>
            <p:nvPr/>
          </p:nvSpPr>
          <p:spPr>
            <a:xfrm>
              <a:off x="2729154" y="7987693"/>
              <a:ext cx="1314524" cy="219888"/>
            </a:xfrm>
            <a:custGeom>
              <a:avLst/>
              <a:gdLst>
                <a:gd name="connsiteX0" fmla="*/ 0 w 1314524"/>
                <a:gd name="connsiteY0" fmla="*/ 219888 h 219888"/>
                <a:gd name="connsiteX1" fmla="*/ 1314524 w 1314524"/>
                <a:gd name="connsiteY1" fmla="*/ 0 h 219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14524" h="219888">
                  <a:moveTo>
                    <a:pt x="0" y="219888"/>
                  </a:moveTo>
                  <a:lnTo>
                    <a:pt x="1314524" y="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16" name="Kombinationstegning: figur 2815">
              <a:extLst>
                <a:ext uri="{FF2B5EF4-FFF2-40B4-BE49-F238E27FC236}">
                  <a16:creationId xmlns:a16="http://schemas.microsoft.com/office/drawing/2014/main" id="{9C1135A4-7AF1-6EAF-7537-DE8D550E70DB}"/>
                </a:ext>
              </a:extLst>
            </p:cNvPr>
            <p:cNvSpPr/>
            <p:nvPr/>
          </p:nvSpPr>
          <p:spPr>
            <a:xfrm>
              <a:off x="2592293" y="7687681"/>
              <a:ext cx="136860" cy="519900"/>
            </a:xfrm>
            <a:custGeom>
              <a:avLst/>
              <a:gdLst>
                <a:gd name="connsiteX0" fmla="*/ 136860 w 136860"/>
                <a:gd name="connsiteY0" fmla="*/ 519901 h 519900"/>
                <a:gd name="connsiteX1" fmla="*/ 0 w 136860"/>
                <a:gd name="connsiteY1" fmla="*/ 0 h 519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6860" h="519900">
                  <a:moveTo>
                    <a:pt x="136860" y="519901"/>
                  </a:moveTo>
                  <a:lnTo>
                    <a:pt x="0" y="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17" name="Kombinationstegning: figur 2816">
              <a:extLst>
                <a:ext uri="{FF2B5EF4-FFF2-40B4-BE49-F238E27FC236}">
                  <a16:creationId xmlns:a16="http://schemas.microsoft.com/office/drawing/2014/main" id="{78604A82-3AAE-0B59-DD76-EC33622CA469}"/>
                </a:ext>
              </a:extLst>
            </p:cNvPr>
            <p:cNvSpPr/>
            <p:nvPr/>
          </p:nvSpPr>
          <p:spPr>
            <a:xfrm>
              <a:off x="2729154" y="8207582"/>
              <a:ext cx="1466692" cy="77752"/>
            </a:xfrm>
            <a:custGeom>
              <a:avLst/>
              <a:gdLst>
                <a:gd name="connsiteX0" fmla="*/ 0 w 1466692"/>
                <a:gd name="connsiteY0" fmla="*/ 0 h 77752"/>
                <a:gd name="connsiteX1" fmla="*/ 1466692 w 1466692"/>
                <a:gd name="connsiteY1" fmla="*/ 77753 h 77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66692" h="77752">
                  <a:moveTo>
                    <a:pt x="0" y="0"/>
                  </a:moveTo>
                  <a:lnTo>
                    <a:pt x="1466692" y="77753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18" name="Kombinationstegning: figur 2817">
              <a:extLst>
                <a:ext uri="{FF2B5EF4-FFF2-40B4-BE49-F238E27FC236}">
                  <a16:creationId xmlns:a16="http://schemas.microsoft.com/office/drawing/2014/main" id="{B0000CC3-E986-A2ED-128B-C4A77E8ECF8F}"/>
                </a:ext>
              </a:extLst>
            </p:cNvPr>
            <p:cNvSpPr/>
            <p:nvPr/>
          </p:nvSpPr>
          <p:spPr>
            <a:xfrm>
              <a:off x="2729154" y="7601101"/>
              <a:ext cx="718324" cy="606481"/>
            </a:xfrm>
            <a:custGeom>
              <a:avLst/>
              <a:gdLst>
                <a:gd name="connsiteX0" fmla="*/ 0 w 718324"/>
                <a:gd name="connsiteY0" fmla="*/ 606481 h 606481"/>
                <a:gd name="connsiteX1" fmla="*/ 718325 w 718324"/>
                <a:gd name="connsiteY1" fmla="*/ 0 h 606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18324" h="606481">
                  <a:moveTo>
                    <a:pt x="0" y="606481"/>
                  </a:moveTo>
                  <a:lnTo>
                    <a:pt x="718325" y="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19" name="Kombinationstegning: figur 2818">
              <a:extLst>
                <a:ext uri="{FF2B5EF4-FFF2-40B4-BE49-F238E27FC236}">
                  <a16:creationId xmlns:a16="http://schemas.microsoft.com/office/drawing/2014/main" id="{E06FFD02-B7D3-F3E5-1567-5439B432C294}"/>
                </a:ext>
              </a:extLst>
            </p:cNvPr>
            <p:cNvSpPr/>
            <p:nvPr/>
          </p:nvSpPr>
          <p:spPr>
            <a:xfrm>
              <a:off x="2729154" y="8207582"/>
              <a:ext cx="519947" cy="142221"/>
            </a:xfrm>
            <a:custGeom>
              <a:avLst/>
              <a:gdLst>
                <a:gd name="connsiteX0" fmla="*/ 0 w 519947"/>
                <a:gd name="connsiteY0" fmla="*/ 0 h 142221"/>
                <a:gd name="connsiteX1" fmla="*/ 519947 w 519947"/>
                <a:gd name="connsiteY1" fmla="*/ 142221 h 142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19947" h="142221">
                  <a:moveTo>
                    <a:pt x="0" y="0"/>
                  </a:moveTo>
                  <a:lnTo>
                    <a:pt x="519947" y="142221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20" name="Kombinationstegning: figur 2819">
              <a:extLst>
                <a:ext uri="{FF2B5EF4-FFF2-40B4-BE49-F238E27FC236}">
                  <a16:creationId xmlns:a16="http://schemas.microsoft.com/office/drawing/2014/main" id="{87DCCEF0-DA7E-06B4-083B-3FEB35A0C58E}"/>
                </a:ext>
              </a:extLst>
            </p:cNvPr>
            <p:cNvSpPr/>
            <p:nvPr/>
          </p:nvSpPr>
          <p:spPr>
            <a:xfrm>
              <a:off x="2729154" y="7560542"/>
              <a:ext cx="244221" cy="647039"/>
            </a:xfrm>
            <a:custGeom>
              <a:avLst/>
              <a:gdLst>
                <a:gd name="connsiteX0" fmla="*/ 0 w 244221"/>
                <a:gd name="connsiteY0" fmla="*/ 647040 h 647039"/>
                <a:gd name="connsiteX1" fmla="*/ 244221 w 244221"/>
                <a:gd name="connsiteY1" fmla="*/ 0 h 6470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44221" h="647039">
                  <a:moveTo>
                    <a:pt x="0" y="647040"/>
                  </a:moveTo>
                  <a:lnTo>
                    <a:pt x="244221" y="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21" name="Kombinationstegning: figur 2820">
              <a:extLst>
                <a:ext uri="{FF2B5EF4-FFF2-40B4-BE49-F238E27FC236}">
                  <a16:creationId xmlns:a16="http://schemas.microsoft.com/office/drawing/2014/main" id="{DA8D7CD0-FE54-1262-4A80-6E39136E2780}"/>
                </a:ext>
              </a:extLst>
            </p:cNvPr>
            <p:cNvSpPr/>
            <p:nvPr/>
          </p:nvSpPr>
          <p:spPr>
            <a:xfrm>
              <a:off x="2279020" y="8207582"/>
              <a:ext cx="450133" cy="556832"/>
            </a:xfrm>
            <a:custGeom>
              <a:avLst/>
              <a:gdLst>
                <a:gd name="connsiteX0" fmla="*/ 450133 w 450133"/>
                <a:gd name="connsiteY0" fmla="*/ 0 h 556832"/>
                <a:gd name="connsiteX1" fmla="*/ 0 w 450133"/>
                <a:gd name="connsiteY1" fmla="*/ 556832 h 5568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50133" h="556832">
                  <a:moveTo>
                    <a:pt x="450133" y="0"/>
                  </a:moveTo>
                  <a:lnTo>
                    <a:pt x="0" y="556832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22" name="Kombinationstegning: figur 2821">
              <a:extLst>
                <a:ext uri="{FF2B5EF4-FFF2-40B4-BE49-F238E27FC236}">
                  <a16:creationId xmlns:a16="http://schemas.microsoft.com/office/drawing/2014/main" id="{EA26F2E7-FA72-9265-3F96-589B7CDD5103}"/>
                </a:ext>
              </a:extLst>
            </p:cNvPr>
            <p:cNvSpPr/>
            <p:nvPr/>
          </p:nvSpPr>
          <p:spPr>
            <a:xfrm>
              <a:off x="2729154" y="8207582"/>
              <a:ext cx="365639" cy="563812"/>
            </a:xfrm>
            <a:custGeom>
              <a:avLst/>
              <a:gdLst>
                <a:gd name="connsiteX0" fmla="*/ 0 w 365639"/>
                <a:gd name="connsiteY0" fmla="*/ 0 h 563812"/>
                <a:gd name="connsiteX1" fmla="*/ 365640 w 365639"/>
                <a:gd name="connsiteY1" fmla="*/ 563813 h 563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65639" h="563812">
                  <a:moveTo>
                    <a:pt x="0" y="0"/>
                  </a:moveTo>
                  <a:lnTo>
                    <a:pt x="365640" y="563813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23" name="Kombinationstegning: figur 2822">
              <a:extLst>
                <a:ext uri="{FF2B5EF4-FFF2-40B4-BE49-F238E27FC236}">
                  <a16:creationId xmlns:a16="http://schemas.microsoft.com/office/drawing/2014/main" id="{6B865977-E293-2851-CA08-DA7FC32591BF}"/>
                </a:ext>
              </a:extLst>
            </p:cNvPr>
            <p:cNvSpPr/>
            <p:nvPr/>
          </p:nvSpPr>
          <p:spPr>
            <a:xfrm>
              <a:off x="1516608" y="8207582"/>
              <a:ext cx="1212546" cy="205062"/>
            </a:xfrm>
            <a:custGeom>
              <a:avLst/>
              <a:gdLst>
                <a:gd name="connsiteX0" fmla="*/ 1212546 w 1212546"/>
                <a:gd name="connsiteY0" fmla="*/ 0 h 205062"/>
                <a:gd name="connsiteX1" fmla="*/ 0 w 1212546"/>
                <a:gd name="connsiteY1" fmla="*/ 205062 h 2050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12546" h="205062">
                  <a:moveTo>
                    <a:pt x="1212546" y="0"/>
                  </a:moveTo>
                  <a:lnTo>
                    <a:pt x="0" y="205062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24" name="Kombinationstegning: figur 2823">
              <a:extLst>
                <a:ext uri="{FF2B5EF4-FFF2-40B4-BE49-F238E27FC236}">
                  <a16:creationId xmlns:a16="http://schemas.microsoft.com/office/drawing/2014/main" id="{49802C56-C8E2-06C0-6E3C-A9F9FE1994EA}"/>
                </a:ext>
              </a:extLst>
            </p:cNvPr>
            <p:cNvSpPr/>
            <p:nvPr/>
          </p:nvSpPr>
          <p:spPr>
            <a:xfrm>
              <a:off x="2729154" y="8207582"/>
              <a:ext cx="1395585" cy="452664"/>
            </a:xfrm>
            <a:custGeom>
              <a:avLst/>
              <a:gdLst>
                <a:gd name="connsiteX0" fmla="*/ 0 w 1395585"/>
                <a:gd name="connsiteY0" fmla="*/ 0 h 452664"/>
                <a:gd name="connsiteX1" fmla="*/ 1395586 w 1395585"/>
                <a:gd name="connsiteY1" fmla="*/ 452664 h 4526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95585" h="452664">
                  <a:moveTo>
                    <a:pt x="0" y="0"/>
                  </a:moveTo>
                  <a:lnTo>
                    <a:pt x="1395586" y="452664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25" name="Kombinationstegning: figur 2824">
              <a:extLst>
                <a:ext uri="{FF2B5EF4-FFF2-40B4-BE49-F238E27FC236}">
                  <a16:creationId xmlns:a16="http://schemas.microsoft.com/office/drawing/2014/main" id="{161D65B1-7B76-D6A7-4407-6A1625FE5049}"/>
                </a:ext>
              </a:extLst>
            </p:cNvPr>
            <p:cNvSpPr/>
            <p:nvPr/>
          </p:nvSpPr>
          <p:spPr>
            <a:xfrm>
              <a:off x="2729154" y="8178789"/>
              <a:ext cx="585152" cy="28792"/>
            </a:xfrm>
            <a:custGeom>
              <a:avLst/>
              <a:gdLst>
                <a:gd name="connsiteX0" fmla="*/ 0 w 585152"/>
                <a:gd name="connsiteY0" fmla="*/ 28793 h 28792"/>
                <a:gd name="connsiteX1" fmla="*/ 585153 w 585152"/>
                <a:gd name="connsiteY1" fmla="*/ 0 h 287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85152" h="28792">
                  <a:moveTo>
                    <a:pt x="0" y="28793"/>
                  </a:moveTo>
                  <a:lnTo>
                    <a:pt x="585153" y="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26" name="Kombinationstegning: figur 2825">
              <a:extLst>
                <a:ext uri="{FF2B5EF4-FFF2-40B4-BE49-F238E27FC236}">
                  <a16:creationId xmlns:a16="http://schemas.microsoft.com/office/drawing/2014/main" id="{C4ECE171-F380-0790-6F0B-D9B98E129C32}"/>
                </a:ext>
              </a:extLst>
            </p:cNvPr>
            <p:cNvSpPr/>
            <p:nvPr/>
          </p:nvSpPr>
          <p:spPr>
            <a:xfrm>
              <a:off x="2729154" y="8123775"/>
              <a:ext cx="2915601" cy="83806"/>
            </a:xfrm>
            <a:custGeom>
              <a:avLst/>
              <a:gdLst>
                <a:gd name="connsiteX0" fmla="*/ 0 w 2915601"/>
                <a:gd name="connsiteY0" fmla="*/ 83806 h 83806"/>
                <a:gd name="connsiteX1" fmla="*/ 2915601 w 2915601"/>
                <a:gd name="connsiteY1" fmla="*/ 0 h 83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915601" h="83806">
                  <a:moveTo>
                    <a:pt x="0" y="83806"/>
                  </a:moveTo>
                  <a:lnTo>
                    <a:pt x="2915601" y="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27" name="Kombinationstegning: figur 2826">
              <a:extLst>
                <a:ext uri="{FF2B5EF4-FFF2-40B4-BE49-F238E27FC236}">
                  <a16:creationId xmlns:a16="http://schemas.microsoft.com/office/drawing/2014/main" id="{45C6AF29-33A0-C126-DADF-C3F0072E0556}"/>
                </a:ext>
              </a:extLst>
            </p:cNvPr>
            <p:cNvSpPr/>
            <p:nvPr/>
          </p:nvSpPr>
          <p:spPr>
            <a:xfrm>
              <a:off x="2729154" y="8207582"/>
              <a:ext cx="2325406" cy="319008"/>
            </a:xfrm>
            <a:custGeom>
              <a:avLst/>
              <a:gdLst>
                <a:gd name="connsiteX0" fmla="*/ 0 w 2325406"/>
                <a:gd name="connsiteY0" fmla="*/ 0 h 319008"/>
                <a:gd name="connsiteX1" fmla="*/ 2325407 w 2325406"/>
                <a:gd name="connsiteY1" fmla="*/ 319009 h 3190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325406" h="319008">
                  <a:moveTo>
                    <a:pt x="0" y="0"/>
                  </a:moveTo>
                  <a:lnTo>
                    <a:pt x="2325407" y="319009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28" name="Kombinationstegning: figur 2827">
              <a:extLst>
                <a:ext uri="{FF2B5EF4-FFF2-40B4-BE49-F238E27FC236}">
                  <a16:creationId xmlns:a16="http://schemas.microsoft.com/office/drawing/2014/main" id="{4FFC3241-AE74-A54E-3150-19EF930295BE}"/>
                </a:ext>
              </a:extLst>
            </p:cNvPr>
            <p:cNvSpPr/>
            <p:nvPr/>
          </p:nvSpPr>
          <p:spPr>
            <a:xfrm>
              <a:off x="1890148" y="7765878"/>
              <a:ext cx="839005" cy="441703"/>
            </a:xfrm>
            <a:custGeom>
              <a:avLst/>
              <a:gdLst>
                <a:gd name="connsiteX0" fmla="*/ 839006 w 839005"/>
                <a:gd name="connsiteY0" fmla="*/ 441703 h 441703"/>
                <a:gd name="connsiteX1" fmla="*/ 0 w 839005"/>
                <a:gd name="connsiteY1" fmla="*/ 0 h 441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39005" h="441703">
                  <a:moveTo>
                    <a:pt x="839006" y="441703"/>
                  </a:moveTo>
                  <a:lnTo>
                    <a:pt x="0" y="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29" name="Kombinationstegning: figur 2828">
              <a:extLst>
                <a:ext uri="{FF2B5EF4-FFF2-40B4-BE49-F238E27FC236}">
                  <a16:creationId xmlns:a16="http://schemas.microsoft.com/office/drawing/2014/main" id="{E7601DD1-234D-5A6D-C1BC-8A13FEBE2CC0}"/>
                </a:ext>
              </a:extLst>
            </p:cNvPr>
            <p:cNvSpPr/>
            <p:nvPr/>
          </p:nvSpPr>
          <p:spPr>
            <a:xfrm>
              <a:off x="2325150" y="8207582"/>
              <a:ext cx="404003" cy="237720"/>
            </a:xfrm>
            <a:custGeom>
              <a:avLst/>
              <a:gdLst>
                <a:gd name="connsiteX0" fmla="*/ 404003 w 404003"/>
                <a:gd name="connsiteY0" fmla="*/ 0 h 237720"/>
                <a:gd name="connsiteX1" fmla="*/ 0 w 404003"/>
                <a:gd name="connsiteY1" fmla="*/ 237720 h 2377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04003" h="237720">
                  <a:moveTo>
                    <a:pt x="404003" y="0"/>
                  </a:moveTo>
                  <a:lnTo>
                    <a:pt x="0" y="23772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30" name="Kombinationstegning: figur 2829">
              <a:extLst>
                <a:ext uri="{FF2B5EF4-FFF2-40B4-BE49-F238E27FC236}">
                  <a16:creationId xmlns:a16="http://schemas.microsoft.com/office/drawing/2014/main" id="{E9E1D05D-3843-1D60-0EB3-C72DF7204CB4}"/>
                </a:ext>
              </a:extLst>
            </p:cNvPr>
            <p:cNvSpPr/>
            <p:nvPr/>
          </p:nvSpPr>
          <p:spPr>
            <a:xfrm>
              <a:off x="2729154" y="8207582"/>
              <a:ext cx="893993" cy="827222"/>
            </a:xfrm>
            <a:custGeom>
              <a:avLst/>
              <a:gdLst>
                <a:gd name="connsiteX0" fmla="*/ 0 w 893993"/>
                <a:gd name="connsiteY0" fmla="*/ 0 h 827222"/>
                <a:gd name="connsiteX1" fmla="*/ 893994 w 893993"/>
                <a:gd name="connsiteY1" fmla="*/ 827223 h 8272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93993" h="827222">
                  <a:moveTo>
                    <a:pt x="0" y="0"/>
                  </a:moveTo>
                  <a:lnTo>
                    <a:pt x="893994" y="827223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31" name="Kombinationstegning: figur 2830">
              <a:extLst>
                <a:ext uri="{FF2B5EF4-FFF2-40B4-BE49-F238E27FC236}">
                  <a16:creationId xmlns:a16="http://schemas.microsoft.com/office/drawing/2014/main" id="{EE101948-0EBD-12B8-00E0-E1FBB0313C8A}"/>
                </a:ext>
              </a:extLst>
            </p:cNvPr>
            <p:cNvSpPr/>
            <p:nvPr/>
          </p:nvSpPr>
          <p:spPr>
            <a:xfrm>
              <a:off x="1857503" y="8207582"/>
              <a:ext cx="871651" cy="469191"/>
            </a:xfrm>
            <a:custGeom>
              <a:avLst/>
              <a:gdLst>
                <a:gd name="connsiteX0" fmla="*/ 871651 w 871651"/>
                <a:gd name="connsiteY0" fmla="*/ 0 h 469191"/>
                <a:gd name="connsiteX1" fmla="*/ 0 w 871651"/>
                <a:gd name="connsiteY1" fmla="*/ 469192 h 469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71651" h="469191">
                  <a:moveTo>
                    <a:pt x="871651" y="0"/>
                  </a:moveTo>
                  <a:lnTo>
                    <a:pt x="0" y="469192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32" name="Kombinationstegning: figur 2831">
              <a:extLst>
                <a:ext uri="{FF2B5EF4-FFF2-40B4-BE49-F238E27FC236}">
                  <a16:creationId xmlns:a16="http://schemas.microsoft.com/office/drawing/2014/main" id="{FE787BFE-DCC0-7CEA-3CDE-A6DB6A79E387}"/>
                </a:ext>
              </a:extLst>
            </p:cNvPr>
            <p:cNvSpPr/>
            <p:nvPr/>
          </p:nvSpPr>
          <p:spPr>
            <a:xfrm>
              <a:off x="3662493" y="7621853"/>
              <a:ext cx="1238656" cy="709362"/>
            </a:xfrm>
            <a:custGeom>
              <a:avLst/>
              <a:gdLst>
                <a:gd name="connsiteX0" fmla="*/ 1238657 w 1238656"/>
                <a:gd name="connsiteY0" fmla="*/ 0 h 709362"/>
                <a:gd name="connsiteX1" fmla="*/ 0 w 1238656"/>
                <a:gd name="connsiteY1" fmla="*/ 709363 h 7093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38656" h="709362">
                  <a:moveTo>
                    <a:pt x="1238657" y="0"/>
                  </a:moveTo>
                  <a:lnTo>
                    <a:pt x="0" y="709363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33" name="Kombinationstegning: figur 2832">
              <a:extLst>
                <a:ext uri="{FF2B5EF4-FFF2-40B4-BE49-F238E27FC236}">
                  <a16:creationId xmlns:a16="http://schemas.microsoft.com/office/drawing/2014/main" id="{F6996B92-7CCD-2835-9904-44DE21A99616}"/>
                </a:ext>
              </a:extLst>
            </p:cNvPr>
            <p:cNvSpPr/>
            <p:nvPr/>
          </p:nvSpPr>
          <p:spPr>
            <a:xfrm>
              <a:off x="4043678" y="7621853"/>
              <a:ext cx="857471" cy="365840"/>
            </a:xfrm>
            <a:custGeom>
              <a:avLst/>
              <a:gdLst>
                <a:gd name="connsiteX0" fmla="*/ 857471 w 857471"/>
                <a:gd name="connsiteY0" fmla="*/ 0 h 365840"/>
                <a:gd name="connsiteX1" fmla="*/ 0 w 857471"/>
                <a:gd name="connsiteY1" fmla="*/ 365841 h 3658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57471" h="365840">
                  <a:moveTo>
                    <a:pt x="857471" y="0"/>
                  </a:moveTo>
                  <a:lnTo>
                    <a:pt x="0" y="365841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34" name="Kombinationstegning: figur 2833">
              <a:extLst>
                <a:ext uri="{FF2B5EF4-FFF2-40B4-BE49-F238E27FC236}">
                  <a16:creationId xmlns:a16="http://schemas.microsoft.com/office/drawing/2014/main" id="{8209D3BA-3A2F-B674-1C32-1F82E59B3C72}"/>
                </a:ext>
              </a:extLst>
            </p:cNvPr>
            <p:cNvSpPr/>
            <p:nvPr/>
          </p:nvSpPr>
          <p:spPr>
            <a:xfrm>
              <a:off x="4120496" y="7474220"/>
              <a:ext cx="780653" cy="147632"/>
            </a:xfrm>
            <a:custGeom>
              <a:avLst/>
              <a:gdLst>
                <a:gd name="connsiteX0" fmla="*/ 780653 w 780653"/>
                <a:gd name="connsiteY0" fmla="*/ 147632 h 147632"/>
                <a:gd name="connsiteX1" fmla="*/ 0 w 780653"/>
                <a:gd name="connsiteY1" fmla="*/ 0 h 1476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0653" h="147632">
                  <a:moveTo>
                    <a:pt x="780653" y="147632"/>
                  </a:moveTo>
                  <a:lnTo>
                    <a:pt x="0" y="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35" name="Kombinationstegning: figur 2834">
              <a:extLst>
                <a:ext uri="{FF2B5EF4-FFF2-40B4-BE49-F238E27FC236}">
                  <a16:creationId xmlns:a16="http://schemas.microsoft.com/office/drawing/2014/main" id="{0AE4DAEF-38B9-7F46-F80D-01B8E153A805}"/>
                </a:ext>
              </a:extLst>
            </p:cNvPr>
            <p:cNvSpPr/>
            <p:nvPr/>
          </p:nvSpPr>
          <p:spPr>
            <a:xfrm>
              <a:off x="2592293" y="7621853"/>
              <a:ext cx="2308855" cy="65828"/>
            </a:xfrm>
            <a:custGeom>
              <a:avLst/>
              <a:gdLst>
                <a:gd name="connsiteX0" fmla="*/ 2308856 w 2308855"/>
                <a:gd name="connsiteY0" fmla="*/ 0 h 65828"/>
                <a:gd name="connsiteX1" fmla="*/ 0 w 2308855"/>
                <a:gd name="connsiteY1" fmla="*/ 65828 h 658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308855" h="65828">
                  <a:moveTo>
                    <a:pt x="2308856" y="0"/>
                  </a:moveTo>
                  <a:lnTo>
                    <a:pt x="0" y="65828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36" name="Kombinationstegning: figur 2835">
              <a:extLst>
                <a:ext uri="{FF2B5EF4-FFF2-40B4-BE49-F238E27FC236}">
                  <a16:creationId xmlns:a16="http://schemas.microsoft.com/office/drawing/2014/main" id="{2490CC7C-169B-7B7D-4205-0122D6F180A2}"/>
                </a:ext>
              </a:extLst>
            </p:cNvPr>
            <p:cNvSpPr/>
            <p:nvPr/>
          </p:nvSpPr>
          <p:spPr>
            <a:xfrm>
              <a:off x="2973375" y="7560542"/>
              <a:ext cx="1927774" cy="61310"/>
            </a:xfrm>
            <a:custGeom>
              <a:avLst/>
              <a:gdLst>
                <a:gd name="connsiteX0" fmla="*/ 1927774 w 1927774"/>
                <a:gd name="connsiteY0" fmla="*/ 61311 h 61310"/>
                <a:gd name="connsiteX1" fmla="*/ 0 w 1927774"/>
                <a:gd name="connsiteY1" fmla="*/ 0 h 613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927774" h="61310">
                  <a:moveTo>
                    <a:pt x="1927774" y="61311"/>
                  </a:moveTo>
                  <a:lnTo>
                    <a:pt x="0" y="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37" name="Kombinationstegning: figur 2836">
              <a:extLst>
                <a:ext uri="{FF2B5EF4-FFF2-40B4-BE49-F238E27FC236}">
                  <a16:creationId xmlns:a16="http://schemas.microsoft.com/office/drawing/2014/main" id="{6A1CD3F5-733A-690B-A955-207705F99E87}"/>
                </a:ext>
              </a:extLst>
            </p:cNvPr>
            <p:cNvSpPr/>
            <p:nvPr/>
          </p:nvSpPr>
          <p:spPr>
            <a:xfrm>
              <a:off x="3447479" y="7601101"/>
              <a:ext cx="1453670" cy="20751"/>
            </a:xfrm>
            <a:custGeom>
              <a:avLst/>
              <a:gdLst>
                <a:gd name="connsiteX0" fmla="*/ 1453670 w 1453670"/>
                <a:gd name="connsiteY0" fmla="*/ 20752 h 20751"/>
                <a:gd name="connsiteX1" fmla="*/ 0 w 1453670"/>
                <a:gd name="connsiteY1" fmla="*/ 0 h 207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53670" h="20751">
                  <a:moveTo>
                    <a:pt x="1453670" y="20752"/>
                  </a:moveTo>
                  <a:lnTo>
                    <a:pt x="0" y="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38" name="Kombinationstegning: figur 2837">
              <a:extLst>
                <a:ext uri="{FF2B5EF4-FFF2-40B4-BE49-F238E27FC236}">
                  <a16:creationId xmlns:a16="http://schemas.microsoft.com/office/drawing/2014/main" id="{B0886E70-A430-D092-6CA4-84A06C93DF51}"/>
                </a:ext>
              </a:extLst>
            </p:cNvPr>
            <p:cNvSpPr/>
            <p:nvPr/>
          </p:nvSpPr>
          <p:spPr>
            <a:xfrm>
              <a:off x="3249101" y="7621853"/>
              <a:ext cx="1652047" cy="727950"/>
            </a:xfrm>
            <a:custGeom>
              <a:avLst/>
              <a:gdLst>
                <a:gd name="connsiteX0" fmla="*/ 1652048 w 1652047"/>
                <a:gd name="connsiteY0" fmla="*/ 0 h 727950"/>
                <a:gd name="connsiteX1" fmla="*/ 0 w 1652047"/>
                <a:gd name="connsiteY1" fmla="*/ 727950 h 7279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652047" h="727950">
                  <a:moveTo>
                    <a:pt x="1652048" y="0"/>
                  </a:moveTo>
                  <a:lnTo>
                    <a:pt x="0" y="72795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39" name="Kombinationstegning: figur 2838">
              <a:extLst>
                <a:ext uri="{FF2B5EF4-FFF2-40B4-BE49-F238E27FC236}">
                  <a16:creationId xmlns:a16="http://schemas.microsoft.com/office/drawing/2014/main" id="{DBC5EF73-560B-CDD8-F16C-04ADDD51E59E}"/>
                </a:ext>
              </a:extLst>
            </p:cNvPr>
            <p:cNvSpPr/>
            <p:nvPr/>
          </p:nvSpPr>
          <p:spPr>
            <a:xfrm>
              <a:off x="4195846" y="7621853"/>
              <a:ext cx="705303" cy="663481"/>
            </a:xfrm>
            <a:custGeom>
              <a:avLst/>
              <a:gdLst>
                <a:gd name="connsiteX0" fmla="*/ 705303 w 705303"/>
                <a:gd name="connsiteY0" fmla="*/ 0 h 663481"/>
                <a:gd name="connsiteX1" fmla="*/ 0 w 705303"/>
                <a:gd name="connsiteY1" fmla="*/ 663482 h 663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05303" h="663481">
                  <a:moveTo>
                    <a:pt x="705303" y="0"/>
                  </a:moveTo>
                  <a:lnTo>
                    <a:pt x="0" y="663482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40" name="Kombinationstegning: figur 2839">
              <a:extLst>
                <a:ext uri="{FF2B5EF4-FFF2-40B4-BE49-F238E27FC236}">
                  <a16:creationId xmlns:a16="http://schemas.microsoft.com/office/drawing/2014/main" id="{B3669867-FBDE-1C93-82A7-E7B5E40AE701}"/>
                </a:ext>
              </a:extLst>
            </p:cNvPr>
            <p:cNvSpPr/>
            <p:nvPr/>
          </p:nvSpPr>
          <p:spPr>
            <a:xfrm>
              <a:off x="3314306" y="8178789"/>
              <a:ext cx="348186" cy="152426"/>
            </a:xfrm>
            <a:custGeom>
              <a:avLst/>
              <a:gdLst>
                <a:gd name="connsiteX0" fmla="*/ 0 w 348186"/>
                <a:gd name="connsiteY0" fmla="*/ 0 h 152426"/>
                <a:gd name="connsiteX1" fmla="*/ 348186 w 348186"/>
                <a:gd name="connsiteY1" fmla="*/ 152427 h 152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48186" h="152426">
                  <a:moveTo>
                    <a:pt x="0" y="0"/>
                  </a:moveTo>
                  <a:lnTo>
                    <a:pt x="348186" y="152427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41" name="Kombinationstegning: figur 2840">
              <a:extLst>
                <a:ext uri="{FF2B5EF4-FFF2-40B4-BE49-F238E27FC236}">
                  <a16:creationId xmlns:a16="http://schemas.microsoft.com/office/drawing/2014/main" id="{7F9CEF5B-1E2F-EA41-FB3E-EE0C6A27851E}"/>
                </a:ext>
              </a:extLst>
            </p:cNvPr>
            <p:cNvSpPr/>
            <p:nvPr/>
          </p:nvSpPr>
          <p:spPr>
            <a:xfrm>
              <a:off x="3314306" y="7987693"/>
              <a:ext cx="729371" cy="191095"/>
            </a:xfrm>
            <a:custGeom>
              <a:avLst/>
              <a:gdLst>
                <a:gd name="connsiteX0" fmla="*/ 0 w 729371"/>
                <a:gd name="connsiteY0" fmla="*/ 191095 h 191095"/>
                <a:gd name="connsiteX1" fmla="*/ 729371 w 729371"/>
                <a:gd name="connsiteY1" fmla="*/ 0 h 1910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29371" h="191095">
                  <a:moveTo>
                    <a:pt x="0" y="191095"/>
                  </a:moveTo>
                  <a:lnTo>
                    <a:pt x="729371" y="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42" name="Kombinationstegning: figur 2841">
              <a:extLst>
                <a:ext uri="{FF2B5EF4-FFF2-40B4-BE49-F238E27FC236}">
                  <a16:creationId xmlns:a16="http://schemas.microsoft.com/office/drawing/2014/main" id="{00BA82F8-BE5D-2444-34EF-1023DE7A8BD4}"/>
                </a:ext>
              </a:extLst>
            </p:cNvPr>
            <p:cNvSpPr/>
            <p:nvPr/>
          </p:nvSpPr>
          <p:spPr>
            <a:xfrm>
              <a:off x="2592293" y="7687681"/>
              <a:ext cx="722013" cy="491107"/>
            </a:xfrm>
            <a:custGeom>
              <a:avLst/>
              <a:gdLst>
                <a:gd name="connsiteX0" fmla="*/ 722013 w 722013"/>
                <a:gd name="connsiteY0" fmla="*/ 491108 h 491107"/>
                <a:gd name="connsiteX1" fmla="*/ 0 w 722013"/>
                <a:gd name="connsiteY1" fmla="*/ 0 h 491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22013" h="491107">
                  <a:moveTo>
                    <a:pt x="722013" y="491108"/>
                  </a:moveTo>
                  <a:lnTo>
                    <a:pt x="0" y="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43" name="Kombinationstegning: figur 2842">
              <a:extLst>
                <a:ext uri="{FF2B5EF4-FFF2-40B4-BE49-F238E27FC236}">
                  <a16:creationId xmlns:a16="http://schemas.microsoft.com/office/drawing/2014/main" id="{F0D5EE45-ECB2-80FF-E80F-F0A8E2FE4763}"/>
                </a:ext>
              </a:extLst>
            </p:cNvPr>
            <p:cNvSpPr/>
            <p:nvPr/>
          </p:nvSpPr>
          <p:spPr>
            <a:xfrm>
              <a:off x="3314306" y="8178789"/>
              <a:ext cx="881539" cy="106545"/>
            </a:xfrm>
            <a:custGeom>
              <a:avLst/>
              <a:gdLst>
                <a:gd name="connsiteX0" fmla="*/ 0 w 881539"/>
                <a:gd name="connsiteY0" fmla="*/ 0 h 106545"/>
                <a:gd name="connsiteX1" fmla="*/ 881539 w 881539"/>
                <a:gd name="connsiteY1" fmla="*/ 106546 h 106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81539" h="106545">
                  <a:moveTo>
                    <a:pt x="0" y="0"/>
                  </a:moveTo>
                  <a:lnTo>
                    <a:pt x="881539" y="106546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44" name="Kombinationstegning: figur 2843">
              <a:extLst>
                <a:ext uri="{FF2B5EF4-FFF2-40B4-BE49-F238E27FC236}">
                  <a16:creationId xmlns:a16="http://schemas.microsoft.com/office/drawing/2014/main" id="{9E01FBDF-E0E9-3B01-A1A4-46E88F3CC984}"/>
                </a:ext>
              </a:extLst>
            </p:cNvPr>
            <p:cNvSpPr/>
            <p:nvPr/>
          </p:nvSpPr>
          <p:spPr>
            <a:xfrm>
              <a:off x="3314306" y="7601101"/>
              <a:ext cx="133172" cy="577688"/>
            </a:xfrm>
            <a:custGeom>
              <a:avLst/>
              <a:gdLst>
                <a:gd name="connsiteX0" fmla="*/ 0 w 133172"/>
                <a:gd name="connsiteY0" fmla="*/ 577688 h 577688"/>
                <a:gd name="connsiteX1" fmla="*/ 133172 w 133172"/>
                <a:gd name="connsiteY1" fmla="*/ 0 h 5776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3172" h="577688">
                  <a:moveTo>
                    <a:pt x="0" y="577688"/>
                  </a:moveTo>
                  <a:lnTo>
                    <a:pt x="133172" y="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45" name="Kombinationstegning: figur 2844">
              <a:extLst>
                <a:ext uri="{FF2B5EF4-FFF2-40B4-BE49-F238E27FC236}">
                  <a16:creationId xmlns:a16="http://schemas.microsoft.com/office/drawing/2014/main" id="{C3254DC9-7F18-767E-BF80-347CBE539F5B}"/>
                </a:ext>
              </a:extLst>
            </p:cNvPr>
            <p:cNvSpPr/>
            <p:nvPr/>
          </p:nvSpPr>
          <p:spPr>
            <a:xfrm>
              <a:off x="3249101" y="8178789"/>
              <a:ext cx="65205" cy="171014"/>
            </a:xfrm>
            <a:custGeom>
              <a:avLst/>
              <a:gdLst>
                <a:gd name="connsiteX0" fmla="*/ 65205 w 65205"/>
                <a:gd name="connsiteY0" fmla="*/ 0 h 171014"/>
                <a:gd name="connsiteX1" fmla="*/ 0 w 65205"/>
                <a:gd name="connsiteY1" fmla="*/ 171014 h 171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5205" h="171014">
                  <a:moveTo>
                    <a:pt x="65205" y="0"/>
                  </a:moveTo>
                  <a:lnTo>
                    <a:pt x="0" y="171014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46" name="Kombinationstegning: figur 2845">
              <a:extLst>
                <a:ext uri="{FF2B5EF4-FFF2-40B4-BE49-F238E27FC236}">
                  <a16:creationId xmlns:a16="http://schemas.microsoft.com/office/drawing/2014/main" id="{416CF084-A15E-2A5D-4367-E4DA352943A9}"/>
                </a:ext>
              </a:extLst>
            </p:cNvPr>
            <p:cNvSpPr/>
            <p:nvPr/>
          </p:nvSpPr>
          <p:spPr>
            <a:xfrm>
              <a:off x="2973375" y="7560542"/>
              <a:ext cx="340931" cy="618246"/>
            </a:xfrm>
            <a:custGeom>
              <a:avLst/>
              <a:gdLst>
                <a:gd name="connsiteX0" fmla="*/ 340932 w 340931"/>
                <a:gd name="connsiteY0" fmla="*/ 618247 h 618246"/>
                <a:gd name="connsiteX1" fmla="*/ 0 w 340931"/>
                <a:gd name="connsiteY1" fmla="*/ 0 h 6182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40931" h="618246">
                  <a:moveTo>
                    <a:pt x="340932" y="618247"/>
                  </a:moveTo>
                  <a:lnTo>
                    <a:pt x="0" y="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47" name="Kombinationstegning: figur 2846">
              <a:extLst>
                <a:ext uri="{FF2B5EF4-FFF2-40B4-BE49-F238E27FC236}">
                  <a16:creationId xmlns:a16="http://schemas.microsoft.com/office/drawing/2014/main" id="{9C449B21-AC82-967C-C83D-5C82578839E1}"/>
                </a:ext>
              </a:extLst>
            </p:cNvPr>
            <p:cNvSpPr/>
            <p:nvPr/>
          </p:nvSpPr>
          <p:spPr>
            <a:xfrm>
              <a:off x="2279020" y="8178789"/>
              <a:ext cx="1035286" cy="585625"/>
            </a:xfrm>
            <a:custGeom>
              <a:avLst/>
              <a:gdLst>
                <a:gd name="connsiteX0" fmla="*/ 1035286 w 1035286"/>
                <a:gd name="connsiteY0" fmla="*/ 0 h 585625"/>
                <a:gd name="connsiteX1" fmla="*/ 0 w 1035286"/>
                <a:gd name="connsiteY1" fmla="*/ 585625 h 585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35286" h="585625">
                  <a:moveTo>
                    <a:pt x="1035286" y="0"/>
                  </a:moveTo>
                  <a:lnTo>
                    <a:pt x="0" y="585625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48" name="Kombinationstegning: figur 2847">
              <a:extLst>
                <a:ext uri="{FF2B5EF4-FFF2-40B4-BE49-F238E27FC236}">
                  <a16:creationId xmlns:a16="http://schemas.microsoft.com/office/drawing/2014/main" id="{EB2E4526-0A60-488E-10FD-49FAE92CA4E3}"/>
                </a:ext>
              </a:extLst>
            </p:cNvPr>
            <p:cNvSpPr/>
            <p:nvPr/>
          </p:nvSpPr>
          <p:spPr>
            <a:xfrm>
              <a:off x="3094793" y="8178789"/>
              <a:ext cx="219513" cy="592605"/>
            </a:xfrm>
            <a:custGeom>
              <a:avLst/>
              <a:gdLst>
                <a:gd name="connsiteX0" fmla="*/ 219513 w 219513"/>
                <a:gd name="connsiteY0" fmla="*/ 0 h 592605"/>
                <a:gd name="connsiteX1" fmla="*/ 0 w 219513"/>
                <a:gd name="connsiteY1" fmla="*/ 592606 h 5926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19513" h="592605">
                  <a:moveTo>
                    <a:pt x="219513" y="0"/>
                  </a:moveTo>
                  <a:lnTo>
                    <a:pt x="0" y="592606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49" name="Kombinationstegning: figur 2848">
              <a:extLst>
                <a:ext uri="{FF2B5EF4-FFF2-40B4-BE49-F238E27FC236}">
                  <a16:creationId xmlns:a16="http://schemas.microsoft.com/office/drawing/2014/main" id="{C2118B4B-97D7-3F37-910F-7C73C8FE2396}"/>
                </a:ext>
              </a:extLst>
            </p:cNvPr>
            <p:cNvSpPr/>
            <p:nvPr/>
          </p:nvSpPr>
          <p:spPr>
            <a:xfrm>
              <a:off x="1516608" y="8178789"/>
              <a:ext cx="1797698" cy="233855"/>
            </a:xfrm>
            <a:custGeom>
              <a:avLst/>
              <a:gdLst>
                <a:gd name="connsiteX0" fmla="*/ 1797699 w 1797698"/>
                <a:gd name="connsiteY0" fmla="*/ 0 h 233855"/>
                <a:gd name="connsiteX1" fmla="*/ 0 w 1797698"/>
                <a:gd name="connsiteY1" fmla="*/ 233855 h 2338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797698" h="233855">
                  <a:moveTo>
                    <a:pt x="1797699" y="0"/>
                  </a:moveTo>
                  <a:lnTo>
                    <a:pt x="0" y="233855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50" name="Kombinationstegning: figur 2849">
              <a:extLst>
                <a:ext uri="{FF2B5EF4-FFF2-40B4-BE49-F238E27FC236}">
                  <a16:creationId xmlns:a16="http://schemas.microsoft.com/office/drawing/2014/main" id="{76DE52BF-0CDC-3FBD-A06D-E9EDCA9C402A}"/>
                </a:ext>
              </a:extLst>
            </p:cNvPr>
            <p:cNvSpPr/>
            <p:nvPr/>
          </p:nvSpPr>
          <p:spPr>
            <a:xfrm>
              <a:off x="3314306" y="8178789"/>
              <a:ext cx="810432" cy="481457"/>
            </a:xfrm>
            <a:custGeom>
              <a:avLst/>
              <a:gdLst>
                <a:gd name="connsiteX0" fmla="*/ 0 w 810432"/>
                <a:gd name="connsiteY0" fmla="*/ 0 h 481457"/>
                <a:gd name="connsiteX1" fmla="*/ 810433 w 810432"/>
                <a:gd name="connsiteY1" fmla="*/ 481457 h 4814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10432" h="481457">
                  <a:moveTo>
                    <a:pt x="0" y="0"/>
                  </a:moveTo>
                  <a:lnTo>
                    <a:pt x="810433" y="481457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51" name="Kombinationstegning: figur 2850">
              <a:extLst>
                <a:ext uri="{FF2B5EF4-FFF2-40B4-BE49-F238E27FC236}">
                  <a16:creationId xmlns:a16="http://schemas.microsoft.com/office/drawing/2014/main" id="{B26067CA-1491-FFD7-E2FF-9AB42DE5A717}"/>
                </a:ext>
              </a:extLst>
            </p:cNvPr>
            <p:cNvSpPr/>
            <p:nvPr/>
          </p:nvSpPr>
          <p:spPr>
            <a:xfrm>
              <a:off x="3314306" y="8123775"/>
              <a:ext cx="2330448" cy="55013"/>
            </a:xfrm>
            <a:custGeom>
              <a:avLst/>
              <a:gdLst>
                <a:gd name="connsiteX0" fmla="*/ 0 w 2330448"/>
                <a:gd name="connsiteY0" fmla="*/ 55013 h 55013"/>
                <a:gd name="connsiteX1" fmla="*/ 2330448 w 2330448"/>
                <a:gd name="connsiteY1" fmla="*/ 0 h 55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330448" h="55013">
                  <a:moveTo>
                    <a:pt x="0" y="55013"/>
                  </a:moveTo>
                  <a:lnTo>
                    <a:pt x="2330448" y="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52" name="Kombinationstegning: figur 2851">
              <a:extLst>
                <a:ext uri="{FF2B5EF4-FFF2-40B4-BE49-F238E27FC236}">
                  <a16:creationId xmlns:a16="http://schemas.microsoft.com/office/drawing/2014/main" id="{480D91B7-52F1-AEFE-BF40-475519A90182}"/>
                </a:ext>
              </a:extLst>
            </p:cNvPr>
            <p:cNvSpPr/>
            <p:nvPr/>
          </p:nvSpPr>
          <p:spPr>
            <a:xfrm>
              <a:off x="3314306" y="8178789"/>
              <a:ext cx="1740254" cy="347801"/>
            </a:xfrm>
            <a:custGeom>
              <a:avLst/>
              <a:gdLst>
                <a:gd name="connsiteX0" fmla="*/ 0 w 1740254"/>
                <a:gd name="connsiteY0" fmla="*/ 0 h 347801"/>
                <a:gd name="connsiteX1" fmla="*/ 1740254 w 1740254"/>
                <a:gd name="connsiteY1" fmla="*/ 347802 h 3478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740254" h="347801">
                  <a:moveTo>
                    <a:pt x="0" y="0"/>
                  </a:moveTo>
                  <a:lnTo>
                    <a:pt x="1740254" y="347802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53" name="Kombinationstegning: figur 2852">
              <a:extLst>
                <a:ext uri="{FF2B5EF4-FFF2-40B4-BE49-F238E27FC236}">
                  <a16:creationId xmlns:a16="http://schemas.microsoft.com/office/drawing/2014/main" id="{9A00905C-FC89-A528-BAB5-940A426A85DB}"/>
                </a:ext>
              </a:extLst>
            </p:cNvPr>
            <p:cNvSpPr/>
            <p:nvPr/>
          </p:nvSpPr>
          <p:spPr>
            <a:xfrm>
              <a:off x="1890148" y="7765878"/>
              <a:ext cx="1424158" cy="412910"/>
            </a:xfrm>
            <a:custGeom>
              <a:avLst/>
              <a:gdLst>
                <a:gd name="connsiteX0" fmla="*/ 1424159 w 1424158"/>
                <a:gd name="connsiteY0" fmla="*/ 412910 h 412910"/>
                <a:gd name="connsiteX1" fmla="*/ 0 w 1424158"/>
                <a:gd name="connsiteY1" fmla="*/ 0 h 4129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24158" h="412910">
                  <a:moveTo>
                    <a:pt x="1424159" y="412910"/>
                  </a:moveTo>
                  <a:lnTo>
                    <a:pt x="0" y="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54" name="Kombinationstegning: figur 2853">
              <a:extLst>
                <a:ext uri="{FF2B5EF4-FFF2-40B4-BE49-F238E27FC236}">
                  <a16:creationId xmlns:a16="http://schemas.microsoft.com/office/drawing/2014/main" id="{6B5AFCA8-D640-FA95-3C13-0F57A566EFCC}"/>
                </a:ext>
              </a:extLst>
            </p:cNvPr>
            <p:cNvSpPr/>
            <p:nvPr/>
          </p:nvSpPr>
          <p:spPr>
            <a:xfrm>
              <a:off x="2325150" y="8178789"/>
              <a:ext cx="989156" cy="266513"/>
            </a:xfrm>
            <a:custGeom>
              <a:avLst/>
              <a:gdLst>
                <a:gd name="connsiteX0" fmla="*/ 989156 w 989156"/>
                <a:gd name="connsiteY0" fmla="*/ 0 h 266513"/>
                <a:gd name="connsiteX1" fmla="*/ 0 w 989156"/>
                <a:gd name="connsiteY1" fmla="*/ 266513 h 2665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89156" h="266513">
                  <a:moveTo>
                    <a:pt x="989156" y="0"/>
                  </a:moveTo>
                  <a:lnTo>
                    <a:pt x="0" y="266513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55" name="Kombinationstegning: figur 2854">
              <a:extLst>
                <a:ext uri="{FF2B5EF4-FFF2-40B4-BE49-F238E27FC236}">
                  <a16:creationId xmlns:a16="http://schemas.microsoft.com/office/drawing/2014/main" id="{4CF06551-C0DE-7C17-BBC6-462DFC0E81CE}"/>
                </a:ext>
              </a:extLst>
            </p:cNvPr>
            <p:cNvSpPr/>
            <p:nvPr/>
          </p:nvSpPr>
          <p:spPr>
            <a:xfrm>
              <a:off x="3314306" y="8178789"/>
              <a:ext cx="308841" cy="856015"/>
            </a:xfrm>
            <a:custGeom>
              <a:avLst/>
              <a:gdLst>
                <a:gd name="connsiteX0" fmla="*/ 0 w 308841"/>
                <a:gd name="connsiteY0" fmla="*/ 0 h 856015"/>
                <a:gd name="connsiteX1" fmla="*/ 308841 w 308841"/>
                <a:gd name="connsiteY1" fmla="*/ 856016 h 856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08841" h="856015">
                  <a:moveTo>
                    <a:pt x="0" y="0"/>
                  </a:moveTo>
                  <a:lnTo>
                    <a:pt x="308841" y="856016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56" name="Kombinationstegning: figur 2855">
              <a:extLst>
                <a:ext uri="{FF2B5EF4-FFF2-40B4-BE49-F238E27FC236}">
                  <a16:creationId xmlns:a16="http://schemas.microsoft.com/office/drawing/2014/main" id="{802DDC90-80FE-CEF9-9F80-D073FEB8D3B2}"/>
                </a:ext>
              </a:extLst>
            </p:cNvPr>
            <p:cNvSpPr/>
            <p:nvPr/>
          </p:nvSpPr>
          <p:spPr>
            <a:xfrm>
              <a:off x="2973375" y="7560542"/>
              <a:ext cx="689117" cy="770673"/>
            </a:xfrm>
            <a:custGeom>
              <a:avLst/>
              <a:gdLst>
                <a:gd name="connsiteX0" fmla="*/ 0 w 689117"/>
                <a:gd name="connsiteY0" fmla="*/ 0 h 770673"/>
                <a:gd name="connsiteX1" fmla="*/ 689118 w 689117"/>
                <a:gd name="connsiteY1" fmla="*/ 770673 h 770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89117" h="770673">
                  <a:moveTo>
                    <a:pt x="0" y="0"/>
                  </a:moveTo>
                  <a:lnTo>
                    <a:pt x="689118" y="770673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57" name="Kombinationstegning: figur 2856">
              <a:extLst>
                <a:ext uri="{FF2B5EF4-FFF2-40B4-BE49-F238E27FC236}">
                  <a16:creationId xmlns:a16="http://schemas.microsoft.com/office/drawing/2014/main" id="{7FAC67BE-C27F-6D20-07D8-3BA25A949A75}"/>
                </a:ext>
              </a:extLst>
            </p:cNvPr>
            <p:cNvSpPr/>
            <p:nvPr/>
          </p:nvSpPr>
          <p:spPr>
            <a:xfrm>
              <a:off x="2973375" y="7560542"/>
              <a:ext cx="1070302" cy="427151"/>
            </a:xfrm>
            <a:custGeom>
              <a:avLst/>
              <a:gdLst>
                <a:gd name="connsiteX0" fmla="*/ 0 w 1070302"/>
                <a:gd name="connsiteY0" fmla="*/ 0 h 427151"/>
                <a:gd name="connsiteX1" fmla="*/ 1070303 w 1070302"/>
                <a:gd name="connsiteY1" fmla="*/ 427151 h 427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70302" h="427151">
                  <a:moveTo>
                    <a:pt x="0" y="0"/>
                  </a:moveTo>
                  <a:lnTo>
                    <a:pt x="1070303" y="427151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58" name="Kombinationstegning: figur 2857">
              <a:extLst>
                <a:ext uri="{FF2B5EF4-FFF2-40B4-BE49-F238E27FC236}">
                  <a16:creationId xmlns:a16="http://schemas.microsoft.com/office/drawing/2014/main" id="{2115E9CB-A83E-5744-F453-3A309166E5A2}"/>
                </a:ext>
              </a:extLst>
            </p:cNvPr>
            <p:cNvSpPr/>
            <p:nvPr/>
          </p:nvSpPr>
          <p:spPr>
            <a:xfrm>
              <a:off x="2973375" y="7474220"/>
              <a:ext cx="1147121" cy="86321"/>
            </a:xfrm>
            <a:custGeom>
              <a:avLst/>
              <a:gdLst>
                <a:gd name="connsiteX0" fmla="*/ 0 w 1147121"/>
                <a:gd name="connsiteY0" fmla="*/ 86322 h 86321"/>
                <a:gd name="connsiteX1" fmla="*/ 1147121 w 1147121"/>
                <a:gd name="connsiteY1" fmla="*/ 0 h 863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47121" h="86321">
                  <a:moveTo>
                    <a:pt x="0" y="86322"/>
                  </a:moveTo>
                  <a:lnTo>
                    <a:pt x="1147121" y="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59" name="Kombinationstegning: figur 2858">
              <a:extLst>
                <a:ext uri="{FF2B5EF4-FFF2-40B4-BE49-F238E27FC236}">
                  <a16:creationId xmlns:a16="http://schemas.microsoft.com/office/drawing/2014/main" id="{AF76A185-1DCB-A7C0-2270-4F723999A9B0}"/>
                </a:ext>
              </a:extLst>
            </p:cNvPr>
            <p:cNvSpPr/>
            <p:nvPr/>
          </p:nvSpPr>
          <p:spPr>
            <a:xfrm>
              <a:off x="2592293" y="7560542"/>
              <a:ext cx="381081" cy="127138"/>
            </a:xfrm>
            <a:custGeom>
              <a:avLst/>
              <a:gdLst>
                <a:gd name="connsiteX0" fmla="*/ 381081 w 381081"/>
                <a:gd name="connsiteY0" fmla="*/ 0 h 127138"/>
                <a:gd name="connsiteX1" fmla="*/ 0 w 381081"/>
                <a:gd name="connsiteY1" fmla="*/ 127139 h 127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81081" h="127138">
                  <a:moveTo>
                    <a:pt x="381081" y="0"/>
                  </a:moveTo>
                  <a:lnTo>
                    <a:pt x="0" y="127139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60" name="Kombinationstegning: figur 2859">
              <a:extLst>
                <a:ext uri="{FF2B5EF4-FFF2-40B4-BE49-F238E27FC236}">
                  <a16:creationId xmlns:a16="http://schemas.microsoft.com/office/drawing/2014/main" id="{453A4D13-07DB-B752-C5D3-1BFF36E93294}"/>
                </a:ext>
              </a:extLst>
            </p:cNvPr>
            <p:cNvSpPr/>
            <p:nvPr/>
          </p:nvSpPr>
          <p:spPr>
            <a:xfrm>
              <a:off x="2973375" y="7560542"/>
              <a:ext cx="1222470" cy="724792"/>
            </a:xfrm>
            <a:custGeom>
              <a:avLst/>
              <a:gdLst>
                <a:gd name="connsiteX0" fmla="*/ 0 w 1222470"/>
                <a:gd name="connsiteY0" fmla="*/ 0 h 724792"/>
                <a:gd name="connsiteX1" fmla="*/ 1222471 w 1222470"/>
                <a:gd name="connsiteY1" fmla="*/ 724792 h 7247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22470" h="724792">
                  <a:moveTo>
                    <a:pt x="0" y="0"/>
                  </a:moveTo>
                  <a:lnTo>
                    <a:pt x="1222471" y="724792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61" name="Kombinationstegning: figur 2860">
              <a:extLst>
                <a:ext uri="{FF2B5EF4-FFF2-40B4-BE49-F238E27FC236}">
                  <a16:creationId xmlns:a16="http://schemas.microsoft.com/office/drawing/2014/main" id="{43E7189A-23E3-1AFC-E5C0-8ED51E8E1783}"/>
                </a:ext>
              </a:extLst>
            </p:cNvPr>
            <p:cNvSpPr/>
            <p:nvPr/>
          </p:nvSpPr>
          <p:spPr>
            <a:xfrm>
              <a:off x="2973375" y="7560542"/>
              <a:ext cx="474103" cy="40558"/>
            </a:xfrm>
            <a:custGeom>
              <a:avLst/>
              <a:gdLst>
                <a:gd name="connsiteX0" fmla="*/ 0 w 474103"/>
                <a:gd name="connsiteY0" fmla="*/ 0 h 40558"/>
                <a:gd name="connsiteX1" fmla="*/ 474104 w 474103"/>
                <a:gd name="connsiteY1" fmla="*/ 40559 h 405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74103" h="40558">
                  <a:moveTo>
                    <a:pt x="0" y="0"/>
                  </a:moveTo>
                  <a:lnTo>
                    <a:pt x="474104" y="40559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62" name="Kombinationstegning: figur 2861">
              <a:extLst>
                <a:ext uri="{FF2B5EF4-FFF2-40B4-BE49-F238E27FC236}">
                  <a16:creationId xmlns:a16="http://schemas.microsoft.com/office/drawing/2014/main" id="{315B59B6-0CAF-BC25-F1F8-3B9F2AC9B5F4}"/>
                </a:ext>
              </a:extLst>
            </p:cNvPr>
            <p:cNvSpPr/>
            <p:nvPr/>
          </p:nvSpPr>
          <p:spPr>
            <a:xfrm>
              <a:off x="2973375" y="7560542"/>
              <a:ext cx="275726" cy="789261"/>
            </a:xfrm>
            <a:custGeom>
              <a:avLst/>
              <a:gdLst>
                <a:gd name="connsiteX0" fmla="*/ 0 w 275726"/>
                <a:gd name="connsiteY0" fmla="*/ 0 h 789261"/>
                <a:gd name="connsiteX1" fmla="*/ 275726 w 275726"/>
                <a:gd name="connsiteY1" fmla="*/ 789261 h 7892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75726" h="789261">
                  <a:moveTo>
                    <a:pt x="0" y="0"/>
                  </a:moveTo>
                  <a:lnTo>
                    <a:pt x="275726" y="789261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63" name="Kombinationstegning: figur 2862">
              <a:extLst>
                <a:ext uri="{FF2B5EF4-FFF2-40B4-BE49-F238E27FC236}">
                  <a16:creationId xmlns:a16="http://schemas.microsoft.com/office/drawing/2014/main" id="{BEC4E059-B5E0-FF0F-D794-3C99AA1D756E}"/>
                </a:ext>
              </a:extLst>
            </p:cNvPr>
            <p:cNvSpPr/>
            <p:nvPr/>
          </p:nvSpPr>
          <p:spPr>
            <a:xfrm>
              <a:off x="3662493" y="8123775"/>
              <a:ext cx="1982262" cy="207439"/>
            </a:xfrm>
            <a:custGeom>
              <a:avLst/>
              <a:gdLst>
                <a:gd name="connsiteX0" fmla="*/ 1982262 w 1982262"/>
                <a:gd name="connsiteY0" fmla="*/ 0 h 207439"/>
                <a:gd name="connsiteX1" fmla="*/ 0 w 1982262"/>
                <a:gd name="connsiteY1" fmla="*/ 207440 h 207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982262" h="207439">
                  <a:moveTo>
                    <a:pt x="1982262" y="0"/>
                  </a:moveTo>
                  <a:lnTo>
                    <a:pt x="0" y="20744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64" name="Kombinationstegning: figur 2863">
              <a:extLst>
                <a:ext uri="{FF2B5EF4-FFF2-40B4-BE49-F238E27FC236}">
                  <a16:creationId xmlns:a16="http://schemas.microsoft.com/office/drawing/2014/main" id="{D3FC63D8-54C8-5758-E2CB-C734BE44A735}"/>
                </a:ext>
              </a:extLst>
            </p:cNvPr>
            <p:cNvSpPr/>
            <p:nvPr/>
          </p:nvSpPr>
          <p:spPr>
            <a:xfrm>
              <a:off x="4043678" y="7987693"/>
              <a:ext cx="1601077" cy="136082"/>
            </a:xfrm>
            <a:custGeom>
              <a:avLst/>
              <a:gdLst>
                <a:gd name="connsiteX0" fmla="*/ 1601077 w 1601077"/>
                <a:gd name="connsiteY0" fmla="*/ 136082 h 136082"/>
                <a:gd name="connsiteX1" fmla="*/ 0 w 1601077"/>
                <a:gd name="connsiteY1" fmla="*/ 0 h 136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601077" h="136082">
                  <a:moveTo>
                    <a:pt x="1601077" y="136082"/>
                  </a:moveTo>
                  <a:lnTo>
                    <a:pt x="0" y="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65" name="Kombinationstegning: figur 2864">
              <a:extLst>
                <a:ext uri="{FF2B5EF4-FFF2-40B4-BE49-F238E27FC236}">
                  <a16:creationId xmlns:a16="http://schemas.microsoft.com/office/drawing/2014/main" id="{91ED80B6-DF4D-45B3-7924-98D290EE7F9D}"/>
                </a:ext>
              </a:extLst>
            </p:cNvPr>
            <p:cNvSpPr/>
            <p:nvPr/>
          </p:nvSpPr>
          <p:spPr>
            <a:xfrm>
              <a:off x="4195846" y="8123775"/>
              <a:ext cx="1448909" cy="161558"/>
            </a:xfrm>
            <a:custGeom>
              <a:avLst/>
              <a:gdLst>
                <a:gd name="connsiteX0" fmla="*/ 1448909 w 1448909"/>
                <a:gd name="connsiteY0" fmla="*/ 0 h 161558"/>
                <a:gd name="connsiteX1" fmla="*/ 0 w 1448909"/>
                <a:gd name="connsiteY1" fmla="*/ 161559 h 1615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48909" h="161558">
                  <a:moveTo>
                    <a:pt x="1448909" y="0"/>
                  </a:moveTo>
                  <a:lnTo>
                    <a:pt x="0" y="161559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66" name="Kombinationstegning: figur 2865">
              <a:extLst>
                <a:ext uri="{FF2B5EF4-FFF2-40B4-BE49-F238E27FC236}">
                  <a16:creationId xmlns:a16="http://schemas.microsoft.com/office/drawing/2014/main" id="{208580EB-C377-7CA3-0468-5F7527B08586}"/>
                </a:ext>
              </a:extLst>
            </p:cNvPr>
            <p:cNvSpPr/>
            <p:nvPr/>
          </p:nvSpPr>
          <p:spPr>
            <a:xfrm>
              <a:off x="3249101" y="8123775"/>
              <a:ext cx="2395653" cy="226027"/>
            </a:xfrm>
            <a:custGeom>
              <a:avLst/>
              <a:gdLst>
                <a:gd name="connsiteX0" fmla="*/ 2395654 w 2395653"/>
                <a:gd name="connsiteY0" fmla="*/ 0 h 226027"/>
                <a:gd name="connsiteX1" fmla="*/ 0 w 2395653"/>
                <a:gd name="connsiteY1" fmla="*/ 226027 h 2260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395653" h="226027">
                  <a:moveTo>
                    <a:pt x="2395654" y="0"/>
                  </a:moveTo>
                  <a:lnTo>
                    <a:pt x="0" y="226027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67" name="Kombinationstegning: figur 2866">
              <a:extLst>
                <a:ext uri="{FF2B5EF4-FFF2-40B4-BE49-F238E27FC236}">
                  <a16:creationId xmlns:a16="http://schemas.microsoft.com/office/drawing/2014/main" id="{3A9B6B62-44C7-C1FF-3543-8741D6A0A0F1}"/>
                </a:ext>
              </a:extLst>
            </p:cNvPr>
            <p:cNvSpPr/>
            <p:nvPr/>
          </p:nvSpPr>
          <p:spPr>
            <a:xfrm>
              <a:off x="5054561" y="8123775"/>
              <a:ext cx="590194" cy="402814"/>
            </a:xfrm>
            <a:custGeom>
              <a:avLst/>
              <a:gdLst>
                <a:gd name="connsiteX0" fmla="*/ 590194 w 590194"/>
                <a:gd name="connsiteY0" fmla="*/ 0 h 402814"/>
                <a:gd name="connsiteX1" fmla="*/ 0 w 590194"/>
                <a:gd name="connsiteY1" fmla="*/ 402815 h 4028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90194" h="402814">
                  <a:moveTo>
                    <a:pt x="590194" y="0"/>
                  </a:moveTo>
                  <a:lnTo>
                    <a:pt x="0" y="402815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68" name="Kombinationstegning: figur 2867">
              <a:extLst>
                <a:ext uri="{FF2B5EF4-FFF2-40B4-BE49-F238E27FC236}">
                  <a16:creationId xmlns:a16="http://schemas.microsoft.com/office/drawing/2014/main" id="{E78B01A6-C753-470F-A554-157652552FA8}"/>
                </a:ext>
              </a:extLst>
            </p:cNvPr>
            <p:cNvSpPr/>
            <p:nvPr/>
          </p:nvSpPr>
          <p:spPr>
            <a:xfrm>
              <a:off x="3662493" y="8331215"/>
              <a:ext cx="1392067" cy="195375"/>
            </a:xfrm>
            <a:custGeom>
              <a:avLst/>
              <a:gdLst>
                <a:gd name="connsiteX0" fmla="*/ 1392068 w 1392067"/>
                <a:gd name="connsiteY0" fmla="*/ 195375 h 195375"/>
                <a:gd name="connsiteX1" fmla="*/ 0 w 1392067"/>
                <a:gd name="connsiteY1" fmla="*/ 0 h 195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92067" h="195375">
                  <a:moveTo>
                    <a:pt x="1392068" y="195375"/>
                  </a:moveTo>
                  <a:lnTo>
                    <a:pt x="0" y="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69" name="Kombinationstegning: figur 2868">
              <a:extLst>
                <a:ext uri="{FF2B5EF4-FFF2-40B4-BE49-F238E27FC236}">
                  <a16:creationId xmlns:a16="http://schemas.microsoft.com/office/drawing/2014/main" id="{D83D24CF-5B0B-E6F7-7BF2-25E53C444538}"/>
                </a:ext>
              </a:extLst>
            </p:cNvPr>
            <p:cNvSpPr/>
            <p:nvPr/>
          </p:nvSpPr>
          <p:spPr>
            <a:xfrm>
              <a:off x="4043678" y="7987693"/>
              <a:ext cx="1010882" cy="538897"/>
            </a:xfrm>
            <a:custGeom>
              <a:avLst/>
              <a:gdLst>
                <a:gd name="connsiteX0" fmla="*/ 1010883 w 1010882"/>
                <a:gd name="connsiteY0" fmla="*/ 538897 h 538897"/>
                <a:gd name="connsiteX1" fmla="*/ 0 w 1010882"/>
                <a:gd name="connsiteY1" fmla="*/ 0 h 538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10882" h="538897">
                  <a:moveTo>
                    <a:pt x="1010883" y="538897"/>
                  </a:moveTo>
                  <a:lnTo>
                    <a:pt x="0" y="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70" name="Kombinationstegning: figur 2869">
              <a:extLst>
                <a:ext uri="{FF2B5EF4-FFF2-40B4-BE49-F238E27FC236}">
                  <a16:creationId xmlns:a16="http://schemas.microsoft.com/office/drawing/2014/main" id="{A2312E35-F1B7-24C4-318A-BAB252D6A362}"/>
                </a:ext>
              </a:extLst>
            </p:cNvPr>
            <p:cNvSpPr/>
            <p:nvPr/>
          </p:nvSpPr>
          <p:spPr>
            <a:xfrm>
              <a:off x="4195846" y="8285334"/>
              <a:ext cx="858714" cy="241256"/>
            </a:xfrm>
            <a:custGeom>
              <a:avLst/>
              <a:gdLst>
                <a:gd name="connsiteX0" fmla="*/ 858715 w 858714"/>
                <a:gd name="connsiteY0" fmla="*/ 241256 h 241256"/>
                <a:gd name="connsiteX1" fmla="*/ 0 w 858714"/>
                <a:gd name="connsiteY1" fmla="*/ 0 h 2412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58714" h="241256">
                  <a:moveTo>
                    <a:pt x="858715" y="241256"/>
                  </a:moveTo>
                  <a:lnTo>
                    <a:pt x="0" y="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71" name="Kombinationstegning: figur 2870">
              <a:extLst>
                <a:ext uri="{FF2B5EF4-FFF2-40B4-BE49-F238E27FC236}">
                  <a16:creationId xmlns:a16="http://schemas.microsoft.com/office/drawing/2014/main" id="{5B20A70B-D488-5BF2-BFC1-DB65E33CC343}"/>
                </a:ext>
              </a:extLst>
            </p:cNvPr>
            <p:cNvSpPr/>
            <p:nvPr/>
          </p:nvSpPr>
          <p:spPr>
            <a:xfrm>
              <a:off x="3249101" y="8349803"/>
              <a:ext cx="1805459" cy="176787"/>
            </a:xfrm>
            <a:custGeom>
              <a:avLst/>
              <a:gdLst>
                <a:gd name="connsiteX0" fmla="*/ 1805459 w 1805459"/>
                <a:gd name="connsiteY0" fmla="*/ 176787 h 176787"/>
                <a:gd name="connsiteX1" fmla="*/ 0 w 1805459"/>
                <a:gd name="connsiteY1" fmla="*/ 0 h 176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05459" h="176787">
                  <a:moveTo>
                    <a:pt x="1805459" y="176787"/>
                  </a:moveTo>
                  <a:lnTo>
                    <a:pt x="0" y="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72" name="Kombinationstegning: figur 2871">
              <a:extLst>
                <a:ext uri="{FF2B5EF4-FFF2-40B4-BE49-F238E27FC236}">
                  <a16:creationId xmlns:a16="http://schemas.microsoft.com/office/drawing/2014/main" id="{EBF57B91-28BD-B88C-B3FE-09232D92BC8D}"/>
                </a:ext>
              </a:extLst>
            </p:cNvPr>
            <p:cNvSpPr/>
            <p:nvPr/>
          </p:nvSpPr>
          <p:spPr>
            <a:xfrm>
              <a:off x="3094793" y="8526590"/>
              <a:ext cx="1959767" cy="244804"/>
            </a:xfrm>
            <a:custGeom>
              <a:avLst/>
              <a:gdLst>
                <a:gd name="connsiteX0" fmla="*/ 1959767 w 1959767"/>
                <a:gd name="connsiteY0" fmla="*/ 0 h 244804"/>
                <a:gd name="connsiteX1" fmla="*/ 0 w 1959767"/>
                <a:gd name="connsiteY1" fmla="*/ 244804 h 2448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959767" h="244804">
                  <a:moveTo>
                    <a:pt x="1959767" y="0"/>
                  </a:moveTo>
                  <a:lnTo>
                    <a:pt x="0" y="244804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73" name="Kombinationstegning: figur 2872">
              <a:extLst>
                <a:ext uri="{FF2B5EF4-FFF2-40B4-BE49-F238E27FC236}">
                  <a16:creationId xmlns:a16="http://schemas.microsoft.com/office/drawing/2014/main" id="{65C5A620-39E3-F9BB-7D43-0B50D7109242}"/>
                </a:ext>
              </a:extLst>
            </p:cNvPr>
            <p:cNvSpPr/>
            <p:nvPr/>
          </p:nvSpPr>
          <p:spPr>
            <a:xfrm>
              <a:off x="4124739" y="8526590"/>
              <a:ext cx="929821" cy="133655"/>
            </a:xfrm>
            <a:custGeom>
              <a:avLst/>
              <a:gdLst>
                <a:gd name="connsiteX0" fmla="*/ 929821 w 929821"/>
                <a:gd name="connsiteY0" fmla="*/ 0 h 133655"/>
                <a:gd name="connsiteX1" fmla="*/ 0 w 929821"/>
                <a:gd name="connsiteY1" fmla="*/ 133656 h 1336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29821" h="133655">
                  <a:moveTo>
                    <a:pt x="929821" y="0"/>
                  </a:moveTo>
                  <a:lnTo>
                    <a:pt x="0" y="133656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74" name="Kombinationstegning: figur 2873">
              <a:extLst>
                <a:ext uri="{FF2B5EF4-FFF2-40B4-BE49-F238E27FC236}">
                  <a16:creationId xmlns:a16="http://schemas.microsoft.com/office/drawing/2014/main" id="{F00F8CE6-BDF3-9B03-3FE2-1C1E36FF4C0E}"/>
                </a:ext>
              </a:extLst>
            </p:cNvPr>
            <p:cNvSpPr/>
            <p:nvPr/>
          </p:nvSpPr>
          <p:spPr>
            <a:xfrm>
              <a:off x="2325150" y="8445302"/>
              <a:ext cx="2729410" cy="81288"/>
            </a:xfrm>
            <a:custGeom>
              <a:avLst/>
              <a:gdLst>
                <a:gd name="connsiteX0" fmla="*/ 2729410 w 2729410"/>
                <a:gd name="connsiteY0" fmla="*/ 81289 h 81288"/>
                <a:gd name="connsiteX1" fmla="*/ 0 w 2729410"/>
                <a:gd name="connsiteY1" fmla="*/ 0 h 812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729410" h="81288">
                  <a:moveTo>
                    <a:pt x="2729410" y="81289"/>
                  </a:moveTo>
                  <a:lnTo>
                    <a:pt x="0" y="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75" name="Kombinationstegning: figur 2874">
              <a:extLst>
                <a:ext uri="{FF2B5EF4-FFF2-40B4-BE49-F238E27FC236}">
                  <a16:creationId xmlns:a16="http://schemas.microsoft.com/office/drawing/2014/main" id="{98DAA3D5-94CE-1916-57F6-D76FB10C40BE}"/>
                </a:ext>
              </a:extLst>
            </p:cNvPr>
            <p:cNvSpPr/>
            <p:nvPr/>
          </p:nvSpPr>
          <p:spPr>
            <a:xfrm>
              <a:off x="3623148" y="8526590"/>
              <a:ext cx="1431412" cy="508214"/>
            </a:xfrm>
            <a:custGeom>
              <a:avLst/>
              <a:gdLst>
                <a:gd name="connsiteX0" fmla="*/ 1431413 w 1431412"/>
                <a:gd name="connsiteY0" fmla="*/ 0 h 508214"/>
                <a:gd name="connsiteX1" fmla="*/ 0 w 1431412"/>
                <a:gd name="connsiteY1" fmla="*/ 508214 h 5082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31412" h="508214">
                  <a:moveTo>
                    <a:pt x="1431413" y="0"/>
                  </a:moveTo>
                  <a:lnTo>
                    <a:pt x="0" y="508214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76" name="Kombinationstegning: figur 2875">
              <a:extLst>
                <a:ext uri="{FF2B5EF4-FFF2-40B4-BE49-F238E27FC236}">
                  <a16:creationId xmlns:a16="http://schemas.microsoft.com/office/drawing/2014/main" id="{F62E146B-9F6A-21A7-8571-08637D478FA3}"/>
                </a:ext>
              </a:extLst>
            </p:cNvPr>
            <p:cNvSpPr/>
            <p:nvPr/>
          </p:nvSpPr>
          <p:spPr>
            <a:xfrm>
              <a:off x="3447479" y="7601101"/>
              <a:ext cx="215013" cy="730114"/>
            </a:xfrm>
            <a:custGeom>
              <a:avLst/>
              <a:gdLst>
                <a:gd name="connsiteX0" fmla="*/ 0 w 215013"/>
                <a:gd name="connsiteY0" fmla="*/ 0 h 730114"/>
                <a:gd name="connsiteX1" fmla="*/ 215014 w 215013"/>
                <a:gd name="connsiteY1" fmla="*/ 730115 h 7301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15013" h="730114">
                  <a:moveTo>
                    <a:pt x="0" y="0"/>
                  </a:moveTo>
                  <a:lnTo>
                    <a:pt x="215014" y="730115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77" name="Kombinationstegning: figur 2876">
              <a:extLst>
                <a:ext uri="{FF2B5EF4-FFF2-40B4-BE49-F238E27FC236}">
                  <a16:creationId xmlns:a16="http://schemas.microsoft.com/office/drawing/2014/main" id="{9C9F0693-7353-0647-B767-D7F2D30CC09E}"/>
                </a:ext>
              </a:extLst>
            </p:cNvPr>
            <p:cNvSpPr/>
            <p:nvPr/>
          </p:nvSpPr>
          <p:spPr>
            <a:xfrm>
              <a:off x="3447479" y="7601101"/>
              <a:ext cx="596199" cy="386592"/>
            </a:xfrm>
            <a:custGeom>
              <a:avLst/>
              <a:gdLst>
                <a:gd name="connsiteX0" fmla="*/ 0 w 596199"/>
                <a:gd name="connsiteY0" fmla="*/ 0 h 386592"/>
                <a:gd name="connsiteX1" fmla="*/ 596199 w 596199"/>
                <a:gd name="connsiteY1" fmla="*/ 386593 h 3865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96199" h="386592">
                  <a:moveTo>
                    <a:pt x="0" y="0"/>
                  </a:moveTo>
                  <a:lnTo>
                    <a:pt x="596199" y="386593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78" name="Kombinationstegning: figur 2877">
              <a:extLst>
                <a:ext uri="{FF2B5EF4-FFF2-40B4-BE49-F238E27FC236}">
                  <a16:creationId xmlns:a16="http://schemas.microsoft.com/office/drawing/2014/main" id="{7B07CFFC-0C83-503A-6391-6B5CDD689A91}"/>
                </a:ext>
              </a:extLst>
            </p:cNvPr>
            <p:cNvSpPr/>
            <p:nvPr/>
          </p:nvSpPr>
          <p:spPr>
            <a:xfrm>
              <a:off x="3447479" y="7474220"/>
              <a:ext cx="673017" cy="126880"/>
            </a:xfrm>
            <a:custGeom>
              <a:avLst/>
              <a:gdLst>
                <a:gd name="connsiteX0" fmla="*/ 0 w 673017"/>
                <a:gd name="connsiteY0" fmla="*/ 126880 h 126880"/>
                <a:gd name="connsiteX1" fmla="*/ 673017 w 673017"/>
                <a:gd name="connsiteY1" fmla="*/ 0 h 1268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73017" h="126880">
                  <a:moveTo>
                    <a:pt x="0" y="126880"/>
                  </a:moveTo>
                  <a:lnTo>
                    <a:pt x="673017" y="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79" name="Kombinationstegning: figur 2878">
              <a:extLst>
                <a:ext uri="{FF2B5EF4-FFF2-40B4-BE49-F238E27FC236}">
                  <a16:creationId xmlns:a16="http://schemas.microsoft.com/office/drawing/2014/main" id="{E154C1D1-76F8-7822-7693-A38F462E5D78}"/>
                </a:ext>
              </a:extLst>
            </p:cNvPr>
            <p:cNvSpPr/>
            <p:nvPr/>
          </p:nvSpPr>
          <p:spPr>
            <a:xfrm>
              <a:off x="2592293" y="7601101"/>
              <a:ext cx="855185" cy="86580"/>
            </a:xfrm>
            <a:custGeom>
              <a:avLst/>
              <a:gdLst>
                <a:gd name="connsiteX0" fmla="*/ 855185 w 855185"/>
                <a:gd name="connsiteY0" fmla="*/ 0 h 86580"/>
                <a:gd name="connsiteX1" fmla="*/ 0 w 855185"/>
                <a:gd name="connsiteY1" fmla="*/ 86580 h 865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55185" h="86580">
                  <a:moveTo>
                    <a:pt x="855185" y="0"/>
                  </a:moveTo>
                  <a:lnTo>
                    <a:pt x="0" y="8658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80" name="Kombinationstegning: figur 2879">
              <a:extLst>
                <a:ext uri="{FF2B5EF4-FFF2-40B4-BE49-F238E27FC236}">
                  <a16:creationId xmlns:a16="http://schemas.microsoft.com/office/drawing/2014/main" id="{9AFA3AA6-B2F2-A311-DF25-ECD24C51E55D}"/>
                </a:ext>
              </a:extLst>
            </p:cNvPr>
            <p:cNvSpPr/>
            <p:nvPr/>
          </p:nvSpPr>
          <p:spPr>
            <a:xfrm>
              <a:off x="3447479" y="7601101"/>
              <a:ext cx="748367" cy="684233"/>
            </a:xfrm>
            <a:custGeom>
              <a:avLst/>
              <a:gdLst>
                <a:gd name="connsiteX0" fmla="*/ 0 w 748367"/>
                <a:gd name="connsiteY0" fmla="*/ 0 h 684233"/>
                <a:gd name="connsiteX1" fmla="*/ 748367 w 748367"/>
                <a:gd name="connsiteY1" fmla="*/ 684234 h 684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48367" h="684233">
                  <a:moveTo>
                    <a:pt x="0" y="0"/>
                  </a:moveTo>
                  <a:lnTo>
                    <a:pt x="748367" y="684234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81" name="Kombinationstegning: figur 2880">
              <a:extLst>
                <a:ext uri="{FF2B5EF4-FFF2-40B4-BE49-F238E27FC236}">
                  <a16:creationId xmlns:a16="http://schemas.microsoft.com/office/drawing/2014/main" id="{365071C2-6051-E7B2-559D-BE9011CD74A8}"/>
                </a:ext>
              </a:extLst>
            </p:cNvPr>
            <p:cNvSpPr/>
            <p:nvPr/>
          </p:nvSpPr>
          <p:spPr>
            <a:xfrm>
              <a:off x="1890148" y="7601101"/>
              <a:ext cx="1557330" cy="164777"/>
            </a:xfrm>
            <a:custGeom>
              <a:avLst/>
              <a:gdLst>
                <a:gd name="connsiteX0" fmla="*/ 1557331 w 1557330"/>
                <a:gd name="connsiteY0" fmla="*/ 0 h 164777"/>
                <a:gd name="connsiteX1" fmla="*/ 0 w 1557330"/>
                <a:gd name="connsiteY1" fmla="*/ 164778 h 164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557330" h="164777">
                  <a:moveTo>
                    <a:pt x="1557331" y="0"/>
                  </a:moveTo>
                  <a:lnTo>
                    <a:pt x="0" y="164778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82" name="Kombinationstegning: figur 2881">
              <a:extLst>
                <a:ext uri="{FF2B5EF4-FFF2-40B4-BE49-F238E27FC236}">
                  <a16:creationId xmlns:a16="http://schemas.microsoft.com/office/drawing/2014/main" id="{4358BE0A-AD21-F65A-C915-B5D04142CD1B}"/>
                </a:ext>
              </a:extLst>
            </p:cNvPr>
            <p:cNvSpPr/>
            <p:nvPr/>
          </p:nvSpPr>
          <p:spPr>
            <a:xfrm>
              <a:off x="3249101" y="7601101"/>
              <a:ext cx="198377" cy="748702"/>
            </a:xfrm>
            <a:custGeom>
              <a:avLst/>
              <a:gdLst>
                <a:gd name="connsiteX0" fmla="*/ 198378 w 198377"/>
                <a:gd name="connsiteY0" fmla="*/ 0 h 748702"/>
                <a:gd name="connsiteX1" fmla="*/ 0 w 198377"/>
                <a:gd name="connsiteY1" fmla="*/ 748702 h 748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98377" h="748702">
                  <a:moveTo>
                    <a:pt x="198378" y="0"/>
                  </a:moveTo>
                  <a:lnTo>
                    <a:pt x="0" y="748702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83" name="Kombinationstegning: figur 2882">
              <a:extLst>
                <a:ext uri="{FF2B5EF4-FFF2-40B4-BE49-F238E27FC236}">
                  <a16:creationId xmlns:a16="http://schemas.microsoft.com/office/drawing/2014/main" id="{F5FADD5A-697C-2315-6EC7-219A73BAAB27}"/>
                </a:ext>
              </a:extLst>
            </p:cNvPr>
            <p:cNvSpPr/>
            <p:nvPr/>
          </p:nvSpPr>
          <p:spPr>
            <a:xfrm>
              <a:off x="1890148" y="7765878"/>
              <a:ext cx="1772344" cy="565336"/>
            </a:xfrm>
            <a:custGeom>
              <a:avLst/>
              <a:gdLst>
                <a:gd name="connsiteX0" fmla="*/ 0 w 1772344"/>
                <a:gd name="connsiteY0" fmla="*/ 0 h 565336"/>
                <a:gd name="connsiteX1" fmla="*/ 1772345 w 1772344"/>
                <a:gd name="connsiteY1" fmla="*/ 565337 h 565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772344" h="565336">
                  <a:moveTo>
                    <a:pt x="0" y="0"/>
                  </a:moveTo>
                  <a:lnTo>
                    <a:pt x="1772345" y="565337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84" name="Kombinationstegning: figur 2883">
              <a:extLst>
                <a:ext uri="{FF2B5EF4-FFF2-40B4-BE49-F238E27FC236}">
                  <a16:creationId xmlns:a16="http://schemas.microsoft.com/office/drawing/2014/main" id="{268C219C-79CA-1128-8D98-0D3B8B0F2309}"/>
                </a:ext>
              </a:extLst>
            </p:cNvPr>
            <p:cNvSpPr/>
            <p:nvPr/>
          </p:nvSpPr>
          <p:spPr>
            <a:xfrm>
              <a:off x="1890148" y="7765878"/>
              <a:ext cx="2153529" cy="221814"/>
            </a:xfrm>
            <a:custGeom>
              <a:avLst/>
              <a:gdLst>
                <a:gd name="connsiteX0" fmla="*/ 0 w 2153529"/>
                <a:gd name="connsiteY0" fmla="*/ 0 h 221814"/>
                <a:gd name="connsiteX1" fmla="*/ 2153530 w 2153529"/>
                <a:gd name="connsiteY1" fmla="*/ 221815 h 2218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153529" h="221814">
                  <a:moveTo>
                    <a:pt x="0" y="0"/>
                  </a:moveTo>
                  <a:lnTo>
                    <a:pt x="2153530" y="221815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85" name="Kombinationstegning: figur 2884">
              <a:extLst>
                <a:ext uri="{FF2B5EF4-FFF2-40B4-BE49-F238E27FC236}">
                  <a16:creationId xmlns:a16="http://schemas.microsoft.com/office/drawing/2014/main" id="{F38A8DB0-3AC6-CCDD-69B5-3E34A35EADC2}"/>
                </a:ext>
              </a:extLst>
            </p:cNvPr>
            <p:cNvSpPr/>
            <p:nvPr/>
          </p:nvSpPr>
          <p:spPr>
            <a:xfrm>
              <a:off x="1890148" y="7765878"/>
              <a:ext cx="2305697" cy="519455"/>
            </a:xfrm>
            <a:custGeom>
              <a:avLst/>
              <a:gdLst>
                <a:gd name="connsiteX0" fmla="*/ 0 w 2305697"/>
                <a:gd name="connsiteY0" fmla="*/ 0 h 519455"/>
                <a:gd name="connsiteX1" fmla="*/ 2305698 w 2305697"/>
                <a:gd name="connsiteY1" fmla="*/ 519456 h 5194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305697" h="519455">
                  <a:moveTo>
                    <a:pt x="0" y="0"/>
                  </a:moveTo>
                  <a:lnTo>
                    <a:pt x="2305698" y="519456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86" name="Kombinationstegning: figur 2885">
              <a:extLst>
                <a:ext uri="{FF2B5EF4-FFF2-40B4-BE49-F238E27FC236}">
                  <a16:creationId xmlns:a16="http://schemas.microsoft.com/office/drawing/2014/main" id="{2BB9AFD4-5038-F0D3-0D26-EFC3BA06EC68}"/>
                </a:ext>
              </a:extLst>
            </p:cNvPr>
            <p:cNvSpPr/>
            <p:nvPr/>
          </p:nvSpPr>
          <p:spPr>
            <a:xfrm>
              <a:off x="1890148" y="7765878"/>
              <a:ext cx="1358953" cy="583924"/>
            </a:xfrm>
            <a:custGeom>
              <a:avLst/>
              <a:gdLst>
                <a:gd name="connsiteX0" fmla="*/ 0 w 1358953"/>
                <a:gd name="connsiteY0" fmla="*/ 0 h 583924"/>
                <a:gd name="connsiteX1" fmla="*/ 1358953 w 1358953"/>
                <a:gd name="connsiteY1" fmla="*/ 583925 h 5839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58953" h="583924">
                  <a:moveTo>
                    <a:pt x="0" y="0"/>
                  </a:moveTo>
                  <a:lnTo>
                    <a:pt x="1358953" y="583925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87" name="Kombinationstegning: figur 2886">
              <a:extLst>
                <a:ext uri="{FF2B5EF4-FFF2-40B4-BE49-F238E27FC236}">
                  <a16:creationId xmlns:a16="http://schemas.microsoft.com/office/drawing/2014/main" id="{364499A2-C803-D605-7978-CB85DB6FDAFE}"/>
                </a:ext>
              </a:extLst>
            </p:cNvPr>
            <p:cNvSpPr/>
            <p:nvPr/>
          </p:nvSpPr>
          <p:spPr>
            <a:xfrm>
              <a:off x="3249101" y="8331215"/>
              <a:ext cx="413391" cy="18587"/>
            </a:xfrm>
            <a:custGeom>
              <a:avLst/>
              <a:gdLst>
                <a:gd name="connsiteX0" fmla="*/ 0 w 413391"/>
                <a:gd name="connsiteY0" fmla="*/ 18588 h 18587"/>
                <a:gd name="connsiteX1" fmla="*/ 413391 w 413391"/>
                <a:gd name="connsiteY1" fmla="*/ 0 h 185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13391" h="18587">
                  <a:moveTo>
                    <a:pt x="0" y="18588"/>
                  </a:moveTo>
                  <a:lnTo>
                    <a:pt x="413391" y="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88" name="Kombinationstegning: figur 2887">
              <a:extLst>
                <a:ext uri="{FF2B5EF4-FFF2-40B4-BE49-F238E27FC236}">
                  <a16:creationId xmlns:a16="http://schemas.microsoft.com/office/drawing/2014/main" id="{24B31290-A314-ECD1-95C2-3BDA0C964F0F}"/>
                </a:ext>
              </a:extLst>
            </p:cNvPr>
            <p:cNvSpPr/>
            <p:nvPr/>
          </p:nvSpPr>
          <p:spPr>
            <a:xfrm>
              <a:off x="3249101" y="7987693"/>
              <a:ext cx="794576" cy="362109"/>
            </a:xfrm>
            <a:custGeom>
              <a:avLst/>
              <a:gdLst>
                <a:gd name="connsiteX0" fmla="*/ 0 w 794576"/>
                <a:gd name="connsiteY0" fmla="*/ 362110 h 362109"/>
                <a:gd name="connsiteX1" fmla="*/ 794577 w 794576"/>
                <a:gd name="connsiteY1" fmla="*/ 0 h 3621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94576" h="362109">
                  <a:moveTo>
                    <a:pt x="0" y="362110"/>
                  </a:moveTo>
                  <a:lnTo>
                    <a:pt x="794577" y="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89" name="Kombinationstegning: figur 2888">
              <a:extLst>
                <a:ext uri="{FF2B5EF4-FFF2-40B4-BE49-F238E27FC236}">
                  <a16:creationId xmlns:a16="http://schemas.microsoft.com/office/drawing/2014/main" id="{7B5D329B-CC51-3483-096A-1BAF3EB40C12}"/>
                </a:ext>
              </a:extLst>
            </p:cNvPr>
            <p:cNvSpPr/>
            <p:nvPr/>
          </p:nvSpPr>
          <p:spPr>
            <a:xfrm>
              <a:off x="3249101" y="7474220"/>
              <a:ext cx="871394" cy="875582"/>
            </a:xfrm>
            <a:custGeom>
              <a:avLst/>
              <a:gdLst>
                <a:gd name="connsiteX0" fmla="*/ 0 w 871394"/>
                <a:gd name="connsiteY0" fmla="*/ 875583 h 875582"/>
                <a:gd name="connsiteX1" fmla="*/ 871395 w 871394"/>
                <a:gd name="connsiteY1" fmla="*/ 0 h 8755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71394" h="875582">
                  <a:moveTo>
                    <a:pt x="0" y="875583"/>
                  </a:moveTo>
                  <a:lnTo>
                    <a:pt x="871395" y="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90" name="Kombinationstegning: figur 2889">
              <a:extLst>
                <a:ext uri="{FF2B5EF4-FFF2-40B4-BE49-F238E27FC236}">
                  <a16:creationId xmlns:a16="http://schemas.microsoft.com/office/drawing/2014/main" id="{8C00405B-A998-0E0B-2E59-3F9855B8F7AD}"/>
                </a:ext>
              </a:extLst>
            </p:cNvPr>
            <p:cNvSpPr/>
            <p:nvPr/>
          </p:nvSpPr>
          <p:spPr>
            <a:xfrm>
              <a:off x="2592293" y="7687681"/>
              <a:ext cx="656807" cy="662122"/>
            </a:xfrm>
            <a:custGeom>
              <a:avLst/>
              <a:gdLst>
                <a:gd name="connsiteX0" fmla="*/ 656808 w 656807"/>
                <a:gd name="connsiteY0" fmla="*/ 662122 h 662122"/>
                <a:gd name="connsiteX1" fmla="*/ 0 w 656807"/>
                <a:gd name="connsiteY1" fmla="*/ 0 h 6621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56807" h="662122">
                  <a:moveTo>
                    <a:pt x="656808" y="662122"/>
                  </a:moveTo>
                  <a:lnTo>
                    <a:pt x="0" y="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91" name="Kombinationstegning: figur 2890">
              <a:extLst>
                <a:ext uri="{FF2B5EF4-FFF2-40B4-BE49-F238E27FC236}">
                  <a16:creationId xmlns:a16="http://schemas.microsoft.com/office/drawing/2014/main" id="{AD827442-7EBD-BED2-EA0C-967533D37CD5}"/>
                </a:ext>
              </a:extLst>
            </p:cNvPr>
            <p:cNvSpPr/>
            <p:nvPr/>
          </p:nvSpPr>
          <p:spPr>
            <a:xfrm>
              <a:off x="3249101" y="8285334"/>
              <a:ext cx="946744" cy="64468"/>
            </a:xfrm>
            <a:custGeom>
              <a:avLst/>
              <a:gdLst>
                <a:gd name="connsiteX0" fmla="*/ 0 w 946744"/>
                <a:gd name="connsiteY0" fmla="*/ 64469 h 64468"/>
                <a:gd name="connsiteX1" fmla="*/ 946745 w 946744"/>
                <a:gd name="connsiteY1" fmla="*/ 0 h 644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46744" h="64468">
                  <a:moveTo>
                    <a:pt x="0" y="64469"/>
                  </a:moveTo>
                  <a:lnTo>
                    <a:pt x="946745" y="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92" name="Kombinationstegning: figur 2891">
              <a:extLst>
                <a:ext uri="{FF2B5EF4-FFF2-40B4-BE49-F238E27FC236}">
                  <a16:creationId xmlns:a16="http://schemas.microsoft.com/office/drawing/2014/main" id="{432456B8-2FBB-0559-51EA-2ED33A3D924E}"/>
                </a:ext>
              </a:extLst>
            </p:cNvPr>
            <p:cNvSpPr/>
            <p:nvPr/>
          </p:nvSpPr>
          <p:spPr>
            <a:xfrm>
              <a:off x="2004641" y="8349803"/>
              <a:ext cx="1244459" cy="828923"/>
            </a:xfrm>
            <a:custGeom>
              <a:avLst/>
              <a:gdLst>
                <a:gd name="connsiteX0" fmla="*/ 1244460 w 1244459"/>
                <a:gd name="connsiteY0" fmla="*/ 0 h 828923"/>
                <a:gd name="connsiteX1" fmla="*/ 0 w 1244459"/>
                <a:gd name="connsiteY1" fmla="*/ 828924 h 8289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44459" h="828923">
                  <a:moveTo>
                    <a:pt x="1244460" y="0"/>
                  </a:moveTo>
                  <a:lnTo>
                    <a:pt x="0" y="828924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93" name="Kombinationstegning: figur 2892">
              <a:extLst>
                <a:ext uri="{FF2B5EF4-FFF2-40B4-BE49-F238E27FC236}">
                  <a16:creationId xmlns:a16="http://schemas.microsoft.com/office/drawing/2014/main" id="{5842FA6A-DFE7-82C0-A71E-F2F042189112}"/>
                </a:ext>
              </a:extLst>
            </p:cNvPr>
            <p:cNvSpPr/>
            <p:nvPr/>
          </p:nvSpPr>
          <p:spPr>
            <a:xfrm>
              <a:off x="2477032" y="8349803"/>
              <a:ext cx="772069" cy="741996"/>
            </a:xfrm>
            <a:custGeom>
              <a:avLst/>
              <a:gdLst>
                <a:gd name="connsiteX0" fmla="*/ 772069 w 772069"/>
                <a:gd name="connsiteY0" fmla="*/ 0 h 741996"/>
                <a:gd name="connsiteX1" fmla="*/ 0 w 772069"/>
                <a:gd name="connsiteY1" fmla="*/ 741996 h 7419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72069" h="741996">
                  <a:moveTo>
                    <a:pt x="772069" y="0"/>
                  </a:moveTo>
                  <a:lnTo>
                    <a:pt x="0" y="741996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94" name="Kombinationstegning: figur 2893">
              <a:extLst>
                <a:ext uri="{FF2B5EF4-FFF2-40B4-BE49-F238E27FC236}">
                  <a16:creationId xmlns:a16="http://schemas.microsoft.com/office/drawing/2014/main" id="{18D62147-11BD-DBCA-D7B5-741CCC9B01FE}"/>
                </a:ext>
              </a:extLst>
            </p:cNvPr>
            <p:cNvSpPr/>
            <p:nvPr/>
          </p:nvSpPr>
          <p:spPr>
            <a:xfrm>
              <a:off x="2279020" y="8349803"/>
              <a:ext cx="970080" cy="414611"/>
            </a:xfrm>
            <a:custGeom>
              <a:avLst/>
              <a:gdLst>
                <a:gd name="connsiteX0" fmla="*/ 970081 w 970080"/>
                <a:gd name="connsiteY0" fmla="*/ 0 h 414611"/>
                <a:gd name="connsiteX1" fmla="*/ 0 w 970080"/>
                <a:gd name="connsiteY1" fmla="*/ 414611 h 4146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70080" h="414611">
                  <a:moveTo>
                    <a:pt x="970081" y="0"/>
                  </a:moveTo>
                  <a:lnTo>
                    <a:pt x="0" y="414611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95" name="Kombinationstegning: figur 2894">
              <a:extLst>
                <a:ext uri="{FF2B5EF4-FFF2-40B4-BE49-F238E27FC236}">
                  <a16:creationId xmlns:a16="http://schemas.microsoft.com/office/drawing/2014/main" id="{B31F37FB-7C98-9BB1-9F38-E081021565A5}"/>
                </a:ext>
              </a:extLst>
            </p:cNvPr>
            <p:cNvSpPr/>
            <p:nvPr/>
          </p:nvSpPr>
          <p:spPr>
            <a:xfrm>
              <a:off x="3094793" y="8349803"/>
              <a:ext cx="154307" cy="421591"/>
            </a:xfrm>
            <a:custGeom>
              <a:avLst/>
              <a:gdLst>
                <a:gd name="connsiteX0" fmla="*/ 154308 w 154307"/>
                <a:gd name="connsiteY0" fmla="*/ 0 h 421591"/>
                <a:gd name="connsiteX1" fmla="*/ 0 w 154307"/>
                <a:gd name="connsiteY1" fmla="*/ 421592 h 4215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54307" h="421591">
                  <a:moveTo>
                    <a:pt x="154308" y="0"/>
                  </a:moveTo>
                  <a:lnTo>
                    <a:pt x="0" y="421592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96" name="Kombinationstegning: figur 2895">
              <a:extLst>
                <a:ext uri="{FF2B5EF4-FFF2-40B4-BE49-F238E27FC236}">
                  <a16:creationId xmlns:a16="http://schemas.microsoft.com/office/drawing/2014/main" id="{2CA2B9C7-10CC-CF13-F2A9-B307C4EF8CC1}"/>
                </a:ext>
              </a:extLst>
            </p:cNvPr>
            <p:cNvSpPr/>
            <p:nvPr/>
          </p:nvSpPr>
          <p:spPr>
            <a:xfrm>
              <a:off x="1516608" y="8349803"/>
              <a:ext cx="1732493" cy="62840"/>
            </a:xfrm>
            <a:custGeom>
              <a:avLst/>
              <a:gdLst>
                <a:gd name="connsiteX0" fmla="*/ 1732494 w 1732493"/>
                <a:gd name="connsiteY0" fmla="*/ 0 h 62840"/>
                <a:gd name="connsiteX1" fmla="*/ 0 w 1732493"/>
                <a:gd name="connsiteY1" fmla="*/ 62841 h 628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732493" h="62840">
                  <a:moveTo>
                    <a:pt x="1732494" y="0"/>
                  </a:moveTo>
                  <a:lnTo>
                    <a:pt x="0" y="62841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97" name="Kombinationstegning: figur 2896">
              <a:extLst>
                <a:ext uri="{FF2B5EF4-FFF2-40B4-BE49-F238E27FC236}">
                  <a16:creationId xmlns:a16="http://schemas.microsoft.com/office/drawing/2014/main" id="{8CEE1158-0D13-1697-BB4E-1FF0BD22E15B}"/>
                </a:ext>
              </a:extLst>
            </p:cNvPr>
            <p:cNvSpPr/>
            <p:nvPr/>
          </p:nvSpPr>
          <p:spPr>
            <a:xfrm>
              <a:off x="3249101" y="8349803"/>
              <a:ext cx="875638" cy="310443"/>
            </a:xfrm>
            <a:custGeom>
              <a:avLst/>
              <a:gdLst>
                <a:gd name="connsiteX0" fmla="*/ 0 w 875638"/>
                <a:gd name="connsiteY0" fmla="*/ 0 h 310443"/>
                <a:gd name="connsiteX1" fmla="*/ 875638 w 875638"/>
                <a:gd name="connsiteY1" fmla="*/ 310443 h 3104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75638" h="310443">
                  <a:moveTo>
                    <a:pt x="0" y="0"/>
                  </a:moveTo>
                  <a:lnTo>
                    <a:pt x="875638" y="310443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98" name="Kombinationstegning: figur 2897">
              <a:extLst>
                <a:ext uri="{FF2B5EF4-FFF2-40B4-BE49-F238E27FC236}">
                  <a16:creationId xmlns:a16="http://schemas.microsoft.com/office/drawing/2014/main" id="{145D5CE2-8AAA-DB24-767C-55F4BFB6B7C1}"/>
                </a:ext>
              </a:extLst>
            </p:cNvPr>
            <p:cNvSpPr/>
            <p:nvPr/>
          </p:nvSpPr>
          <p:spPr>
            <a:xfrm>
              <a:off x="2325150" y="8349803"/>
              <a:ext cx="923950" cy="95498"/>
            </a:xfrm>
            <a:custGeom>
              <a:avLst/>
              <a:gdLst>
                <a:gd name="connsiteX0" fmla="*/ 923951 w 923950"/>
                <a:gd name="connsiteY0" fmla="*/ 0 h 95498"/>
                <a:gd name="connsiteX1" fmla="*/ 0 w 923950"/>
                <a:gd name="connsiteY1" fmla="*/ 95499 h 954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23950" h="95498">
                  <a:moveTo>
                    <a:pt x="923951" y="0"/>
                  </a:moveTo>
                  <a:lnTo>
                    <a:pt x="0" y="95499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99" name="Kombinationstegning: figur 2898">
              <a:extLst>
                <a:ext uri="{FF2B5EF4-FFF2-40B4-BE49-F238E27FC236}">
                  <a16:creationId xmlns:a16="http://schemas.microsoft.com/office/drawing/2014/main" id="{01F8CAFA-1BB7-B630-6EBB-37EEC9382A5D}"/>
                </a:ext>
              </a:extLst>
            </p:cNvPr>
            <p:cNvSpPr/>
            <p:nvPr/>
          </p:nvSpPr>
          <p:spPr>
            <a:xfrm>
              <a:off x="3001710" y="8349803"/>
              <a:ext cx="247391" cy="691341"/>
            </a:xfrm>
            <a:custGeom>
              <a:avLst/>
              <a:gdLst>
                <a:gd name="connsiteX0" fmla="*/ 247391 w 247391"/>
                <a:gd name="connsiteY0" fmla="*/ 0 h 691341"/>
                <a:gd name="connsiteX1" fmla="*/ 0 w 247391"/>
                <a:gd name="connsiteY1" fmla="*/ 691342 h 691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47391" h="691341">
                  <a:moveTo>
                    <a:pt x="247391" y="0"/>
                  </a:moveTo>
                  <a:lnTo>
                    <a:pt x="0" y="691342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00" name="Kombinationstegning: figur 2899">
              <a:extLst>
                <a:ext uri="{FF2B5EF4-FFF2-40B4-BE49-F238E27FC236}">
                  <a16:creationId xmlns:a16="http://schemas.microsoft.com/office/drawing/2014/main" id="{92F056E5-BA68-1FB5-1C02-601232E616AB}"/>
                </a:ext>
              </a:extLst>
            </p:cNvPr>
            <p:cNvSpPr/>
            <p:nvPr/>
          </p:nvSpPr>
          <p:spPr>
            <a:xfrm>
              <a:off x="3249101" y="8349803"/>
              <a:ext cx="374046" cy="685001"/>
            </a:xfrm>
            <a:custGeom>
              <a:avLst/>
              <a:gdLst>
                <a:gd name="connsiteX0" fmla="*/ 0 w 374046"/>
                <a:gd name="connsiteY0" fmla="*/ 0 h 685001"/>
                <a:gd name="connsiteX1" fmla="*/ 374047 w 374046"/>
                <a:gd name="connsiteY1" fmla="*/ 685002 h 685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74046" h="685001">
                  <a:moveTo>
                    <a:pt x="0" y="0"/>
                  </a:moveTo>
                  <a:lnTo>
                    <a:pt x="374047" y="685002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01" name="Kombinationstegning: figur 2900">
              <a:extLst>
                <a:ext uri="{FF2B5EF4-FFF2-40B4-BE49-F238E27FC236}">
                  <a16:creationId xmlns:a16="http://schemas.microsoft.com/office/drawing/2014/main" id="{9B3BB144-6B0A-A511-1588-B97B0E41E789}"/>
                </a:ext>
              </a:extLst>
            </p:cNvPr>
            <p:cNvSpPr/>
            <p:nvPr/>
          </p:nvSpPr>
          <p:spPr>
            <a:xfrm>
              <a:off x="1235523" y="8349803"/>
              <a:ext cx="2013578" cy="418128"/>
            </a:xfrm>
            <a:custGeom>
              <a:avLst/>
              <a:gdLst>
                <a:gd name="connsiteX0" fmla="*/ 2013579 w 2013578"/>
                <a:gd name="connsiteY0" fmla="*/ 0 h 418128"/>
                <a:gd name="connsiteX1" fmla="*/ 0 w 2013578"/>
                <a:gd name="connsiteY1" fmla="*/ 418129 h 4181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013578" h="418128">
                  <a:moveTo>
                    <a:pt x="2013579" y="0"/>
                  </a:moveTo>
                  <a:lnTo>
                    <a:pt x="0" y="418129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02" name="Kombinationstegning: figur 2901">
              <a:extLst>
                <a:ext uri="{FF2B5EF4-FFF2-40B4-BE49-F238E27FC236}">
                  <a16:creationId xmlns:a16="http://schemas.microsoft.com/office/drawing/2014/main" id="{E611D463-EEB9-C841-FB12-432746D36617}"/>
                </a:ext>
              </a:extLst>
            </p:cNvPr>
            <p:cNvSpPr/>
            <p:nvPr/>
          </p:nvSpPr>
          <p:spPr>
            <a:xfrm>
              <a:off x="1857503" y="8349803"/>
              <a:ext cx="1391598" cy="326970"/>
            </a:xfrm>
            <a:custGeom>
              <a:avLst/>
              <a:gdLst>
                <a:gd name="connsiteX0" fmla="*/ 1391599 w 1391598"/>
                <a:gd name="connsiteY0" fmla="*/ 0 h 326970"/>
                <a:gd name="connsiteX1" fmla="*/ 0 w 1391598"/>
                <a:gd name="connsiteY1" fmla="*/ 326970 h 3269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91598" h="326970">
                  <a:moveTo>
                    <a:pt x="1391599" y="0"/>
                  </a:moveTo>
                  <a:lnTo>
                    <a:pt x="0" y="32697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03" name="Kombinationstegning: figur 2902">
              <a:extLst>
                <a:ext uri="{FF2B5EF4-FFF2-40B4-BE49-F238E27FC236}">
                  <a16:creationId xmlns:a16="http://schemas.microsoft.com/office/drawing/2014/main" id="{F2FE25BB-3651-4F43-431B-A42DFCAFB4F7}"/>
                </a:ext>
              </a:extLst>
            </p:cNvPr>
            <p:cNvSpPr/>
            <p:nvPr/>
          </p:nvSpPr>
          <p:spPr>
            <a:xfrm>
              <a:off x="3662493" y="7474220"/>
              <a:ext cx="458003" cy="856994"/>
            </a:xfrm>
            <a:custGeom>
              <a:avLst/>
              <a:gdLst>
                <a:gd name="connsiteX0" fmla="*/ 458003 w 458003"/>
                <a:gd name="connsiteY0" fmla="*/ 0 h 856994"/>
                <a:gd name="connsiteX1" fmla="*/ 0 w 458003"/>
                <a:gd name="connsiteY1" fmla="*/ 856995 h 8569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58003" h="856994">
                  <a:moveTo>
                    <a:pt x="458003" y="0"/>
                  </a:moveTo>
                  <a:lnTo>
                    <a:pt x="0" y="856995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04" name="Kombinationstegning: figur 2903">
              <a:extLst>
                <a:ext uri="{FF2B5EF4-FFF2-40B4-BE49-F238E27FC236}">
                  <a16:creationId xmlns:a16="http://schemas.microsoft.com/office/drawing/2014/main" id="{234F8164-181C-7527-E3CA-B3CBC2EA1D62}"/>
                </a:ext>
              </a:extLst>
            </p:cNvPr>
            <p:cNvSpPr/>
            <p:nvPr/>
          </p:nvSpPr>
          <p:spPr>
            <a:xfrm>
              <a:off x="4043678" y="7474220"/>
              <a:ext cx="76818" cy="513472"/>
            </a:xfrm>
            <a:custGeom>
              <a:avLst/>
              <a:gdLst>
                <a:gd name="connsiteX0" fmla="*/ 76818 w 76818"/>
                <a:gd name="connsiteY0" fmla="*/ 0 h 513472"/>
                <a:gd name="connsiteX1" fmla="*/ 0 w 76818"/>
                <a:gd name="connsiteY1" fmla="*/ 513473 h 5134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6818" h="513472">
                  <a:moveTo>
                    <a:pt x="76818" y="0"/>
                  </a:moveTo>
                  <a:lnTo>
                    <a:pt x="0" y="513473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05" name="Kombinationstegning: figur 2904">
              <a:extLst>
                <a:ext uri="{FF2B5EF4-FFF2-40B4-BE49-F238E27FC236}">
                  <a16:creationId xmlns:a16="http://schemas.microsoft.com/office/drawing/2014/main" id="{42D04B0B-E7BF-6EFA-9B60-8119E72F4F6C}"/>
                </a:ext>
              </a:extLst>
            </p:cNvPr>
            <p:cNvSpPr/>
            <p:nvPr/>
          </p:nvSpPr>
          <p:spPr>
            <a:xfrm>
              <a:off x="4120496" y="7474220"/>
              <a:ext cx="75349" cy="811113"/>
            </a:xfrm>
            <a:custGeom>
              <a:avLst/>
              <a:gdLst>
                <a:gd name="connsiteX0" fmla="*/ 0 w 75349"/>
                <a:gd name="connsiteY0" fmla="*/ 0 h 811113"/>
                <a:gd name="connsiteX1" fmla="*/ 75350 w 75349"/>
                <a:gd name="connsiteY1" fmla="*/ 811114 h 8111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5349" h="811113">
                  <a:moveTo>
                    <a:pt x="0" y="0"/>
                  </a:moveTo>
                  <a:lnTo>
                    <a:pt x="75350" y="811114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06" name="Kombinationstegning: figur 2905">
              <a:extLst>
                <a:ext uri="{FF2B5EF4-FFF2-40B4-BE49-F238E27FC236}">
                  <a16:creationId xmlns:a16="http://schemas.microsoft.com/office/drawing/2014/main" id="{38C63F58-7E1A-FDC7-4FF8-2C36CD0FA156}"/>
                </a:ext>
              </a:extLst>
            </p:cNvPr>
            <p:cNvSpPr/>
            <p:nvPr/>
          </p:nvSpPr>
          <p:spPr>
            <a:xfrm>
              <a:off x="2592293" y="7474220"/>
              <a:ext cx="1528202" cy="213460"/>
            </a:xfrm>
            <a:custGeom>
              <a:avLst/>
              <a:gdLst>
                <a:gd name="connsiteX0" fmla="*/ 1528203 w 1528202"/>
                <a:gd name="connsiteY0" fmla="*/ 0 h 213460"/>
                <a:gd name="connsiteX1" fmla="*/ 0 w 1528202"/>
                <a:gd name="connsiteY1" fmla="*/ 213460 h 2134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528202" h="213460">
                  <a:moveTo>
                    <a:pt x="1528203" y="0"/>
                  </a:moveTo>
                  <a:lnTo>
                    <a:pt x="0" y="21346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07" name="Kombinationstegning: figur 2906">
              <a:extLst>
                <a:ext uri="{FF2B5EF4-FFF2-40B4-BE49-F238E27FC236}">
                  <a16:creationId xmlns:a16="http://schemas.microsoft.com/office/drawing/2014/main" id="{096FF43B-0B9D-A26D-B344-57DC2C78E0A7}"/>
                </a:ext>
              </a:extLst>
            </p:cNvPr>
            <p:cNvSpPr/>
            <p:nvPr/>
          </p:nvSpPr>
          <p:spPr>
            <a:xfrm>
              <a:off x="2477032" y="8331215"/>
              <a:ext cx="1185460" cy="760583"/>
            </a:xfrm>
            <a:custGeom>
              <a:avLst/>
              <a:gdLst>
                <a:gd name="connsiteX0" fmla="*/ 1185461 w 1185460"/>
                <a:gd name="connsiteY0" fmla="*/ 0 h 760583"/>
                <a:gd name="connsiteX1" fmla="*/ 0 w 1185460"/>
                <a:gd name="connsiteY1" fmla="*/ 760584 h 7605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85460" h="760583">
                  <a:moveTo>
                    <a:pt x="1185461" y="0"/>
                  </a:moveTo>
                  <a:lnTo>
                    <a:pt x="0" y="760584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08" name="Kombinationstegning: figur 2907">
              <a:extLst>
                <a:ext uri="{FF2B5EF4-FFF2-40B4-BE49-F238E27FC236}">
                  <a16:creationId xmlns:a16="http://schemas.microsoft.com/office/drawing/2014/main" id="{7DF94ED9-29C9-5520-A9D9-3F6AE2E6DD52}"/>
                </a:ext>
              </a:extLst>
            </p:cNvPr>
            <p:cNvSpPr/>
            <p:nvPr/>
          </p:nvSpPr>
          <p:spPr>
            <a:xfrm>
              <a:off x="2279020" y="8331215"/>
              <a:ext cx="1383472" cy="433198"/>
            </a:xfrm>
            <a:custGeom>
              <a:avLst/>
              <a:gdLst>
                <a:gd name="connsiteX0" fmla="*/ 1383472 w 1383472"/>
                <a:gd name="connsiteY0" fmla="*/ 0 h 433198"/>
                <a:gd name="connsiteX1" fmla="*/ 0 w 1383472"/>
                <a:gd name="connsiteY1" fmla="*/ 433199 h 433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83472" h="433198">
                  <a:moveTo>
                    <a:pt x="1383472" y="0"/>
                  </a:moveTo>
                  <a:lnTo>
                    <a:pt x="0" y="433199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09" name="Kombinationstegning: figur 2908">
              <a:extLst>
                <a:ext uri="{FF2B5EF4-FFF2-40B4-BE49-F238E27FC236}">
                  <a16:creationId xmlns:a16="http://schemas.microsoft.com/office/drawing/2014/main" id="{0E78454C-BF7D-0699-5483-39FF20D9DFC1}"/>
                </a:ext>
              </a:extLst>
            </p:cNvPr>
            <p:cNvSpPr/>
            <p:nvPr/>
          </p:nvSpPr>
          <p:spPr>
            <a:xfrm>
              <a:off x="3094793" y="8331215"/>
              <a:ext cx="567699" cy="440179"/>
            </a:xfrm>
            <a:custGeom>
              <a:avLst/>
              <a:gdLst>
                <a:gd name="connsiteX0" fmla="*/ 567699 w 567699"/>
                <a:gd name="connsiteY0" fmla="*/ 0 h 440179"/>
                <a:gd name="connsiteX1" fmla="*/ 0 w 567699"/>
                <a:gd name="connsiteY1" fmla="*/ 440179 h 4401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67699" h="440179">
                  <a:moveTo>
                    <a:pt x="567699" y="0"/>
                  </a:moveTo>
                  <a:lnTo>
                    <a:pt x="0" y="440179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10" name="Kombinationstegning: figur 2909">
              <a:extLst>
                <a:ext uri="{FF2B5EF4-FFF2-40B4-BE49-F238E27FC236}">
                  <a16:creationId xmlns:a16="http://schemas.microsoft.com/office/drawing/2014/main" id="{A68B29A4-0763-7444-AB5A-BCD47AFC00FE}"/>
                </a:ext>
              </a:extLst>
            </p:cNvPr>
            <p:cNvSpPr/>
            <p:nvPr/>
          </p:nvSpPr>
          <p:spPr>
            <a:xfrm>
              <a:off x="1516608" y="8331215"/>
              <a:ext cx="2145885" cy="81428"/>
            </a:xfrm>
            <a:custGeom>
              <a:avLst/>
              <a:gdLst>
                <a:gd name="connsiteX0" fmla="*/ 2145885 w 2145885"/>
                <a:gd name="connsiteY0" fmla="*/ 0 h 81428"/>
                <a:gd name="connsiteX1" fmla="*/ 0 w 2145885"/>
                <a:gd name="connsiteY1" fmla="*/ 81429 h 814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145885" h="81428">
                  <a:moveTo>
                    <a:pt x="2145885" y="0"/>
                  </a:moveTo>
                  <a:lnTo>
                    <a:pt x="0" y="81429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11" name="Kombinationstegning: figur 2910">
              <a:extLst>
                <a:ext uri="{FF2B5EF4-FFF2-40B4-BE49-F238E27FC236}">
                  <a16:creationId xmlns:a16="http://schemas.microsoft.com/office/drawing/2014/main" id="{68C6D0FD-F6BA-52F0-A475-34CCB91E5DAE}"/>
                </a:ext>
              </a:extLst>
            </p:cNvPr>
            <p:cNvSpPr/>
            <p:nvPr/>
          </p:nvSpPr>
          <p:spPr>
            <a:xfrm>
              <a:off x="3662493" y="8331215"/>
              <a:ext cx="462246" cy="329030"/>
            </a:xfrm>
            <a:custGeom>
              <a:avLst/>
              <a:gdLst>
                <a:gd name="connsiteX0" fmla="*/ 0 w 462246"/>
                <a:gd name="connsiteY0" fmla="*/ 0 h 329030"/>
                <a:gd name="connsiteX1" fmla="*/ 462247 w 462246"/>
                <a:gd name="connsiteY1" fmla="*/ 329031 h 3290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62246" h="329030">
                  <a:moveTo>
                    <a:pt x="0" y="0"/>
                  </a:moveTo>
                  <a:lnTo>
                    <a:pt x="462247" y="329031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12" name="Kombinationstegning: figur 2911">
              <a:extLst>
                <a:ext uri="{FF2B5EF4-FFF2-40B4-BE49-F238E27FC236}">
                  <a16:creationId xmlns:a16="http://schemas.microsoft.com/office/drawing/2014/main" id="{14A67813-C456-F207-95C6-808A7D6E4243}"/>
                </a:ext>
              </a:extLst>
            </p:cNvPr>
            <p:cNvSpPr/>
            <p:nvPr/>
          </p:nvSpPr>
          <p:spPr>
            <a:xfrm>
              <a:off x="2325150" y="8331215"/>
              <a:ext cx="1337342" cy="114086"/>
            </a:xfrm>
            <a:custGeom>
              <a:avLst/>
              <a:gdLst>
                <a:gd name="connsiteX0" fmla="*/ 1337342 w 1337342"/>
                <a:gd name="connsiteY0" fmla="*/ 0 h 114086"/>
                <a:gd name="connsiteX1" fmla="*/ 0 w 1337342"/>
                <a:gd name="connsiteY1" fmla="*/ 114087 h 1140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37342" h="114086">
                  <a:moveTo>
                    <a:pt x="1337342" y="0"/>
                  </a:moveTo>
                  <a:lnTo>
                    <a:pt x="0" y="114087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13" name="Kombinationstegning: figur 2912">
              <a:extLst>
                <a:ext uri="{FF2B5EF4-FFF2-40B4-BE49-F238E27FC236}">
                  <a16:creationId xmlns:a16="http://schemas.microsoft.com/office/drawing/2014/main" id="{1658679E-80F5-CE51-3B58-CEFBB90805FC}"/>
                </a:ext>
              </a:extLst>
            </p:cNvPr>
            <p:cNvSpPr/>
            <p:nvPr/>
          </p:nvSpPr>
          <p:spPr>
            <a:xfrm>
              <a:off x="3001710" y="8331215"/>
              <a:ext cx="660782" cy="709929"/>
            </a:xfrm>
            <a:custGeom>
              <a:avLst/>
              <a:gdLst>
                <a:gd name="connsiteX0" fmla="*/ 660783 w 660782"/>
                <a:gd name="connsiteY0" fmla="*/ 0 h 709929"/>
                <a:gd name="connsiteX1" fmla="*/ 0 w 660782"/>
                <a:gd name="connsiteY1" fmla="*/ 709930 h 7099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60782" h="709929">
                  <a:moveTo>
                    <a:pt x="660783" y="0"/>
                  </a:moveTo>
                  <a:lnTo>
                    <a:pt x="0" y="70993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14" name="Kombinationstegning: figur 2913">
              <a:extLst>
                <a:ext uri="{FF2B5EF4-FFF2-40B4-BE49-F238E27FC236}">
                  <a16:creationId xmlns:a16="http://schemas.microsoft.com/office/drawing/2014/main" id="{6C1CA262-B873-EFFB-446D-0F2EA7092FA7}"/>
                </a:ext>
              </a:extLst>
            </p:cNvPr>
            <p:cNvSpPr/>
            <p:nvPr/>
          </p:nvSpPr>
          <p:spPr>
            <a:xfrm>
              <a:off x="3623148" y="8331215"/>
              <a:ext cx="39344" cy="703589"/>
            </a:xfrm>
            <a:custGeom>
              <a:avLst/>
              <a:gdLst>
                <a:gd name="connsiteX0" fmla="*/ 39345 w 39344"/>
                <a:gd name="connsiteY0" fmla="*/ 0 h 703589"/>
                <a:gd name="connsiteX1" fmla="*/ 0 w 39344"/>
                <a:gd name="connsiteY1" fmla="*/ 703589 h 7035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9344" h="703589">
                  <a:moveTo>
                    <a:pt x="39345" y="0"/>
                  </a:moveTo>
                  <a:lnTo>
                    <a:pt x="0" y="703589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15" name="Kombinationstegning: figur 2914">
              <a:extLst>
                <a:ext uri="{FF2B5EF4-FFF2-40B4-BE49-F238E27FC236}">
                  <a16:creationId xmlns:a16="http://schemas.microsoft.com/office/drawing/2014/main" id="{AB8E6AE2-2831-A050-D21A-1AF387DA4540}"/>
                </a:ext>
              </a:extLst>
            </p:cNvPr>
            <p:cNvSpPr/>
            <p:nvPr/>
          </p:nvSpPr>
          <p:spPr>
            <a:xfrm>
              <a:off x="3662493" y="8285334"/>
              <a:ext cx="533353" cy="45880"/>
            </a:xfrm>
            <a:custGeom>
              <a:avLst/>
              <a:gdLst>
                <a:gd name="connsiteX0" fmla="*/ 0 w 533353"/>
                <a:gd name="connsiteY0" fmla="*/ 45881 h 45880"/>
                <a:gd name="connsiteX1" fmla="*/ 533353 w 533353"/>
                <a:gd name="connsiteY1" fmla="*/ 0 h 458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33353" h="45880">
                  <a:moveTo>
                    <a:pt x="0" y="45881"/>
                  </a:moveTo>
                  <a:lnTo>
                    <a:pt x="533353" y="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16" name="Kombinationstegning: figur 2915">
              <a:extLst>
                <a:ext uri="{FF2B5EF4-FFF2-40B4-BE49-F238E27FC236}">
                  <a16:creationId xmlns:a16="http://schemas.microsoft.com/office/drawing/2014/main" id="{A50461CD-3730-645A-ADB8-EFD34C57E30F}"/>
                </a:ext>
              </a:extLst>
            </p:cNvPr>
            <p:cNvSpPr/>
            <p:nvPr/>
          </p:nvSpPr>
          <p:spPr>
            <a:xfrm>
              <a:off x="1235523" y="8331215"/>
              <a:ext cx="2426970" cy="436716"/>
            </a:xfrm>
            <a:custGeom>
              <a:avLst/>
              <a:gdLst>
                <a:gd name="connsiteX0" fmla="*/ 2426970 w 2426970"/>
                <a:gd name="connsiteY0" fmla="*/ 0 h 436716"/>
                <a:gd name="connsiteX1" fmla="*/ 0 w 2426970"/>
                <a:gd name="connsiteY1" fmla="*/ 436716 h 4367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426970" h="436716">
                  <a:moveTo>
                    <a:pt x="2426970" y="0"/>
                  </a:moveTo>
                  <a:lnTo>
                    <a:pt x="0" y="436716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17" name="Kombinationstegning: figur 2916">
              <a:extLst>
                <a:ext uri="{FF2B5EF4-FFF2-40B4-BE49-F238E27FC236}">
                  <a16:creationId xmlns:a16="http://schemas.microsoft.com/office/drawing/2014/main" id="{6E611880-17E1-B7E5-777F-7057CF77EDC1}"/>
                </a:ext>
              </a:extLst>
            </p:cNvPr>
            <p:cNvSpPr/>
            <p:nvPr/>
          </p:nvSpPr>
          <p:spPr>
            <a:xfrm>
              <a:off x="3662493" y="7987693"/>
              <a:ext cx="381185" cy="343521"/>
            </a:xfrm>
            <a:custGeom>
              <a:avLst/>
              <a:gdLst>
                <a:gd name="connsiteX0" fmla="*/ 0 w 381185"/>
                <a:gd name="connsiteY0" fmla="*/ 343522 h 343521"/>
                <a:gd name="connsiteX1" fmla="*/ 381185 w 381185"/>
                <a:gd name="connsiteY1" fmla="*/ 0 h 3435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81185" h="343521">
                  <a:moveTo>
                    <a:pt x="0" y="343522"/>
                  </a:moveTo>
                  <a:lnTo>
                    <a:pt x="381185" y="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18" name="Kombinationstegning: figur 2917">
              <a:extLst>
                <a:ext uri="{FF2B5EF4-FFF2-40B4-BE49-F238E27FC236}">
                  <a16:creationId xmlns:a16="http://schemas.microsoft.com/office/drawing/2014/main" id="{B38813DA-B4F5-C43A-00F6-3E7165BF2E42}"/>
                </a:ext>
              </a:extLst>
            </p:cNvPr>
            <p:cNvSpPr/>
            <p:nvPr/>
          </p:nvSpPr>
          <p:spPr>
            <a:xfrm>
              <a:off x="2592293" y="7687681"/>
              <a:ext cx="1070199" cy="643534"/>
            </a:xfrm>
            <a:custGeom>
              <a:avLst/>
              <a:gdLst>
                <a:gd name="connsiteX0" fmla="*/ 1070199 w 1070199"/>
                <a:gd name="connsiteY0" fmla="*/ 643534 h 643534"/>
                <a:gd name="connsiteX1" fmla="*/ 0 w 1070199"/>
                <a:gd name="connsiteY1" fmla="*/ 0 h 6435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70199" h="643534">
                  <a:moveTo>
                    <a:pt x="1070199" y="643534"/>
                  </a:moveTo>
                  <a:lnTo>
                    <a:pt x="0" y="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19" name="Kombinationstegning: figur 2918">
              <a:extLst>
                <a:ext uri="{FF2B5EF4-FFF2-40B4-BE49-F238E27FC236}">
                  <a16:creationId xmlns:a16="http://schemas.microsoft.com/office/drawing/2014/main" id="{7B377F70-C3FC-1796-C091-F2EDED127F38}"/>
                </a:ext>
              </a:extLst>
            </p:cNvPr>
            <p:cNvSpPr/>
            <p:nvPr/>
          </p:nvSpPr>
          <p:spPr>
            <a:xfrm>
              <a:off x="1857503" y="8331215"/>
              <a:ext cx="1804990" cy="345558"/>
            </a:xfrm>
            <a:custGeom>
              <a:avLst/>
              <a:gdLst>
                <a:gd name="connsiteX0" fmla="*/ 1804990 w 1804990"/>
                <a:gd name="connsiteY0" fmla="*/ 0 h 345558"/>
                <a:gd name="connsiteX1" fmla="*/ 0 w 1804990"/>
                <a:gd name="connsiteY1" fmla="*/ 345558 h 3455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04990" h="345558">
                  <a:moveTo>
                    <a:pt x="1804990" y="0"/>
                  </a:moveTo>
                  <a:lnTo>
                    <a:pt x="0" y="345558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20" name="Kombinationstegning: figur 2919">
              <a:extLst>
                <a:ext uri="{FF2B5EF4-FFF2-40B4-BE49-F238E27FC236}">
                  <a16:creationId xmlns:a16="http://schemas.microsoft.com/office/drawing/2014/main" id="{D842B9B9-18CF-BE3E-066E-688EA56B9198}"/>
                </a:ext>
              </a:extLst>
            </p:cNvPr>
            <p:cNvSpPr/>
            <p:nvPr/>
          </p:nvSpPr>
          <p:spPr>
            <a:xfrm>
              <a:off x="4043678" y="7987693"/>
              <a:ext cx="152167" cy="297640"/>
            </a:xfrm>
            <a:custGeom>
              <a:avLst/>
              <a:gdLst>
                <a:gd name="connsiteX0" fmla="*/ 152168 w 152167"/>
                <a:gd name="connsiteY0" fmla="*/ 297641 h 297640"/>
                <a:gd name="connsiteX1" fmla="*/ 0 w 152167"/>
                <a:gd name="connsiteY1" fmla="*/ 0 h 297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52167" h="297640">
                  <a:moveTo>
                    <a:pt x="152168" y="297641"/>
                  </a:moveTo>
                  <a:lnTo>
                    <a:pt x="0" y="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21" name="Kombinationstegning: figur 2920">
              <a:extLst>
                <a:ext uri="{FF2B5EF4-FFF2-40B4-BE49-F238E27FC236}">
                  <a16:creationId xmlns:a16="http://schemas.microsoft.com/office/drawing/2014/main" id="{222A4B34-30B1-9A39-2680-D06DBB267C6C}"/>
                </a:ext>
              </a:extLst>
            </p:cNvPr>
            <p:cNvSpPr/>
            <p:nvPr/>
          </p:nvSpPr>
          <p:spPr>
            <a:xfrm>
              <a:off x="2592293" y="7687681"/>
              <a:ext cx="1603552" cy="597653"/>
            </a:xfrm>
            <a:custGeom>
              <a:avLst/>
              <a:gdLst>
                <a:gd name="connsiteX0" fmla="*/ 1603552 w 1603552"/>
                <a:gd name="connsiteY0" fmla="*/ 597654 h 597653"/>
                <a:gd name="connsiteX1" fmla="*/ 0 w 1603552"/>
                <a:gd name="connsiteY1" fmla="*/ 0 h 5976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603552" h="597653">
                  <a:moveTo>
                    <a:pt x="1603552" y="597654"/>
                  </a:moveTo>
                  <a:lnTo>
                    <a:pt x="0" y="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22" name="Kombinationstegning: figur 2921">
              <a:extLst>
                <a:ext uri="{FF2B5EF4-FFF2-40B4-BE49-F238E27FC236}">
                  <a16:creationId xmlns:a16="http://schemas.microsoft.com/office/drawing/2014/main" id="{CE6677D8-7B88-5F77-0FAA-9E56A66361E0}"/>
                </a:ext>
              </a:extLst>
            </p:cNvPr>
            <p:cNvSpPr/>
            <p:nvPr/>
          </p:nvSpPr>
          <p:spPr>
            <a:xfrm>
              <a:off x="2279020" y="8285334"/>
              <a:ext cx="1916825" cy="479079"/>
            </a:xfrm>
            <a:custGeom>
              <a:avLst/>
              <a:gdLst>
                <a:gd name="connsiteX0" fmla="*/ 1916825 w 1916825"/>
                <a:gd name="connsiteY0" fmla="*/ 0 h 479079"/>
                <a:gd name="connsiteX1" fmla="*/ 0 w 1916825"/>
                <a:gd name="connsiteY1" fmla="*/ 479080 h 479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916825" h="479079">
                  <a:moveTo>
                    <a:pt x="1916825" y="0"/>
                  </a:moveTo>
                  <a:lnTo>
                    <a:pt x="0" y="47908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23" name="Kombinationstegning: figur 2922">
              <a:extLst>
                <a:ext uri="{FF2B5EF4-FFF2-40B4-BE49-F238E27FC236}">
                  <a16:creationId xmlns:a16="http://schemas.microsoft.com/office/drawing/2014/main" id="{3C02A8C7-AA57-78E7-04DF-7010581E8A45}"/>
                </a:ext>
              </a:extLst>
            </p:cNvPr>
            <p:cNvSpPr/>
            <p:nvPr/>
          </p:nvSpPr>
          <p:spPr>
            <a:xfrm>
              <a:off x="3094793" y="8285334"/>
              <a:ext cx="1101052" cy="486060"/>
            </a:xfrm>
            <a:custGeom>
              <a:avLst/>
              <a:gdLst>
                <a:gd name="connsiteX0" fmla="*/ 1101052 w 1101052"/>
                <a:gd name="connsiteY0" fmla="*/ 0 h 486060"/>
                <a:gd name="connsiteX1" fmla="*/ 0 w 1101052"/>
                <a:gd name="connsiteY1" fmla="*/ 486060 h 486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01052" h="486060">
                  <a:moveTo>
                    <a:pt x="1101052" y="0"/>
                  </a:moveTo>
                  <a:lnTo>
                    <a:pt x="0" y="48606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24" name="Kombinationstegning: figur 2923">
              <a:extLst>
                <a:ext uri="{FF2B5EF4-FFF2-40B4-BE49-F238E27FC236}">
                  <a16:creationId xmlns:a16="http://schemas.microsoft.com/office/drawing/2014/main" id="{DF2FFFFB-9BB2-AA06-A6E4-81D7876BA33B}"/>
                </a:ext>
              </a:extLst>
            </p:cNvPr>
            <p:cNvSpPr/>
            <p:nvPr/>
          </p:nvSpPr>
          <p:spPr>
            <a:xfrm>
              <a:off x="4124739" y="8285334"/>
              <a:ext cx="71106" cy="374911"/>
            </a:xfrm>
            <a:custGeom>
              <a:avLst/>
              <a:gdLst>
                <a:gd name="connsiteX0" fmla="*/ 71106 w 71106"/>
                <a:gd name="connsiteY0" fmla="*/ 0 h 374911"/>
                <a:gd name="connsiteX1" fmla="*/ 0 w 71106"/>
                <a:gd name="connsiteY1" fmla="*/ 374912 h 3749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1106" h="374911">
                  <a:moveTo>
                    <a:pt x="71106" y="0"/>
                  </a:moveTo>
                  <a:lnTo>
                    <a:pt x="0" y="374912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25" name="Kombinationstegning: figur 2924">
              <a:extLst>
                <a:ext uri="{FF2B5EF4-FFF2-40B4-BE49-F238E27FC236}">
                  <a16:creationId xmlns:a16="http://schemas.microsoft.com/office/drawing/2014/main" id="{E0DF825F-449A-3C70-C5B3-4CBC94AE29BB}"/>
                </a:ext>
              </a:extLst>
            </p:cNvPr>
            <p:cNvSpPr/>
            <p:nvPr/>
          </p:nvSpPr>
          <p:spPr>
            <a:xfrm>
              <a:off x="2325150" y="8285334"/>
              <a:ext cx="1870695" cy="159967"/>
            </a:xfrm>
            <a:custGeom>
              <a:avLst/>
              <a:gdLst>
                <a:gd name="connsiteX0" fmla="*/ 1870695 w 1870695"/>
                <a:gd name="connsiteY0" fmla="*/ 0 h 159967"/>
                <a:gd name="connsiteX1" fmla="*/ 0 w 1870695"/>
                <a:gd name="connsiteY1" fmla="*/ 159968 h 159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70695" h="159967">
                  <a:moveTo>
                    <a:pt x="1870695" y="0"/>
                  </a:moveTo>
                  <a:lnTo>
                    <a:pt x="0" y="159968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26" name="Kombinationstegning: figur 2925">
              <a:extLst>
                <a:ext uri="{FF2B5EF4-FFF2-40B4-BE49-F238E27FC236}">
                  <a16:creationId xmlns:a16="http://schemas.microsoft.com/office/drawing/2014/main" id="{EA65FDF0-E61F-3987-5981-0D321DEAD6C1}"/>
                </a:ext>
              </a:extLst>
            </p:cNvPr>
            <p:cNvSpPr/>
            <p:nvPr/>
          </p:nvSpPr>
          <p:spPr>
            <a:xfrm>
              <a:off x="3001710" y="8285334"/>
              <a:ext cx="1194135" cy="755810"/>
            </a:xfrm>
            <a:custGeom>
              <a:avLst/>
              <a:gdLst>
                <a:gd name="connsiteX0" fmla="*/ 1194136 w 1194135"/>
                <a:gd name="connsiteY0" fmla="*/ 0 h 755810"/>
                <a:gd name="connsiteX1" fmla="*/ 0 w 1194135"/>
                <a:gd name="connsiteY1" fmla="*/ 755811 h 755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94135" h="755810">
                  <a:moveTo>
                    <a:pt x="1194136" y="0"/>
                  </a:moveTo>
                  <a:lnTo>
                    <a:pt x="0" y="755811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27" name="Kombinationstegning: figur 2926">
              <a:extLst>
                <a:ext uri="{FF2B5EF4-FFF2-40B4-BE49-F238E27FC236}">
                  <a16:creationId xmlns:a16="http://schemas.microsoft.com/office/drawing/2014/main" id="{2448F6CF-056A-B4C5-4783-64C42B484174}"/>
                </a:ext>
              </a:extLst>
            </p:cNvPr>
            <p:cNvSpPr/>
            <p:nvPr/>
          </p:nvSpPr>
          <p:spPr>
            <a:xfrm>
              <a:off x="3623148" y="8285334"/>
              <a:ext cx="572698" cy="749470"/>
            </a:xfrm>
            <a:custGeom>
              <a:avLst/>
              <a:gdLst>
                <a:gd name="connsiteX0" fmla="*/ 572698 w 572698"/>
                <a:gd name="connsiteY0" fmla="*/ 0 h 749470"/>
                <a:gd name="connsiteX1" fmla="*/ 0 w 572698"/>
                <a:gd name="connsiteY1" fmla="*/ 749470 h 7494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2698" h="749470">
                  <a:moveTo>
                    <a:pt x="572698" y="0"/>
                  </a:moveTo>
                  <a:lnTo>
                    <a:pt x="0" y="74947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28" name="Kombinationstegning: figur 2927">
              <a:extLst>
                <a:ext uri="{FF2B5EF4-FFF2-40B4-BE49-F238E27FC236}">
                  <a16:creationId xmlns:a16="http://schemas.microsoft.com/office/drawing/2014/main" id="{92EF7491-FF8E-943D-5EF3-1CA931C03DB0}"/>
                </a:ext>
              </a:extLst>
            </p:cNvPr>
            <p:cNvSpPr/>
            <p:nvPr/>
          </p:nvSpPr>
          <p:spPr>
            <a:xfrm>
              <a:off x="1857503" y="8285334"/>
              <a:ext cx="2338343" cy="391439"/>
            </a:xfrm>
            <a:custGeom>
              <a:avLst/>
              <a:gdLst>
                <a:gd name="connsiteX0" fmla="*/ 2338343 w 2338343"/>
                <a:gd name="connsiteY0" fmla="*/ 0 h 391439"/>
                <a:gd name="connsiteX1" fmla="*/ 0 w 2338343"/>
                <a:gd name="connsiteY1" fmla="*/ 391439 h 391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338343" h="391439">
                  <a:moveTo>
                    <a:pt x="2338343" y="0"/>
                  </a:moveTo>
                  <a:lnTo>
                    <a:pt x="0" y="391439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29" name="Kombinationstegning: figur 2928">
              <a:extLst>
                <a:ext uri="{FF2B5EF4-FFF2-40B4-BE49-F238E27FC236}">
                  <a16:creationId xmlns:a16="http://schemas.microsoft.com/office/drawing/2014/main" id="{A9CCE108-93CE-3FED-671E-88E15BA6CA1D}"/>
                </a:ext>
              </a:extLst>
            </p:cNvPr>
            <p:cNvSpPr/>
            <p:nvPr/>
          </p:nvSpPr>
          <p:spPr>
            <a:xfrm>
              <a:off x="3094793" y="7987693"/>
              <a:ext cx="948884" cy="783701"/>
            </a:xfrm>
            <a:custGeom>
              <a:avLst/>
              <a:gdLst>
                <a:gd name="connsiteX0" fmla="*/ 948884 w 948884"/>
                <a:gd name="connsiteY0" fmla="*/ 0 h 783701"/>
                <a:gd name="connsiteX1" fmla="*/ 0 w 948884"/>
                <a:gd name="connsiteY1" fmla="*/ 783701 h 7837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48884" h="783701">
                  <a:moveTo>
                    <a:pt x="948884" y="0"/>
                  </a:moveTo>
                  <a:lnTo>
                    <a:pt x="0" y="783701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30" name="Kombinationstegning: figur 2929">
              <a:extLst>
                <a:ext uri="{FF2B5EF4-FFF2-40B4-BE49-F238E27FC236}">
                  <a16:creationId xmlns:a16="http://schemas.microsoft.com/office/drawing/2014/main" id="{78583AFC-F311-0A28-9460-5720DAABB666}"/>
                </a:ext>
              </a:extLst>
            </p:cNvPr>
            <p:cNvSpPr/>
            <p:nvPr/>
          </p:nvSpPr>
          <p:spPr>
            <a:xfrm>
              <a:off x="4043678" y="7987693"/>
              <a:ext cx="81061" cy="672552"/>
            </a:xfrm>
            <a:custGeom>
              <a:avLst/>
              <a:gdLst>
                <a:gd name="connsiteX0" fmla="*/ 0 w 81061"/>
                <a:gd name="connsiteY0" fmla="*/ 0 h 672552"/>
                <a:gd name="connsiteX1" fmla="*/ 81062 w 81061"/>
                <a:gd name="connsiteY1" fmla="*/ 672553 h 6725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1061" h="672552">
                  <a:moveTo>
                    <a:pt x="0" y="0"/>
                  </a:moveTo>
                  <a:lnTo>
                    <a:pt x="81062" y="672553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31" name="Kombinationstegning: figur 2930">
              <a:extLst>
                <a:ext uri="{FF2B5EF4-FFF2-40B4-BE49-F238E27FC236}">
                  <a16:creationId xmlns:a16="http://schemas.microsoft.com/office/drawing/2014/main" id="{0F3F230A-A32C-DABA-8667-024CDB1E259C}"/>
                </a:ext>
              </a:extLst>
            </p:cNvPr>
            <p:cNvSpPr/>
            <p:nvPr/>
          </p:nvSpPr>
          <p:spPr>
            <a:xfrm>
              <a:off x="2325150" y="7987693"/>
              <a:ext cx="1718527" cy="457608"/>
            </a:xfrm>
            <a:custGeom>
              <a:avLst/>
              <a:gdLst>
                <a:gd name="connsiteX0" fmla="*/ 1718527 w 1718527"/>
                <a:gd name="connsiteY0" fmla="*/ 0 h 457608"/>
                <a:gd name="connsiteX1" fmla="*/ 0 w 1718527"/>
                <a:gd name="connsiteY1" fmla="*/ 457609 h 4576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718527" h="457608">
                  <a:moveTo>
                    <a:pt x="1718527" y="0"/>
                  </a:moveTo>
                  <a:lnTo>
                    <a:pt x="0" y="457609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32" name="Kombinationstegning: figur 2931">
              <a:extLst>
                <a:ext uri="{FF2B5EF4-FFF2-40B4-BE49-F238E27FC236}">
                  <a16:creationId xmlns:a16="http://schemas.microsoft.com/office/drawing/2014/main" id="{09510AC0-7A97-5C90-D02E-29DD96F4353D}"/>
                </a:ext>
              </a:extLst>
            </p:cNvPr>
            <p:cNvSpPr/>
            <p:nvPr/>
          </p:nvSpPr>
          <p:spPr>
            <a:xfrm>
              <a:off x="2592293" y="7687681"/>
              <a:ext cx="1451384" cy="300012"/>
            </a:xfrm>
            <a:custGeom>
              <a:avLst/>
              <a:gdLst>
                <a:gd name="connsiteX0" fmla="*/ 1451384 w 1451384"/>
                <a:gd name="connsiteY0" fmla="*/ 300013 h 300012"/>
                <a:gd name="connsiteX1" fmla="*/ 0 w 1451384"/>
                <a:gd name="connsiteY1" fmla="*/ 0 h 3000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51384" h="300012">
                  <a:moveTo>
                    <a:pt x="1451384" y="300013"/>
                  </a:moveTo>
                  <a:lnTo>
                    <a:pt x="0" y="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33" name="Kombinationstegning: figur 2932">
              <a:extLst>
                <a:ext uri="{FF2B5EF4-FFF2-40B4-BE49-F238E27FC236}">
                  <a16:creationId xmlns:a16="http://schemas.microsoft.com/office/drawing/2014/main" id="{72CEE4E1-F48D-C7B8-5BED-D0D3B764BED4}"/>
                </a:ext>
              </a:extLst>
            </p:cNvPr>
            <p:cNvSpPr/>
            <p:nvPr/>
          </p:nvSpPr>
          <p:spPr>
            <a:xfrm>
              <a:off x="2477032" y="8660246"/>
              <a:ext cx="1647707" cy="431552"/>
            </a:xfrm>
            <a:custGeom>
              <a:avLst/>
              <a:gdLst>
                <a:gd name="connsiteX0" fmla="*/ 0 w 1647707"/>
                <a:gd name="connsiteY0" fmla="*/ 431553 h 431552"/>
                <a:gd name="connsiteX1" fmla="*/ 1647707 w 1647707"/>
                <a:gd name="connsiteY1" fmla="*/ 0 h 4315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647707" h="431552">
                  <a:moveTo>
                    <a:pt x="0" y="431553"/>
                  </a:moveTo>
                  <a:lnTo>
                    <a:pt x="1647707" y="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34" name="Kombinationstegning: figur 2933">
              <a:extLst>
                <a:ext uri="{FF2B5EF4-FFF2-40B4-BE49-F238E27FC236}">
                  <a16:creationId xmlns:a16="http://schemas.microsoft.com/office/drawing/2014/main" id="{4AC9A759-D844-0E98-2C1C-389F04BE9B43}"/>
                </a:ext>
              </a:extLst>
            </p:cNvPr>
            <p:cNvSpPr/>
            <p:nvPr/>
          </p:nvSpPr>
          <p:spPr>
            <a:xfrm>
              <a:off x="2477032" y="8771394"/>
              <a:ext cx="617761" cy="320404"/>
            </a:xfrm>
            <a:custGeom>
              <a:avLst/>
              <a:gdLst>
                <a:gd name="connsiteX0" fmla="*/ 0 w 617761"/>
                <a:gd name="connsiteY0" fmla="*/ 320405 h 320404"/>
                <a:gd name="connsiteX1" fmla="*/ 617761 w 617761"/>
                <a:gd name="connsiteY1" fmla="*/ 0 h 3204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17761" h="320404">
                  <a:moveTo>
                    <a:pt x="0" y="320405"/>
                  </a:moveTo>
                  <a:lnTo>
                    <a:pt x="617761" y="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35" name="Kombinationstegning: figur 2934">
              <a:extLst>
                <a:ext uri="{FF2B5EF4-FFF2-40B4-BE49-F238E27FC236}">
                  <a16:creationId xmlns:a16="http://schemas.microsoft.com/office/drawing/2014/main" id="{0A654984-79C4-DC5E-FC95-CE68B5B9642F}"/>
                </a:ext>
              </a:extLst>
            </p:cNvPr>
            <p:cNvSpPr/>
            <p:nvPr/>
          </p:nvSpPr>
          <p:spPr>
            <a:xfrm>
              <a:off x="2477032" y="9034804"/>
              <a:ext cx="1146115" cy="56994"/>
            </a:xfrm>
            <a:custGeom>
              <a:avLst/>
              <a:gdLst>
                <a:gd name="connsiteX0" fmla="*/ 0 w 1146115"/>
                <a:gd name="connsiteY0" fmla="*/ 56995 h 56994"/>
                <a:gd name="connsiteX1" fmla="*/ 1146116 w 1146115"/>
                <a:gd name="connsiteY1" fmla="*/ 0 h 569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46115" h="56994">
                  <a:moveTo>
                    <a:pt x="0" y="56995"/>
                  </a:moveTo>
                  <a:lnTo>
                    <a:pt x="1146116" y="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36" name="Kombinationstegning: figur 2935">
              <a:extLst>
                <a:ext uri="{FF2B5EF4-FFF2-40B4-BE49-F238E27FC236}">
                  <a16:creationId xmlns:a16="http://schemas.microsoft.com/office/drawing/2014/main" id="{DB1FA996-7CD8-6EFA-E6EB-2AF7C0C258D0}"/>
                </a:ext>
              </a:extLst>
            </p:cNvPr>
            <p:cNvSpPr/>
            <p:nvPr/>
          </p:nvSpPr>
          <p:spPr>
            <a:xfrm>
              <a:off x="2279020" y="8764414"/>
              <a:ext cx="198011" cy="327384"/>
            </a:xfrm>
            <a:custGeom>
              <a:avLst/>
              <a:gdLst>
                <a:gd name="connsiteX0" fmla="*/ 198012 w 198011"/>
                <a:gd name="connsiteY0" fmla="*/ 327385 h 327384"/>
                <a:gd name="connsiteX1" fmla="*/ 0 w 198011"/>
                <a:gd name="connsiteY1" fmla="*/ 0 h 3273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98011" h="327384">
                  <a:moveTo>
                    <a:pt x="198012" y="327385"/>
                  </a:moveTo>
                  <a:lnTo>
                    <a:pt x="0" y="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37" name="Kombinationstegning: figur 2936">
              <a:extLst>
                <a:ext uri="{FF2B5EF4-FFF2-40B4-BE49-F238E27FC236}">
                  <a16:creationId xmlns:a16="http://schemas.microsoft.com/office/drawing/2014/main" id="{49243685-69B8-A6E9-4251-F9559B07B996}"/>
                </a:ext>
              </a:extLst>
            </p:cNvPr>
            <p:cNvSpPr/>
            <p:nvPr/>
          </p:nvSpPr>
          <p:spPr>
            <a:xfrm>
              <a:off x="1857503" y="8676773"/>
              <a:ext cx="619529" cy="415025"/>
            </a:xfrm>
            <a:custGeom>
              <a:avLst/>
              <a:gdLst>
                <a:gd name="connsiteX0" fmla="*/ 619529 w 619529"/>
                <a:gd name="connsiteY0" fmla="*/ 415026 h 415025"/>
                <a:gd name="connsiteX1" fmla="*/ 0 w 619529"/>
                <a:gd name="connsiteY1" fmla="*/ 0 h 415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19529" h="415025">
                  <a:moveTo>
                    <a:pt x="619529" y="415026"/>
                  </a:moveTo>
                  <a:lnTo>
                    <a:pt x="0" y="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38" name="Kombinationstegning: figur 2937">
              <a:extLst>
                <a:ext uri="{FF2B5EF4-FFF2-40B4-BE49-F238E27FC236}">
                  <a16:creationId xmlns:a16="http://schemas.microsoft.com/office/drawing/2014/main" id="{EF8BB475-4385-35EC-B4AD-30F1C352B525}"/>
                </a:ext>
              </a:extLst>
            </p:cNvPr>
            <p:cNvSpPr/>
            <p:nvPr/>
          </p:nvSpPr>
          <p:spPr>
            <a:xfrm>
              <a:off x="2477032" y="9041145"/>
              <a:ext cx="524678" cy="50654"/>
            </a:xfrm>
            <a:custGeom>
              <a:avLst/>
              <a:gdLst>
                <a:gd name="connsiteX0" fmla="*/ 0 w 524678"/>
                <a:gd name="connsiteY0" fmla="*/ 50654 h 50654"/>
                <a:gd name="connsiteX1" fmla="*/ 524678 w 524678"/>
                <a:gd name="connsiteY1" fmla="*/ 0 h 506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24678" h="50654">
                  <a:moveTo>
                    <a:pt x="0" y="50654"/>
                  </a:moveTo>
                  <a:lnTo>
                    <a:pt x="524678" y="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39" name="Kombinationstegning: figur 2938">
              <a:extLst>
                <a:ext uri="{FF2B5EF4-FFF2-40B4-BE49-F238E27FC236}">
                  <a16:creationId xmlns:a16="http://schemas.microsoft.com/office/drawing/2014/main" id="{18543D9C-F435-9177-32FB-5630840C9BAD}"/>
                </a:ext>
              </a:extLst>
            </p:cNvPr>
            <p:cNvSpPr/>
            <p:nvPr/>
          </p:nvSpPr>
          <p:spPr>
            <a:xfrm>
              <a:off x="2004641" y="9091799"/>
              <a:ext cx="472390" cy="86927"/>
            </a:xfrm>
            <a:custGeom>
              <a:avLst/>
              <a:gdLst>
                <a:gd name="connsiteX0" fmla="*/ 472391 w 472390"/>
                <a:gd name="connsiteY0" fmla="*/ 0 h 86927"/>
                <a:gd name="connsiteX1" fmla="*/ 0 w 472390"/>
                <a:gd name="connsiteY1" fmla="*/ 86928 h 869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72390" h="86927">
                  <a:moveTo>
                    <a:pt x="472391" y="0"/>
                  </a:moveTo>
                  <a:lnTo>
                    <a:pt x="0" y="86928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40" name="Kombinationstegning: figur 2939">
              <a:extLst>
                <a:ext uri="{FF2B5EF4-FFF2-40B4-BE49-F238E27FC236}">
                  <a16:creationId xmlns:a16="http://schemas.microsoft.com/office/drawing/2014/main" id="{A5880D4B-7E8B-BF75-FF82-141D2D6FB457}"/>
                </a:ext>
              </a:extLst>
            </p:cNvPr>
            <p:cNvSpPr/>
            <p:nvPr/>
          </p:nvSpPr>
          <p:spPr>
            <a:xfrm>
              <a:off x="1687930" y="9091799"/>
              <a:ext cx="789102" cy="603445"/>
            </a:xfrm>
            <a:custGeom>
              <a:avLst/>
              <a:gdLst>
                <a:gd name="connsiteX0" fmla="*/ 789102 w 789102"/>
                <a:gd name="connsiteY0" fmla="*/ 0 h 603445"/>
                <a:gd name="connsiteX1" fmla="*/ 0 w 789102"/>
                <a:gd name="connsiteY1" fmla="*/ 603445 h 6034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9102" h="603445">
                  <a:moveTo>
                    <a:pt x="789102" y="0"/>
                  </a:moveTo>
                  <a:lnTo>
                    <a:pt x="0" y="603445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41" name="Kombinationstegning: figur 2940">
              <a:extLst>
                <a:ext uri="{FF2B5EF4-FFF2-40B4-BE49-F238E27FC236}">
                  <a16:creationId xmlns:a16="http://schemas.microsoft.com/office/drawing/2014/main" id="{DD623C63-1342-35D3-4580-C25251F5F0B3}"/>
                </a:ext>
              </a:extLst>
            </p:cNvPr>
            <p:cNvSpPr/>
            <p:nvPr/>
          </p:nvSpPr>
          <p:spPr>
            <a:xfrm>
              <a:off x="2477032" y="9091799"/>
              <a:ext cx="1106728" cy="665127"/>
            </a:xfrm>
            <a:custGeom>
              <a:avLst/>
              <a:gdLst>
                <a:gd name="connsiteX0" fmla="*/ 0 w 1106728"/>
                <a:gd name="connsiteY0" fmla="*/ 0 h 665127"/>
                <a:gd name="connsiteX1" fmla="*/ 1106728 w 1106728"/>
                <a:gd name="connsiteY1" fmla="*/ 665128 h 665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06728" h="665127">
                  <a:moveTo>
                    <a:pt x="0" y="0"/>
                  </a:moveTo>
                  <a:lnTo>
                    <a:pt x="1106728" y="665128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42" name="Kombinationstegning: figur 2941">
              <a:extLst>
                <a:ext uri="{FF2B5EF4-FFF2-40B4-BE49-F238E27FC236}">
                  <a16:creationId xmlns:a16="http://schemas.microsoft.com/office/drawing/2014/main" id="{096B2D51-D6D6-CC9B-C918-EFEDC9DF48B7}"/>
                </a:ext>
              </a:extLst>
            </p:cNvPr>
            <p:cNvSpPr/>
            <p:nvPr/>
          </p:nvSpPr>
          <p:spPr>
            <a:xfrm>
              <a:off x="2477032" y="9091799"/>
              <a:ext cx="550818" cy="308480"/>
            </a:xfrm>
            <a:custGeom>
              <a:avLst/>
              <a:gdLst>
                <a:gd name="connsiteX0" fmla="*/ 0 w 550818"/>
                <a:gd name="connsiteY0" fmla="*/ 0 h 308480"/>
                <a:gd name="connsiteX1" fmla="*/ 550819 w 550818"/>
                <a:gd name="connsiteY1" fmla="*/ 308480 h 3084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50818" h="308480">
                  <a:moveTo>
                    <a:pt x="0" y="0"/>
                  </a:moveTo>
                  <a:lnTo>
                    <a:pt x="550819" y="30848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43" name="Kombinationstegning: figur 2942">
              <a:extLst>
                <a:ext uri="{FF2B5EF4-FFF2-40B4-BE49-F238E27FC236}">
                  <a16:creationId xmlns:a16="http://schemas.microsoft.com/office/drawing/2014/main" id="{7D3D0C97-F3CC-4E7D-ABED-1BD2684C73AD}"/>
                </a:ext>
              </a:extLst>
            </p:cNvPr>
            <p:cNvSpPr/>
            <p:nvPr/>
          </p:nvSpPr>
          <p:spPr>
            <a:xfrm>
              <a:off x="917749" y="9091799"/>
              <a:ext cx="1559282" cy="121164"/>
            </a:xfrm>
            <a:custGeom>
              <a:avLst/>
              <a:gdLst>
                <a:gd name="connsiteX0" fmla="*/ 1559283 w 1559282"/>
                <a:gd name="connsiteY0" fmla="*/ 0 h 121164"/>
                <a:gd name="connsiteX1" fmla="*/ 0 w 1559282"/>
                <a:gd name="connsiteY1" fmla="*/ 121165 h 1211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559282" h="121164">
                  <a:moveTo>
                    <a:pt x="1559283" y="0"/>
                  </a:moveTo>
                  <a:lnTo>
                    <a:pt x="0" y="121165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44" name="Kombinationstegning: figur 2943">
              <a:extLst>
                <a:ext uri="{FF2B5EF4-FFF2-40B4-BE49-F238E27FC236}">
                  <a16:creationId xmlns:a16="http://schemas.microsoft.com/office/drawing/2014/main" id="{823FFF51-98B3-87EF-D34C-6123CF4CF7EB}"/>
                </a:ext>
              </a:extLst>
            </p:cNvPr>
            <p:cNvSpPr/>
            <p:nvPr/>
          </p:nvSpPr>
          <p:spPr>
            <a:xfrm>
              <a:off x="2477032" y="9091799"/>
              <a:ext cx="407447" cy="722744"/>
            </a:xfrm>
            <a:custGeom>
              <a:avLst/>
              <a:gdLst>
                <a:gd name="connsiteX0" fmla="*/ 0 w 407447"/>
                <a:gd name="connsiteY0" fmla="*/ 0 h 722744"/>
                <a:gd name="connsiteX1" fmla="*/ 407448 w 407447"/>
                <a:gd name="connsiteY1" fmla="*/ 722744 h 7227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07447" h="722744">
                  <a:moveTo>
                    <a:pt x="0" y="0"/>
                  </a:moveTo>
                  <a:lnTo>
                    <a:pt x="407448" y="722744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45" name="Kombinationstegning: figur 2944">
              <a:extLst>
                <a:ext uri="{FF2B5EF4-FFF2-40B4-BE49-F238E27FC236}">
                  <a16:creationId xmlns:a16="http://schemas.microsoft.com/office/drawing/2014/main" id="{68AA9C77-12E3-C535-A5FB-53059478577E}"/>
                </a:ext>
              </a:extLst>
            </p:cNvPr>
            <p:cNvSpPr/>
            <p:nvPr/>
          </p:nvSpPr>
          <p:spPr>
            <a:xfrm>
              <a:off x="1438722" y="9091799"/>
              <a:ext cx="1038309" cy="327708"/>
            </a:xfrm>
            <a:custGeom>
              <a:avLst/>
              <a:gdLst>
                <a:gd name="connsiteX0" fmla="*/ 1038310 w 1038309"/>
                <a:gd name="connsiteY0" fmla="*/ 0 h 327708"/>
                <a:gd name="connsiteX1" fmla="*/ 0 w 1038309"/>
                <a:gd name="connsiteY1" fmla="*/ 327708 h 3277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38309" h="327708">
                  <a:moveTo>
                    <a:pt x="1038310" y="0"/>
                  </a:moveTo>
                  <a:lnTo>
                    <a:pt x="0" y="327708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46" name="Kombinationstegning: figur 2945">
              <a:extLst>
                <a:ext uri="{FF2B5EF4-FFF2-40B4-BE49-F238E27FC236}">
                  <a16:creationId xmlns:a16="http://schemas.microsoft.com/office/drawing/2014/main" id="{D50636CE-7CDF-7FFE-EBAE-3631EC34E612}"/>
                </a:ext>
              </a:extLst>
            </p:cNvPr>
            <p:cNvSpPr/>
            <p:nvPr/>
          </p:nvSpPr>
          <p:spPr>
            <a:xfrm>
              <a:off x="2477032" y="9091799"/>
              <a:ext cx="490088" cy="469411"/>
            </a:xfrm>
            <a:custGeom>
              <a:avLst/>
              <a:gdLst>
                <a:gd name="connsiteX0" fmla="*/ 0 w 490088"/>
                <a:gd name="connsiteY0" fmla="*/ 0 h 469411"/>
                <a:gd name="connsiteX1" fmla="*/ 490088 w 490088"/>
                <a:gd name="connsiteY1" fmla="*/ 469411 h 4694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0088" h="469411">
                  <a:moveTo>
                    <a:pt x="0" y="0"/>
                  </a:moveTo>
                  <a:lnTo>
                    <a:pt x="490088" y="469411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47" name="Kombinationstegning: figur 2946">
              <a:extLst>
                <a:ext uri="{FF2B5EF4-FFF2-40B4-BE49-F238E27FC236}">
                  <a16:creationId xmlns:a16="http://schemas.microsoft.com/office/drawing/2014/main" id="{27BD4E4C-02FB-6C24-6713-192C86B5586B}"/>
                </a:ext>
              </a:extLst>
            </p:cNvPr>
            <p:cNvSpPr/>
            <p:nvPr/>
          </p:nvSpPr>
          <p:spPr>
            <a:xfrm>
              <a:off x="2477032" y="9091799"/>
              <a:ext cx="1947568" cy="311723"/>
            </a:xfrm>
            <a:custGeom>
              <a:avLst/>
              <a:gdLst>
                <a:gd name="connsiteX0" fmla="*/ 0 w 1947568"/>
                <a:gd name="connsiteY0" fmla="*/ 0 h 311723"/>
                <a:gd name="connsiteX1" fmla="*/ 1947569 w 1947568"/>
                <a:gd name="connsiteY1" fmla="*/ 311724 h 3117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947568" h="311723">
                  <a:moveTo>
                    <a:pt x="0" y="0"/>
                  </a:moveTo>
                  <a:lnTo>
                    <a:pt x="1947569" y="311724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48" name="Kombinationstegning: figur 2947">
              <a:extLst>
                <a:ext uri="{FF2B5EF4-FFF2-40B4-BE49-F238E27FC236}">
                  <a16:creationId xmlns:a16="http://schemas.microsoft.com/office/drawing/2014/main" id="{667C759E-6B46-281C-5C3A-D545136E3201}"/>
                </a:ext>
              </a:extLst>
            </p:cNvPr>
            <p:cNvSpPr/>
            <p:nvPr/>
          </p:nvSpPr>
          <p:spPr>
            <a:xfrm>
              <a:off x="2477032" y="9091799"/>
              <a:ext cx="1307269" cy="422627"/>
            </a:xfrm>
            <a:custGeom>
              <a:avLst/>
              <a:gdLst>
                <a:gd name="connsiteX0" fmla="*/ 0 w 1307269"/>
                <a:gd name="connsiteY0" fmla="*/ 0 h 422627"/>
                <a:gd name="connsiteX1" fmla="*/ 1307270 w 1307269"/>
                <a:gd name="connsiteY1" fmla="*/ 422628 h 422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07269" h="422627">
                  <a:moveTo>
                    <a:pt x="0" y="0"/>
                  </a:moveTo>
                  <a:lnTo>
                    <a:pt x="1307270" y="422628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49" name="Kombinationstegning: figur 2948">
              <a:extLst>
                <a:ext uri="{FF2B5EF4-FFF2-40B4-BE49-F238E27FC236}">
                  <a16:creationId xmlns:a16="http://schemas.microsoft.com/office/drawing/2014/main" id="{522DAD8A-B517-AAC9-DDB1-13FE4B7D9B57}"/>
                </a:ext>
              </a:extLst>
            </p:cNvPr>
            <p:cNvSpPr/>
            <p:nvPr/>
          </p:nvSpPr>
          <p:spPr>
            <a:xfrm>
              <a:off x="1235523" y="8767932"/>
              <a:ext cx="1241509" cy="323867"/>
            </a:xfrm>
            <a:custGeom>
              <a:avLst/>
              <a:gdLst>
                <a:gd name="connsiteX0" fmla="*/ 1241509 w 1241509"/>
                <a:gd name="connsiteY0" fmla="*/ 323867 h 323867"/>
                <a:gd name="connsiteX1" fmla="*/ 0 w 1241509"/>
                <a:gd name="connsiteY1" fmla="*/ 0 h 3238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41509" h="323867">
                  <a:moveTo>
                    <a:pt x="1241509" y="323867"/>
                  </a:moveTo>
                  <a:lnTo>
                    <a:pt x="0" y="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50" name="Kombinationstegning: figur 2949">
              <a:extLst>
                <a:ext uri="{FF2B5EF4-FFF2-40B4-BE49-F238E27FC236}">
                  <a16:creationId xmlns:a16="http://schemas.microsoft.com/office/drawing/2014/main" id="{E5A4BA77-B8F6-E4BD-4EB6-9FF18F094DC2}"/>
                </a:ext>
              </a:extLst>
            </p:cNvPr>
            <p:cNvSpPr/>
            <p:nvPr/>
          </p:nvSpPr>
          <p:spPr>
            <a:xfrm>
              <a:off x="2279020" y="8660246"/>
              <a:ext cx="1845718" cy="104167"/>
            </a:xfrm>
            <a:custGeom>
              <a:avLst/>
              <a:gdLst>
                <a:gd name="connsiteX0" fmla="*/ 0 w 1845718"/>
                <a:gd name="connsiteY0" fmla="*/ 104168 h 104167"/>
                <a:gd name="connsiteX1" fmla="*/ 1845719 w 1845718"/>
                <a:gd name="connsiteY1" fmla="*/ 0 h 1041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45718" h="104167">
                  <a:moveTo>
                    <a:pt x="0" y="104168"/>
                  </a:moveTo>
                  <a:lnTo>
                    <a:pt x="1845719" y="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51" name="Kombinationstegning: figur 2950">
              <a:extLst>
                <a:ext uri="{FF2B5EF4-FFF2-40B4-BE49-F238E27FC236}">
                  <a16:creationId xmlns:a16="http://schemas.microsoft.com/office/drawing/2014/main" id="{70B3A442-772B-7092-0931-D984D76D6509}"/>
                </a:ext>
              </a:extLst>
            </p:cNvPr>
            <p:cNvSpPr/>
            <p:nvPr/>
          </p:nvSpPr>
          <p:spPr>
            <a:xfrm>
              <a:off x="2279020" y="8764414"/>
              <a:ext cx="815772" cy="6980"/>
            </a:xfrm>
            <a:custGeom>
              <a:avLst/>
              <a:gdLst>
                <a:gd name="connsiteX0" fmla="*/ 0 w 815772"/>
                <a:gd name="connsiteY0" fmla="*/ 0 h 6980"/>
                <a:gd name="connsiteX1" fmla="*/ 815773 w 815772"/>
                <a:gd name="connsiteY1" fmla="*/ 6980 h 69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15772" h="6980">
                  <a:moveTo>
                    <a:pt x="0" y="0"/>
                  </a:moveTo>
                  <a:lnTo>
                    <a:pt x="815773" y="698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52" name="Kombinationstegning: figur 2951">
              <a:extLst>
                <a:ext uri="{FF2B5EF4-FFF2-40B4-BE49-F238E27FC236}">
                  <a16:creationId xmlns:a16="http://schemas.microsoft.com/office/drawing/2014/main" id="{4BE9A8D8-29BE-57BD-C99C-E24D636FB4AA}"/>
                </a:ext>
              </a:extLst>
            </p:cNvPr>
            <p:cNvSpPr/>
            <p:nvPr/>
          </p:nvSpPr>
          <p:spPr>
            <a:xfrm>
              <a:off x="2279020" y="8764414"/>
              <a:ext cx="1344127" cy="270390"/>
            </a:xfrm>
            <a:custGeom>
              <a:avLst/>
              <a:gdLst>
                <a:gd name="connsiteX0" fmla="*/ 0 w 1344127"/>
                <a:gd name="connsiteY0" fmla="*/ 0 h 270390"/>
                <a:gd name="connsiteX1" fmla="*/ 1344127 w 1344127"/>
                <a:gd name="connsiteY1" fmla="*/ 270390 h 2703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44127" h="270390">
                  <a:moveTo>
                    <a:pt x="0" y="0"/>
                  </a:moveTo>
                  <a:lnTo>
                    <a:pt x="1344127" y="27039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53" name="Kombinationstegning: figur 2952">
              <a:extLst>
                <a:ext uri="{FF2B5EF4-FFF2-40B4-BE49-F238E27FC236}">
                  <a16:creationId xmlns:a16="http://schemas.microsoft.com/office/drawing/2014/main" id="{4C864DB8-8C5A-A99F-D767-EEA2420B24C7}"/>
                </a:ext>
              </a:extLst>
            </p:cNvPr>
            <p:cNvSpPr/>
            <p:nvPr/>
          </p:nvSpPr>
          <p:spPr>
            <a:xfrm>
              <a:off x="2004641" y="8764414"/>
              <a:ext cx="274379" cy="414312"/>
            </a:xfrm>
            <a:custGeom>
              <a:avLst/>
              <a:gdLst>
                <a:gd name="connsiteX0" fmla="*/ 274379 w 274379"/>
                <a:gd name="connsiteY0" fmla="*/ 0 h 414312"/>
                <a:gd name="connsiteX1" fmla="*/ 0 w 274379"/>
                <a:gd name="connsiteY1" fmla="*/ 414313 h 4143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74379" h="414312">
                  <a:moveTo>
                    <a:pt x="274379" y="0"/>
                  </a:moveTo>
                  <a:lnTo>
                    <a:pt x="0" y="414313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54" name="Kombinationstegning: figur 2953">
              <a:extLst>
                <a:ext uri="{FF2B5EF4-FFF2-40B4-BE49-F238E27FC236}">
                  <a16:creationId xmlns:a16="http://schemas.microsoft.com/office/drawing/2014/main" id="{80E1B1F9-2127-6EB5-137B-BEF76EE42E55}"/>
                </a:ext>
              </a:extLst>
            </p:cNvPr>
            <p:cNvSpPr/>
            <p:nvPr/>
          </p:nvSpPr>
          <p:spPr>
            <a:xfrm>
              <a:off x="1516608" y="8412644"/>
              <a:ext cx="762412" cy="351770"/>
            </a:xfrm>
            <a:custGeom>
              <a:avLst/>
              <a:gdLst>
                <a:gd name="connsiteX0" fmla="*/ 762413 w 762412"/>
                <a:gd name="connsiteY0" fmla="*/ 351770 h 351770"/>
                <a:gd name="connsiteX1" fmla="*/ 0 w 762412"/>
                <a:gd name="connsiteY1" fmla="*/ 0 h 351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62412" h="351770">
                  <a:moveTo>
                    <a:pt x="762413" y="351770"/>
                  </a:moveTo>
                  <a:lnTo>
                    <a:pt x="0" y="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55" name="Kombinationstegning: figur 2954">
              <a:extLst>
                <a:ext uri="{FF2B5EF4-FFF2-40B4-BE49-F238E27FC236}">
                  <a16:creationId xmlns:a16="http://schemas.microsoft.com/office/drawing/2014/main" id="{08DB88B9-F071-DBA7-4D6B-94A3C7F241D5}"/>
                </a:ext>
              </a:extLst>
            </p:cNvPr>
            <p:cNvSpPr/>
            <p:nvPr/>
          </p:nvSpPr>
          <p:spPr>
            <a:xfrm>
              <a:off x="2279020" y="8764414"/>
              <a:ext cx="748830" cy="635865"/>
            </a:xfrm>
            <a:custGeom>
              <a:avLst/>
              <a:gdLst>
                <a:gd name="connsiteX0" fmla="*/ 0 w 748830"/>
                <a:gd name="connsiteY0" fmla="*/ 0 h 635865"/>
                <a:gd name="connsiteX1" fmla="*/ 748830 w 748830"/>
                <a:gd name="connsiteY1" fmla="*/ 635865 h 6358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48830" h="635865">
                  <a:moveTo>
                    <a:pt x="0" y="0"/>
                  </a:moveTo>
                  <a:lnTo>
                    <a:pt x="748830" y="635865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56" name="Kombinationstegning: figur 2955">
              <a:extLst>
                <a:ext uri="{FF2B5EF4-FFF2-40B4-BE49-F238E27FC236}">
                  <a16:creationId xmlns:a16="http://schemas.microsoft.com/office/drawing/2014/main" id="{7A03562C-B63E-F3C5-744B-DE0BB95E3BF5}"/>
                </a:ext>
              </a:extLst>
            </p:cNvPr>
            <p:cNvSpPr/>
            <p:nvPr/>
          </p:nvSpPr>
          <p:spPr>
            <a:xfrm>
              <a:off x="917749" y="8764414"/>
              <a:ext cx="1361271" cy="448549"/>
            </a:xfrm>
            <a:custGeom>
              <a:avLst/>
              <a:gdLst>
                <a:gd name="connsiteX0" fmla="*/ 1361271 w 1361271"/>
                <a:gd name="connsiteY0" fmla="*/ 0 h 448549"/>
                <a:gd name="connsiteX1" fmla="*/ 0 w 1361271"/>
                <a:gd name="connsiteY1" fmla="*/ 448549 h 4485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61271" h="448549">
                  <a:moveTo>
                    <a:pt x="1361271" y="0"/>
                  </a:moveTo>
                  <a:lnTo>
                    <a:pt x="0" y="448549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57" name="Kombinationstegning: figur 2956">
              <a:extLst>
                <a:ext uri="{FF2B5EF4-FFF2-40B4-BE49-F238E27FC236}">
                  <a16:creationId xmlns:a16="http://schemas.microsoft.com/office/drawing/2014/main" id="{58E97AF9-99B1-9322-BEED-9194C0DC06C4}"/>
                </a:ext>
              </a:extLst>
            </p:cNvPr>
            <p:cNvSpPr/>
            <p:nvPr/>
          </p:nvSpPr>
          <p:spPr>
            <a:xfrm>
              <a:off x="1438722" y="8764414"/>
              <a:ext cx="840298" cy="655093"/>
            </a:xfrm>
            <a:custGeom>
              <a:avLst/>
              <a:gdLst>
                <a:gd name="connsiteX0" fmla="*/ 840298 w 840298"/>
                <a:gd name="connsiteY0" fmla="*/ 0 h 655093"/>
                <a:gd name="connsiteX1" fmla="*/ 0 w 840298"/>
                <a:gd name="connsiteY1" fmla="*/ 655093 h 6550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40298" h="655093">
                  <a:moveTo>
                    <a:pt x="840298" y="0"/>
                  </a:moveTo>
                  <a:lnTo>
                    <a:pt x="0" y="655093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58" name="Kombinationstegning: figur 2957">
              <a:extLst>
                <a:ext uri="{FF2B5EF4-FFF2-40B4-BE49-F238E27FC236}">
                  <a16:creationId xmlns:a16="http://schemas.microsoft.com/office/drawing/2014/main" id="{4EE2A76A-8376-D767-19EB-BE666C7BD008}"/>
                </a:ext>
              </a:extLst>
            </p:cNvPr>
            <p:cNvSpPr/>
            <p:nvPr/>
          </p:nvSpPr>
          <p:spPr>
            <a:xfrm>
              <a:off x="2279020" y="8764414"/>
              <a:ext cx="722689" cy="276730"/>
            </a:xfrm>
            <a:custGeom>
              <a:avLst/>
              <a:gdLst>
                <a:gd name="connsiteX0" fmla="*/ 0 w 722689"/>
                <a:gd name="connsiteY0" fmla="*/ 0 h 276730"/>
                <a:gd name="connsiteX1" fmla="*/ 722690 w 722689"/>
                <a:gd name="connsiteY1" fmla="*/ 276731 h 2767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22689" h="276730">
                  <a:moveTo>
                    <a:pt x="0" y="0"/>
                  </a:moveTo>
                  <a:lnTo>
                    <a:pt x="722690" y="276731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59" name="Kombinationstegning: figur 2958">
              <a:extLst>
                <a:ext uri="{FF2B5EF4-FFF2-40B4-BE49-F238E27FC236}">
                  <a16:creationId xmlns:a16="http://schemas.microsoft.com/office/drawing/2014/main" id="{13D851E0-A535-CA44-16E9-9280DB07154F}"/>
                </a:ext>
              </a:extLst>
            </p:cNvPr>
            <p:cNvSpPr/>
            <p:nvPr/>
          </p:nvSpPr>
          <p:spPr>
            <a:xfrm>
              <a:off x="2279020" y="8764414"/>
              <a:ext cx="688099" cy="796796"/>
            </a:xfrm>
            <a:custGeom>
              <a:avLst/>
              <a:gdLst>
                <a:gd name="connsiteX0" fmla="*/ 0 w 688099"/>
                <a:gd name="connsiteY0" fmla="*/ 0 h 796796"/>
                <a:gd name="connsiteX1" fmla="*/ 688100 w 688099"/>
                <a:gd name="connsiteY1" fmla="*/ 796796 h 7967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88099" h="796796">
                  <a:moveTo>
                    <a:pt x="0" y="0"/>
                  </a:moveTo>
                  <a:lnTo>
                    <a:pt x="688100" y="796796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60" name="Kombinationstegning: figur 2959">
              <a:extLst>
                <a:ext uri="{FF2B5EF4-FFF2-40B4-BE49-F238E27FC236}">
                  <a16:creationId xmlns:a16="http://schemas.microsoft.com/office/drawing/2014/main" id="{AC50CB08-884C-155A-A3C9-E3436B642F7C}"/>
                </a:ext>
              </a:extLst>
            </p:cNvPr>
            <p:cNvSpPr/>
            <p:nvPr/>
          </p:nvSpPr>
          <p:spPr>
            <a:xfrm>
              <a:off x="1235523" y="8764414"/>
              <a:ext cx="1043497" cy="3517"/>
            </a:xfrm>
            <a:custGeom>
              <a:avLst/>
              <a:gdLst>
                <a:gd name="connsiteX0" fmla="*/ 1043498 w 1043497"/>
                <a:gd name="connsiteY0" fmla="*/ 0 h 3517"/>
                <a:gd name="connsiteX1" fmla="*/ 0 w 1043497"/>
                <a:gd name="connsiteY1" fmla="*/ 3518 h 35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43497" h="3517">
                  <a:moveTo>
                    <a:pt x="1043498" y="0"/>
                  </a:moveTo>
                  <a:lnTo>
                    <a:pt x="0" y="3518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61" name="Kombinationstegning: figur 2960">
              <a:extLst>
                <a:ext uri="{FF2B5EF4-FFF2-40B4-BE49-F238E27FC236}">
                  <a16:creationId xmlns:a16="http://schemas.microsoft.com/office/drawing/2014/main" id="{1AE091B0-23E1-A3A0-7AD3-C215D6BEC315}"/>
                </a:ext>
              </a:extLst>
            </p:cNvPr>
            <p:cNvSpPr/>
            <p:nvPr/>
          </p:nvSpPr>
          <p:spPr>
            <a:xfrm>
              <a:off x="1857503" y="8676773"/>
              <a:ext cx="421517" cy="87640"/>
            </a:xfrm>
            <a:custGeom>
              <a:avLst/>
              <a:gdLst>
                <a:gd name="connsiteX0" fmla="*/ 421518 w 421517"/>
                <a:gd name="connsiteY0" fmla="*/ 87641 h 87640"/>
                <a:gd name="connsiteX1" fmla="*/ 0 w 421517"/>
                <a:gd name="connsiteY1" fmla="*/ 0 h 87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21517" h="87640">
                  <a:moveTo>
                    <a:pt x="421518" y="87641"/>
                  </a:moveTo>
                  <a:lnTo>
                    <a:pt x="0" y="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62" name="Kombinationstegning: figur 2961">
              <a:extLst>
                <a:ext uri="{FF2B5EF4-FFF2-40B4-BE49-F238E27FC236}">
                  <a16:creationId xmlns:a16="http://schemas.microsoft.com/office/drawing/2014/main" id="{9B507A05-52B6-533B-67E1-31184E3CBA06}"/>
                </a:ext>
              </a:extLst>
            </p:cNvPr>
            <p:cNvSpPr/>
            <p:nvPr/>
          </p:nvSpPr>
          <p:spPr>
            <a:xfrm>
              <a:off x="3094793" y="8660246"/>
              <a:ext cx="1029945" cy="111148"/>
            </a:xfrm>
            <a:custGeom>
              <a:avLst/>
              <a:gdLst>
                <a:gd name="connsiteX0" fmla="*/ 0 w 1029945"/>
                <a:gd name="connsiteY0" fmla="*/ 111148 h 111148"/>
                <a:gd name="connsiteX1" fmla="*/ 1029946 w 1029945"/>
                <a:gd name="connsiteY1" fmla="*/ 0 h 1111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29945" h="111148">
                  <a:moveTo>
                    <a:pt x="0" y="111148"/>
                  </a:moveTo>
                  <a:lnTo>
                    <a:pt x="1029946" y="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63" name="Kombinationstegning: figur 2962">
              <a:extLst>
                <a:ext uri="{FF2B5EF4-FFF2-40B4-BE49-F238E27FC236}">
                  <a16:creationId xmlns:a16="http://schemas.microsoft.com/office/drawing/2014/main" id="{8D182DB3-A475-3B0D-E804-030C83FBB971}"/>
                </a:ext>
              </a:extLst>
            </p:cNvPr>
            <p:cNvSpPr/>
            <p:nvPr/>
          </p:nvSpPr>
          <p:spPr>
            <a:xfrm>
              <a:off x="2325150" y="8445302"/>
              <a:ext cx="769642" cy="326092"/>
            </a:xfrm>
            <a:custGeom>
              <a:avLst/>
              <a:gdLst>
                <a:gd name="connsiteX0" fmla="*/ 769643 w 769642"/>
                <a:gd name="connsiteY0" fmla="*/ 326093 h 326092"/>
                <a:gd name="connsiteX1" fmla="*/ 0 w 769642"/>
                <a:gd name="connsiteY1" fmla="*/ 0 h 3260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69642" h="326092">
                  <a:moveTo>
                    <a:pt x="769643" y="326093"/>
                  </a:moveTo>
                  <a:lnTo>
                    <a:pt x="0" y="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64" name="Kombinationstegning: figur 2963">
              <a:extLst>
                <a:ext uri="{FF2B5EF4-FFF2-40B4-BE49-F238E27FC236}">
                  <a16:creationId xmlns:a16="http://schemas.microsoft.com/office/drawing/2014/main" id="{2F0CC6F7-910A-92D0-4701-E74A67BEB70C}"/>
                </a:ext>
              </a:extLst>
            </p:cNvPr>
            <p:cNvSpPr/>
            <p:nvPr/>
          </p:nvSpPr>
          <p:spPr>
            <a:xfrm>
              <a:off x="2004641" y="8771394"/>
              <a:ext cx="1090152" cy="407332"/>
            </a:xfrm>
            <a:custGeom>
              <a:avLst/>
              <a:gdLst>
                <a:gd name="connsiteX0" fmla="*/ 1090152 w 1090152"/>
                <a:gd name="connsiteY0" fmla="*/ 0 h 407332"/>
                <a:gd name="connsiteX1" fmla="*/ 0 w 1090152"/>
                <a:gd name="connsiteY1" fmla="*/ 407332 h 4073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90152" h="407332">
                  <a:moveTo>
                    <a:pt x="1090152" y="0"/>
                  </a:moveTo>
                  <a:lnTo>
                    <a:pt x="0" y="407332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65" name="Kombinationstegning: figur 2964">
              <a:extLst>
                <a:ext uri="{FF2B5EF4-FFF2-40B4-BE49-F238E27FC236}">
                  <a16:creationId xmlns:a16="http://schemas.microsoft.com/office/drawing/2014/main" id="{7A183691-8F3E-EDF5-3B3B-7A5B95EE3828}"/>
                </a:ext>
              </a:extLst>
            </p:cNvPr>
            <p:cNvSpPr/>
            <p:nvPr/>
          </p:nvSpPr>
          <p:spPr>
            <a:xfrm>
              <a:off x="1516608" y="8412644"/>
              <a:ext cx="1578185" cy="358750"/>
            </a:xfrm>
            <a:custGeom>
              <a:avLst/>
              <a:gdLst>
                <a:gd name="connsiteX0" fmla="*/ 1578186 w 1578185"/>
                <a:gd name="connsiteY0" fmla="*/ 358751 h 358750"/>
                <a:gd name="connsiteX1" fmla="*/ 0 w 1578185"/>
                <a:gd name="connsiteY1" fmla="*/ 0 h 358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578185" h="358750">
                  <a:moveTo>
                    <a:pt x="1578186" y="358751"/>
                  </a:moveTo>
                  <a:lnTo>
                    <a:pt x="0" y="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66" name="Kombinationstegning: figur 2965">
              <a:extLst>
                <a:ext uri="{FF2B5EF4-FFF2-40B4-BE49-F238E27FC236}">
                  <a16:creationId xmlns:a16="http://schemas.microsoft.com/office/drawing/2014/main" id="{5FD8CDCF-6688-B882-BE3D-D1F70ADF1444}"/>
                </a:ext>
              </a:extLst>
            </p:cNvPr>
            <p:cNvSpPr/>
            <p:nvPr/>
          </p:nvSpPr>
          <p:spPr>
            <a:xfrm>
              <a:off x="3027851" y="8771394"/>
              <a:ext cx="66942" cy="628884"/>
            </a:xfrm>
            <a:custGeom>
              <a:avLst/>
              <a:gdLst>
                <a:gd name="connsiteX0" fmla="*/ 66943 w 66942"/>
                <a:gd name="connsiteY0" fmla="*/ 0 h 628884"/>
                <a:gd name="connsiteX1" fmla="*/ 0 w 66942"/>
                <a:gd name="connsiteY1" fmla="*/ 628885 h 6288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6942" h="628884">
                  <a:moveTo>
                    <a:pt x="66943" y="0"/>
                  </a:moveTo>
                  <a:lnTo>
                    <a:pt x="0" y="628885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67" name="Kombinationstegning: figur 2966">
              <a:extLst>
                <a:ext uri="{FF2B5EF4-FFF2-40B4-BE49-F238E27FC236}">
                  <a16:creationId xmlns:a16="http://schemas.microsoft.com/office/drawing/2014/main" id="{D94F2E69-1C77-A550-5C6D-CD348B0B5701}"/>
                </a:ext>
              </a:extLst>
            </p:cNvPr>
            <p:cNvSpPr/>
            <p:nvPr/>
          </p:nvSpPr>
          <p:spPr>
            <a:xfrm>
              <a:off x="917749" y="8771394"/>
              <a:ext cx="2177044" cy="441569"/>
            </a:xfrm>
            <a:custGeom>
              <a:avLst/>
              <a:gdLst>
                <a:gd name="connsiteX0" fmla="*/ 2177044 w 2177044"/>
                <a:gd name="connsiteY0" fmla="*/ 0 h 441569"/>
                <a:gd name="connsiteX1" fmla="*/ 0 w 2177044"/>
                <a:gd name="connsiteY1" fmla="*/ 441569 h 4415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177044" h="441569">
                  <a:moveTo>
                    <a:pt x="2177044" y="0"/>
                  </a:moveTo>
                  <a:lnTo>
                    <a:pt x="0" y="441569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68" name="Kombinationstegning: figur 2967">
              <a:extLst>
                <a:ext uri="{FF2B5EF4-FFF2-40B4-BE49-F238E27FC236}">
                  <a16:creationId xmlns:a16="http://schemas.microsoft.com/office/drawing/2014/main" id="{F8B329C4-584B-51F9-8D6C-F5B379BAF533}"/>
                </a:ext>
              </a:extLst>
            </p:cNvPr>
            <p:cNvSpPr/>
            <p:nvPr/>
          </p:nvSpPr>
          <p:spPr>
            <a:xfrm>
              <a:off x="1438722" y="8771394"/>
              <a:ext cx="1656071" cy="648112"/>
            </a:xfrm>
            <a:custGeom>
              <a:avLst/>
              <a:gdLst>
                <a:gd name="connsiteX0" fmla="*/ 1656071 w 1656071"/>
                <a:gd name="connsiteY0" fmla="*/ 0 h 648112"/>
                <a:gd name="connsiteX1" fmla="*/ 0 w 1656071"/>
                <a:gd name="connsiteY1" fmla="*/ 648113 h 6481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656071" h="648112">
                  <a:moveTo>
                    <a:pt x="1656071" y="0"/>
                  </a:moveTo>
                  <a:lnTo>
                    <a:pt x="0" y="648113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69" name="Kombinationstegning: figur 2968">
              <a:extLst>
                <a:ext uri="{FF2B5EF4-FFF2-40B4-BE49-F238E27FC236}">
                  <a16:creationId xmlns:a16="http://schemas.microsoft.com/office/drawing/2014/main" id="{E193820E-B060-A9DC-FC88-AE94470C58F8}"/>
                </a:ext>
              </a:extLst>
            </p:cNvPr>
            <p:cNvSpPr/>
            <p:nvPr/>
          </p:nvSpPr>
          <p:spPr>
            <a:xfrm>
              <a:off x="3001710" y="8771394"/>
              <a:ext cx="93083" cy="269750"/>
            </a:xfrm>
            <a:custGeom>
              <a:avLst/>
              <a:gdLst>
                <a:gd name="connsiteX0" fmla="*/ 93083 w 93083"/>
                <a:gd name="connsiteY0" fmla="*/ 0 h 269750"/>
                <a:gd name="connsiteX1" fmla="*/ 0 w 93083"/>
                <a:gd name="connsiteY1" fmla="*/ 269750 h 269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3083" h="269750">
                  <a:moveTo>
                    <a:pt x="93083" y="0"/>
                  </a:moveTo>
                  <a:lnTo>
                    <a:pt x="0" y="26975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70" name="Kombinationstegning: figur 2969">
              <a:extLst>
                <a:ext uri="{FF2B5EF4-FFF2-40B4-BE49-F238E27FC236}">
                  <a16:creationId xmlns:a16="http://schemas.microsoft.com/office/drawing/2014/main" id="{A5BF91F9-2F18-1B62-389F-E644F499B1D6}"/>
                </a:ext>
              </a:extLst>
            </p:cNvPr>
            <p:cNvSpPr/>
            <p:nvPr/>
          </p:nvSpPr>
          <p:spPr>
            <a:xfrm>
              <a:off x="2967120" y="8771394"/>
              <a:ext cx="127673" cy="789815"/>
            </a:xfrm>
            <a:custGeom>
              <a:avLst/>
              <a:gdLst>
                <a:gd name="connsiteX0" fmla="*/ 127673 w 127673"/>
                <a:gd name="connsiteY0" fmla="*/ 0 h 789815"/>
                <a:gd name="connsiteX1" fmla="*/ 0 w 127673"/>
                <a:gd name="connsiteY1" fmla="*/ 789816 h 7898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7673" h="789815">
                  <a:moveTo>
                    <a:pt x="127673" y="0"/>
                  </a:moveTo>
                  <a:lnTo>
                    <a:pt x="0" y="789816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71" name="Kombinationstegning: figur 2970">
              <a:extLst>
                <a:ext uri="{FF2B5EF4-FFF2-40B4-BE49-F238E27FC236}">
                  <a16:creationId xmlns:a16="http://schemas.microsoft.com/office/drawing/2014/main" id="{71C1BBB1-2528-D46F-F08C-7D61E6740E2E}"/>
                </a:ext>
              </a:extLst>
            </p:cNvPr>
            <p:cNvSpPr/>
            <p:nvPr/>
          </p:nvSpPr>
          <p:spPr>
            <a:xfrm>
              <a:off x="3094793" y="8771394"/>
              <a:ext cx="689508" cy="743032"/>
            </a:xfrm>
            <a:custGeom>
              <a:avLst/>
              <a:gdLst>
                <a:gd name="connsiteX0" fmla="*/ 0 w 689508"/>
                <a:gd name="connsiteY0" fmla="*/ 0 h 743032"/>
                <a:gd name="connsiteX1" fmla="*/ 689508 w 689508"/>
                <a:gd name="connsiteY1" fmla="*/ 743033 h 7430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89508" h="743032">
                  <a:moveTo>
                    <a:pt x="0" y="0"/>
                  </a:moveTo>
                  <a:lnTo>
                    <a:pt x="689508" y="743033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72" name="Kombinationstegning: figur 2971">
              <a:extLst>
                <a:ext uri="{FF2B5EF4-FFF2-40B4-BE49-F238E27FC236}">
                  <a16:creationId xmlns:a16="http://schemas.microsoft.com/office/drawing/2014/main" id="{3F4BEDAD-200B-9BB8-8E21-F5B6D7916827}"/>
                </a:ext>
              </a:extLst>
            </p:cNvPr>
            <p:cNvSpPr/>
            <p:nvPr/>
          </p:nvSpPr>
          <p:spPr>
            <a:xfrm>
              <a:off x="3094793" y="8771394"/>
              <a:ext cx="528354" cy="263409"/>
            </a:xfrm>
            <a:custGeom>
              <a:avLst/>
              <a:gdLst>
                <a:gd name="connsiteX0" fmla="*/ 0 w 528354"/>
                <a:gd name="connsiteY0" fmla="*/ 0 h 263409"/>
                <a:gd name="connsiteX1" fmla="*/ 528354 w 528354"/>
                <a:gd name="connsiteY1" fmla="*/ 263410 h 2634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28354" h="263409">
                  <a:moveTo>
                    <a:pt x="0" y="0"/>
                  </a:moveTo>
                  <a:lnTo>
                    <a:pt x="528354" y="26341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73" name="Kombinationstegning: figur 2972">
              <a:extLst>
                <a:ext uri="{FF2B5EF4-FFF2-40B4-BE49-F238E27FC236}">
                  <a16:creationId xmlns:a16="http://schemas.microsoft.com/office/drawing/2014/main" id="{6F4A9EBA-E0C3-E336-8A71-C9264ED5B526}"/>
                </a:ext>
              </a:extLst>
            </p:cNvPr>
            <p:cNvSpPr/>
            <p:nvPr/>
          </p:nvSpPr>
          <p:spPr>
            <a:xfrm>
              <a:off x="1235523" y="8767932"/>
              <a:ext cx="1859270" cy="3462"/>
            </a:xfrm>
            <a:custGeom>
              <a:avLst/>
              <a:gdLst>
                <a:gd name="connsiteX0" fmla="*/ 1859271 w 1859270"/>
                <a:gd name="connsiteY0" fmla="*/ 3463 h 3462"/>
                <a:gd name="connsiteX1" fmla="*/ 0 w 1859270"/>
                <a:gd name="connsiteY1" fmla="*/ 0 h 34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59270" h="3462">
                  <a:moveTo>
                    <a:pt x="1859271" y="3463"/>
                  </a:moveTo>
                  <a:lnTo>
                    <a:pt x="0" y="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74" name="Kombinationstegning: figur 2973">
              <a:extLst>
                <a:ext uri="{FF2B5EF4-FFF2-40B4-BE49-F238E27FC236}">
                  <a16:creationId xmlns:a16="http://schemas.microsoft.com/office/drawing/2014/main" id="{B9A7F84B-5B74-1A9E-5800-F14D7247C0D4}"/>
                </a:ext>
              </a:extLst>
            </p:cNvPr>
            <p:cNvSpPr/>
            <p:nvPr/>
          </p:nvSpPr>
          <p:spPr>
            <a:xfrm>
              <a:off x="1857503" y="8676773"/>
              <a:ext cx="1237290" cy="94621"/>
            </a:xfrm>
            <a:custGeom>
              <a:avLst/>
              <a:gdLst>
                <a:gd name="connsiteX0" fmla="*/ 1237291 w 1237290"/>
                <a:gd name="connsiteY0" fmla="*/ 94621 h 94621"/>
                <a:gd name="connsiteX1" fmla="*/ 0 w 1237290"/>
                <a:gd name="connsiteY1" fmla="*/ 0 h 946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37290" h="94621">
                  <a:moveTo>
                    <a:pt x="1237291" y="94621"/>
                  </a:moveTo>
                  <a:lnTo>
                    <a:pt x="0" y="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75" name="Kombinationstegning: figur 2974">
              <a:extLst>
                <a:ext uri="{FF2B5EF4-FFF2-40B4-BE49-F238E27FC236}">
                  <a16:creationId xmlns:a16="http://schemas.microsoft.com/office/drawing/2014/main" id="{8D0971F1-3CC6-4C26-E45A-9A7BBF4521E0}"/>
                </a:ext>
              </a:extLst>
            </p:cNvPr>
            <p:cNvSpPr/>
            <p:nvPr/>
          </p:nvSpPr>
          <p:spPr>
            <a:xfrm>
              <a:off x="1516608" y="8412644"/>
              <a:ext cx="2608131" cy="247602"/>
            </a:xfrm>
            <a:custGeom>
              <a:avLst/>
              <a:gdLst>
                <a:gd name="connsiteX0" fmla="*/ 0 w 2608131"/>
                <a:gd name="connsiteY0" fmla="*/ 0 h 247602"/>
                <a:gd name="connsiteX1" fmla="*/ 2608132 w 2608131"/>
                <a:gd name="connsiteY1" fmla="*/ 247602 h 2476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608131" h="247602">
                  <a:moveTo>
                    <a:pt x="0" y="0"/>
                  </a:moveTo>
                  <a:lnTo>
                    <a:pt x="2608132" y="247602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76" name="Kombinationstegning: figur 2975">
              <a:extLst>
                <a:ext uri="{FF2B5EF4-FFF2-40B4-BE49-F238E27FC236}">
                  <a16:creationId xmlns:a16="http://schemas.microsoft.com/office/drawing/2014/main" id="{55D2E62E-9BB7-120B-55F2-69149BB9AAF6}"/>
                </a:ext>
              </a:extLst>
            </p:cNvPr>
            <p:cNvSpPr/>
            <p:nvPr/>
          </p:nvSpPr>
          <p:spPr>
            <a:xfrm>
              <a:off x="1516608" y="8412644"/>
              <a:ext cx="2106540" cy="622160"/>
            </a:xfrm>
            <a:custGeom>
              <a:avLst/>
              <a:gdLst>
                <a:gd name="connsiteX0" fmla="*/ 0 w 2106540"/>
                <a:gd name="connsiteY0" fmla="*/ 0 h 622160"/>
                <a:gd name="connsiteX1" fmla="*/ 2106540 w 2106540"/>
                <a:gd name="connsiteY1" fmla="*/ 622161 h 6221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106540" h="622160">
                  <a:moveTo>
                    <a:pt x="0" y="0"/>
                  </a:moveTo>
                  <a:lnTo>
                    <a:pt x="2106540" y="622161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77" name="Kombinationstegning: figur 2976">
              <a:extLst>
                <a:ext uri="{FF2B5EF4-FFF2-40B4-BE49-F238E27FC236}">
                  <a16:creationId xmlns:a16="http://schemas.microsoft.com/office/drawing/2014/main" id="{9B3254B8-126C-29A1-8DFA-FF10AB4D0DA1}"/>
                </a:ext>
              </a:extLst>
            </p:cNvPr>
            <p:cNvSpPr/>
            <p:nvPr/>
          </p:nvSpPr>
          <p:spPr>
            <a:xfrm>
              <a:off x="1516608" y="8412644"/>
              <a:ext cx="340895" cy="264129"/>
            </a:xfrm>
            <a:custGeom>
              <a:avLst/>
              <a:gdLst>
                <a:gd name="connsiteX0" fmla="*/ 0 w 340895"/>
                <a:gd name="connsiteY0" fmla="*/ 0 h 264129"/>
                <a:gd name="connsiteX1" fmla="*/ 340895 w 340895"/>
                <a:gd name="connsiteY1" fmla="*/ 264129 h 2641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40895" h="264129">
                  <a:moveTo>
                    <a:pt x="0" y="0"/>
                  </a:moveTo>
                  <a:lnTo>
                    <a:pt x="340895" y="264129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78" name="Kombinationstegning: figur 2977">
              <a:extLst>
                <a:ext uri="{FF2B5EF4-FFF2-40B4-BE49-F238E27FC236}">
                  <a16:creationId xmlns:a16="http://schemas.microsoft.com/office/drawing/2014/main" id="{06DB7CB2-B9B9-5A56-9C04-78CC1D056671}"/>
                </a:ext>
              </a:extLst>
            </p:cNvPr>
            <p:cNvSpPr/>
            <p:nvPr/>
          </p:nvSpPr>
          <p:spPr>
            <a:xfrm>
              <a:off x="2325150" y="8445302"/>
              <a:ext cx="1799588" cy="214944"/>
            </a:xfrm>
            <a:custGeom>
              <a:avLst/>
              <a:gdLst>
                <a:gd name="connsiteX0" fmla="*/ 1799589 w 1799588"/>
                <a:gd name="connsiteY0" fmla="*/ 214944 h 214944"/>
                <a:gd name="connsiteX1" fmla="*/ 0 w 1799588"/>
                <a:gd name="connsiteY1" fmla="*/ 0 h 2149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799588" h="214944">
                  <a:moveTo>
                    <a:pt x="1799589" y="214944"/>
                  </a:moveTo>
                  <a:lnTo>
                    <a:pt x="0" y="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79" name="Kombinationstegning: figur 2978">
              <a:extLst>
                <a:ext uri="{FF2B5EF4-FFF2-40B4-BE49-F238E27FC236}">
                  <a16:creationId xmlns:a16="http://schemas.microsoft.com/office/drawing/2014/main" id="{F1EE198D-3962-6D89-6B30-C958915D5923}"/>
                </a:ext>
              </a:extLst>
            </p:cNvPr>
            <p:cNvSpPr/>
            <p:nvPr/>
          </p:nvSpPr>
          <p:spPr>
            <a:xfrm>
              <a:off x="3001710" y="8660246"/>
              <a:ext cx="1123029" cy="380898"/>
            </a:xfrm>
            <a:custGeom>
              <a:avLst/>
              <a:gdLst>
                <a:gd name="connsiteX0" fmla="*/ 1123029 w 1123029"/>
                <a:gd name="connsiteY0" fmla="*/ 0 h 380898"/>
                <a:gd name="connsiteX1" fmla="*/ 0 w 1123029"/>
                <a:gd name="connsiteY1" fmla="*/ 380899 h 380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23029" h="380898">
                  <a:moveTo>
                    <a:pt x="1123029" y="0"/>
                  </a:moveTo>
                  <a:lnTo>
                    <a:pt x="0" y="380899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80" name="Kombinationstegning: figur 2979">
              <a:extLst>
                <a:ext uri="{FF2B5EF4-FFF2-40B4-BE49-F238E27FC236}">
                  <a16:creationId xmlns:a16="http://schemas.microsoft.com/office/drawing/2014/main" id="{31AF4B3D-95BC-A97A-72CB-0EF8DFB2F5BD}"/>
                </a:ext>
              </a:extLst>
            </p:cNvPr>
            <p:cNvSpPr/>
            <p:nvPr/>
          </p:nvSpPr>
          <p:spPr>
            <a:xfrm>
              <a:off x="3623148" y="8660246"/>
              <a:ext cx="501591" cy="374558"/>
            </a:xfrm>
            <a:custGeom>
              <a:avLst/>
              <a:gdLst>
                <a:gd name="connsiteX0" fmla="*/ 501592 w 501591"/>
                <a:gd name="connsiteY0" fmla="*/ 0 h 374558"/>
                <a:gd name="connsiteX1" fmla="*/ 0 w 501591"/>
                <a:gd name="connsiteY1" fmla="*/ 374558 h 3745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01591" h="374558">
                  <a:moveTo>
                    <a:pt x="501592" y="0"/>
                  </a:moveTo>
                  <a:lnTo>
                    <a:pt x="0" y="374558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81" name="Kombinationstegning: figur 2980">
              <a:extLst>
                <a:ext uri="{FF2B5EF4-FFF2-40B4-BE49-F238E27FC236}">
                  <a16:creationId xmlns:a16="http://schemas.microsoft.com/office/drawing/2014/main" id="{CBB87673-EA4E-B9F9-FC5E-619656948386}"/>
                </a:ext>
              </a:extLst>
            </p:cNvPr>
            <p:cNvSpPr/>
            <p:nvPr/>
          </p:nvSpPr>
          <p:spPr>
            <a:xfrm>
              <a:off x="1857503" y="8660246"/>
              <a:ext cx="2267236" cy="16527"/>
            </a:xfrm>
            <a:custGeom>
              <a:avLst/>
              <a:gdLst>
                <a:gd name="connsiteX0" fmla="*/ 2267237 w 2267236"/>
                <a:gd name="connsiteY0" fmla="*/ 0 h 16527"/>
                <a:gd name="connsiteX1" fmla="*/ 0 w 2267236"/>
                <a:gd name="connsiteY1" fmla="*/ 16527 h 165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267236" h="16527">
                  <a:moveTo>
                    <a:pt x="2267237" y="0"/>
                  </a:moveTo>
                  <a:lnTo>
                    <a:pt x="0" y="16527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82" name="Kombinationstegning: figur 2981">
              <a:extLst>
                <a:ext uri="{FF2B5EF4-FFF2-40B4-BE49-F238E27FC236}">
                  <a16:creationId xmlns:a16="http://schemas.microsoft.com/office/drawing/2014/main" id="{8014EA0F-BB57-5763-148E-3EED559E06CC}"/>
                </a:ext>
              </a:extLst>
            </p:cNvPr>
            <p:cNvSpPr/>
            <p:nvPr/>
          </p:nvSpPr>
          <p:spPr>
            <a:xfrm>
              <a:off x="2325150" y="8445302"/>
              <a:ext cx="1297997" cy="589502"/>
            </a:xfrm>
            <a:custGeom>
              <a:avLst/>
              <a:gdLst>
                <a:gd name="connsiteX0" fmla="*/ 0 w 1297997"/>
                <a:gd name="connsiteY0" fmla="*/ 0 h 589502"/>
                <a:gd name="connsiteX1" fmla="*/ 1297997 w 1297997"/>
                <a:gd name="connsiteY1" fmla="*/ 589503 h 589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97997" h="589502">
                  <a:moveTo>
                    <a:pt x="0" y="0"/>
                  </a:moveTo>
                  <a:lnTo>
                    <a:pt x="1297997" y="589503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83" name="Kombinationstegning: figur 2982">
              <a:extLst>
                <a:ext uri="{FF2B5EF4-FFF2-40B4-BE49-F238E27FC236}">
                  <a16:creationId xmlns:a16="http://schemas.microsoft.com/office/drawing/2014/main" id="{D47B6F16-C6DE-45A0-1E01-2445019627BF}"/>
                </a:ext>
              </a:extLst>
            </p:cNvPr>
            <p:cNvSpPr/>
            <p:nvPr/>
          </p:nvSpPr>
          <p:spPr>
            <a:xfrm>
              <a:off x="3001710" y="9034804"/>
              <a:ext cx="621437" cy="6340"/>
            </a:xfrm>
            <a:custGeom>
              <a:avLst/>
              <a:gdLst>
                <a:gd name="connsiteX0" fmla="*/ 0 w 621437"/>
                <a:gd name="connsiteY0" fmla="*/ 6340 h 6340"/>
                <a:gd name="connsiteX1" fmla="*/ 621438 w 621437"/>
                <a:gd name="connsiteY1" fmla="*/ 0 h 63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21437" h="6340">
                  <a:moveTo>
                    <a:pt x="0" y="6340"/>
                  </a:moveTo>
                  <a:lnTo>
                    <a:pt x="621438" y="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84" name="Kombinationstegning: figur 2983">
              <a:extLst>
                <a:ext uri="{FF2B5EF4-FFF2-40B4-BE49-F238E27FC236}">
                  <a16:creationId xmlns:a16="http://schemas.microsoft.com/office/drawing/2014/main" id="{E0B6D228-F7DA-6C8B-4BE4-92A621490674}"/>
                </a:ext>
              </a:extLst>
            </p:cNvPr>
            <p:cNvSpPr/>
            <p:nvPr/>
          </p:nvSpPr>
          <p:spPr>
            <a:xfrm>
              <a:off x="1857503" y="8676773"/>
              <a:ext cx="1144207" cy="364371"/>
            </a:xfrm>
            <a:custGeom>
              <a:avLst/>
              <a:gdLst>
                <a:gd name="connsiteX0" fmla="*/ 1144208 w 1144207"/>
                <a:gd name="connsiteY0" fmla="*/ 364371 h 364371"/>
                <a:gd name="connsiteX1" fmla="*/ 0 w 1144207"/>
                <a:gd name="connsiteY1" fmla="*/ 0 h 3643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44207" h="364371">
                  <a:moveTo>
                    <a:pt x="1144208" y="364371"/>
                  </a:moveTo>
                  <a:lnTo>
                    <a:pt x="0" y="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85" name="Kombinationstegning: figur 2984">
              <a:extLst>
                <a:ext uri="{FF2B5EF4-FFF2-40B4-BE49-F238E27FC236}">
                  <a16:creationId xmlns:a16="http://schemas.microsoft.com/office/drawing/2014/main" id="{98360B1D-046B-F963-45D4-5DBECDD4F9CC}"/>
                </a:ext>
              </a:extLst>
            </p:cNvPr>
            <p:cNvSpPr/>
            <p:nvPr/>
          </p:nvSpPr>
          <p:spPr>
            <a:xfrm>
              <a:off x="2004641" y="9041145"/>
              <a:ext cx="997068" cy="137581"/>
            </a:xfrm>
            <a:custGeom>
              <a:avLst/>
              <a:gdLst>
                <a:gd name="connsiteX0" fmla="*/ 997069 w 997068"/>
                <a:gd name="connsiteY0" fmla="*/ 0 h 137581"/>
                <a:gd name="connsiteX1" fmla="*/ 0 w 997068"/>
                <a:gd name="connsiteY1" fmla="*/ 137582 h 1375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97068" h="137581">
                  <a:moveTo>
                    <a:pt x="997069" y="0"/>
                  </a:moveTo>
                  <a:lnTo>
                    <a:pt x="0" y="137582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86" name="Kombinationstegning: figur 2985">
              <a:extLst>
                <a:ext uri="{FF2B5EF4-FFF2-40B4-BE49-F238E27FC236}">
                  <a16:creationId xmlns:a16="http://schemas.microsoft.com/office/drawing/2014/main" id="{B1D82A3D-471B-FCCE-5FA8-677EF22C7E75}"/>
                </a:ext>
              </a:extLst>
            </p:cNvPr>
            <p:cNvSpPr/>
            <p:nvPr/>
          </p:nvSpPr>
          <p:spPr>
            <a:xfrm>
              <a:off x="1687930" y="9041145"/>
              <a:ext cx="1313780" cy="654099"/>
            </a:xfrm>
            <a:custGeom>
              <a:avLst/>
              <a:gdLst>
                <a:gd name="connsiteX0" fmla="*/ 1313780 w 1313780"/>
                <a:gd name="connsiteY0" fmla="*/ 0 h 654099"/>
                <a:gd name="connsiteX1" fmla="*/ 0 w 1313780"/>
                <a:gd name="connsiteY1" fmla="*/ 654099 h 65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13780" h="654099">
                  <a:moveTo>
                    <a:pt x="1313780" y="0"/>
                  </a:moveTo>
                  <a:lnTo>
                    <a:pt x="0" y="654099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87" name="Kombinationstegning: figur 2986">
              <a:extLst>
                <a:ext uri="{FF2B5EF4-FFF2-40B4-BE49-F238E27FC236}">
                  <a16:creationId xmlns:a16="http://schemas.microsoft.com/office/drawing/2014/main" id="{D6E44FC1-BD99-9AE5-EF92-EDECA569E64C}"/>
                </a:ext>
              </a:extLst>
            </p:cNvPr>
            <p:cNvSpPr/>
            <p:nvPr/>
          </p:nvSpPr>
          <p:spPr>
            <a:xfrm>
              <a:off x="3001710" y="9041145"/>
              <a:ext cx="582049" cy="715781"/>
            </a:xfrm>
            <a:custGeom>
              <a:avLst/>
              <a:gdLst>
                <a:gd name="connsiteX0" fmla="*/ 0 w 582049"/>
                <a:gd name="connsiteY0" fmla="*/ 0 h 715781"/>
                <a:gd name="connsiteX1" fmla="*/ 582050 w 582049"/>
                <a:gd name="connsiteY1" fmla="*/ 715782 h 7157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82049" h="715781">
                  <a:moveTo>
                    <a:pt x="0" y="0"/>
                  </a:moveTo>
                  <a:lnTo>
                    <a:pt x="582050" y="715782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88" name="Kombinationstegning: figur 2987">
              <a:extLst>
                <a:ext uri="{FF2B5EF4-FFF2-40B4-BE49-F238E27FC236}">
                  <a16:creationId xmlns:a16="http://schemas.microsoft.com/office/drawing/2014/main" id="{39A2E7CD-8600-349A-38BB-81F954643684}"/>
                </a:ext>
              </a:extLst>
            </p:cNvPr>
            <p:cNvSpPr/>
            <p:nvPr/>
          </p:nvSpPr>
          <p:spPr>
            <a:xfrm>
              <a:off x="3001710" y="9041145"/>
              <a:ext cx="26140" cy="359134"/>
            </a:xfrm>
            <a:custGeom>
              <a:avLst/>
              <a:gdLst>
                <a:gd name="connsiteX0" fmla="*/ 0 w 26140"/>
                <a:gd name="connsiteY0" fmla="*/ 0 h 359134"/>
                <a:gd name="connsiteX1" fmla="*/ 26141 w 26140"/>
                <a:gd name="connsiteY1" fmla="*/ 359135 h 359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6140" h="359134">
                  <a:moveTo>
                    <a:pt x="0" y="0"/>
                  </a:moveTo>
                  <a:lnTo>
                    <a:pt x="26141" y="359135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89" name="Kombinationstegning: figur 2988">
              <a:extLst>
                <a:ext uri="{FF2B5EF4-FFF2-40B4-BE49-F238E27FC236}">
                  <a16:creationId xmlns:a16="http://schemas.microsoft.com/office/drawing/2014/main" id="{260976AC-E165-28BB-5EA7-A6ACF1863FEC}"/>
                </a:ext>
              </a:extLst>
            </p:cNvPr>
            <p:cNvSpPr/>
            <p:nvPr/>
          </p:nvSpPr>
          <p:spPr>
            <a:xfrm>
              <a:off x="917749" y="9041145"/>
              <a:ext cx="2083960" cy="171818"/>
            </a:xfrm>
            <a:custGeom>
              <a:avLst/>
              <a:gdLst>
                <a:gd name="connsiteX0" fmla="*/ 2083961 w 2083960"/>
                <a:gd name="connsiteY0" fmla="*/ 0 h 171818"/>
                <a:gd name="connsiteX1" fmla="*/ 0 w 2083960"/>
                <a:gd name="connsiteY1" fmla="*/ 171819 h 171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083960" h="171818">
                  <a:moveTo>
                    <a:pt x="2083961" y="0"/>
                  </a:moveTo>
                  <a:lnTo>
                    <a:pt x="0" y="171819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90" name="Kombinationstegning: figur 2989">
              <a:extLst>
                <a:ext uri="{FF2B5EF4-FFF2-40B4-BE49-F238E27FC236}">
                  <a16:creationId xmlns:a16="http://schemas.microsoft.com/office/drawing/2014/main" id="{B3EF153D-7DE4-D3DD-F666-93E1558A323B}"/>
                </a:ext>
              </a:extLst>
            </p:cNvPr>
            <p:cNvSpPr/>
            <p:nvPr/>
          </p:nvSpPr>
          <p:spPr>
            <a:xfrm>
              <a:off x="2884480" y="9041145"/>
              <a:ext cx="117230" cy="773398"/>
            </a:xfrm>
            <a:custGeom>
              <a:avLst/>
              <a:gdLst>
                <a:gd name="connsiteX0" fmla="*/ 117231 w 117230"/>
                <a:gd name="connsiteY0" fmla="*/ 0 h 773398"/>
                <a:gd name="connsiteX1" fmla="*/ 0 w 117230"/>
                <a:gd name="connsiteY1" fmla="*/ 773398 h 7733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7230" h="773398">
                  <a:moveTo>
                    <a:pt x="117231" y="0"/>
                  </a:moveTo>
                  <a:lnTo>
                    <a:pt x="0" y="773398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91" name="Kombinationstegning: figur 2990">
              <a:extLst>
                <a:ext uri="{FF2B5EF4-FFF2-40B4-BE49-F238E27FC236}">
                  <a16:creationId xmlns:a16="http://schemas.microsoft.com/office/drawing/2014/main" id="{17128697-BADE-7F22-30EB-595CE2E5FF5D}"/>
                </a:ext>
              </a:extLst>
            </p:cNvPr>
            <p:cNvSpPr/>
            <p:nvPr/>
          </p:nvSpPr>
          <p:spPr>
            <a:xfrm>
              <a:off x="1438722" y="9041145"/>
              <a:ext cx="1562987" cy="378362"/>
            </a:xfrm>
            <a:custGeom>
              <a:avLst/>
              <a:gdLst>
                <a:gd name="connsiteX0" fmla="*/ 1562988 w 1562987"/>
                <a:gd name="connsiteY0" fmla="*/ 0 h 378362"/>
                <a:gd name="connsiteX1" fmla="*/ 0 w 1562987"/>
                <a:gd name="connsiteY1" fmla="*/ 378362 h 3783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562987" h="378362">
                  <a:moveTo>
                    <a:pt x="1562988" y="0"/>
                  </a:moveTo>
                  <a:lnTo>
                    <a:pt x="0" y="378362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92" name="Kombinationstegning: figur 2991">
              <a:extLst>
                <a:ext uri="{FF2B5EF4-FFF2-40B4-BE49-F238E27FC236}">
                  <a16:creationId xmlns:a16="http://schemas.microsoft.com/office/drawing/2014/main" id="{47520852-17BE-F856-6E41-AC61028F6D3E}"/>
                </a:ext>
              </a:extLst>
            </p:cNvPr>
            <p:cNvSpPr/>
            <p:nvPr/>
          </p:nvSpPr>
          <p:spPr>
            <a:xfrm>
              <a:off x="2967120" y="9041145"/>
              <a:ext cx="34590" cy="520065"/>
            </a:xfrm>
            <a:custGeom>
              <a:avLst/>
              <a:gdLst>
                <a:gd name="connsiteX0" fmla="*/ 34590 w 34590"/>
                <a:gd name="connsiteY0" fmla="*/ 0 h 520065"/>
                <a:gd name="connsiteX1" fmla="*/ 0 w 34590"/>
                <a:gd name="connsiteY1" fmla="*/ 520066 h 5200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4590" h="520065">
                  <a:moveTo>
                    <a:pt x="34590" y="0"/>
                  </a:moveTo>
                  <a:lnTo>
                    <a:pt x="0" y="520066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93" name="Kombinationstegning: figur 2992">
              <a:extLst>
                <a:ext uri="{FF2B5EF4-FFF2-40B4-BE49-F238E27FC236}">
                  <a16:creationId xmlns:a16="http://schemas.microsoft.com/office/drawing/2014/main" id="{92A4B45F-2DCA-0C70-B5B9-620099013F37}"/>
                </a:ext>
              </a:extLst>
            </p:cNvPr>
            <p:cNvSpPr/>
            <p:nvPr/>
          </p:nvSpPr>
          <p:spPr>
            <a:xfrm>
              <a:off x="3001710" y="9041145"/>
              <a:ext cx="1422890" cy="362377"/>
            </a:xfrm>
            <a:custGeom>
              <a:avLst/>
              <a:gdLst>
                <a:gd name="connsiteX0" fmla="*/ 0 w 1422890"/>
                <a:gd name="connsiteY0" fmla="*/ 0 h 362377"/>
                <a:gd name="connsiteX1" fmla="*/ 1422891 w 1422890"/>
                <a:gd name="connsiteY1" fmla="*/ 362378 h 3623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22890" h="362377">
                  <a:moveTo>
                    <a:pt x="0" y="0"/>
                  </a:moveTo>
                  <a:lnTo>
                    <a:pt x="1422891" y="362378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94" name="Kombinationstegning: figur 2993">
              <a:extLst>
                <a:ext uri="{FF2B5EF4-FFF2-40B4-BE49-F238E27FC236}">
                  <a16:creationId xmlns:a16="http://schemas.microsoft.com/office/drawing/2014/main" id="{2CC84502-DC9F-3C4F-69B9-31A0785F20DE}"/>
                </a:ext>
              </a:extLst>
            </p:cNvPr>
            <p:cNvSpPr/>
            <p:nvPr/>
          </p:nvSpPr>
          <p:spPr>
            <a:xfrm>
              <a:off x="3001710" y="9041145"/>
              <a:ext cx="782591" cy="473282"/>
            </a:xfrm>
            <a:custGeom>
              <a:avLst/>
              <a:gdLst>
                <a:gd name="connsiteX0" fmla="*/ 0 w 782591"/>
                <a:gd name="connsiteY0" fmla="*/ 0 h 473282"/>
                <a:gd name="connsiteX1" fmla="*/ 782591 w 782591"/>
                <a:gd name="connsiteY1" fmla="*/ 473282 h 4732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2591" h="473282">
                  <a:moveTo>
                    <a:pt x="0" y="0"/>
                  </a:moveTo>
                  <a:lnTo>
                    <a:pt x="782591" y="473282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95" name="Kombinationstegning: figur 2994">
              <a:extLst>
                <a:ext uri="{FF2B5EF4-FFF2-40B4-BE49-F238E27FC236}">
                  <a16:creationId xmlns:a16="http://schemas.microsoft.com/office/drawing/2014/main" id="{A74DB6AD-74A1-DEFD-1FFA-F5C145206B06}"/>
                </a:ext>
              </a:extLst>
            </p:cNvPr>
            <p:cNvSpPr/>
            <p:nvPr/>
          </p:nvSpPr>
          <p:spPr>
            <a:xfrm>
              <a:off x="1235523" y="8767932"/>
              <a:ext cx="1766187" cy="273213"/>
            </a:xfrm>
            <a:custGeom>
              <a:avLst/>
              <a:gdLst>
                <a:gd name="connsiteX0" fmla="*/ 1766188 w 1766187"/>
                <a:gd name="connsiteY0" fmla="*/ 273213 h 273213"/>
                <a:gd name="connsiteX1" fmla="*/ 0 w 1766187"/>
                <a:gd name="connsiteY1" fmla="*/ 0 h 2732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766187" h="273213">
                  <a:moveTo>
                    <a:pt x="1766188" y="273213"/>
                  </a:moveTo>
                  <a:lnTo>
                    <a:pt x="0" y="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96" name="Kombinationstegning: figur 2995">
              <a:extLst>
                <a:ext uri="{FF2B5EF4-FFF2-40B4-BE49-F238E27FC236}">
                  <a16:creationId xmlns:a16="http://schemas.microsoft.com/office/drawing/2014/main" id="{1D8B7688-3327-0A8F-85FD-5C77BCF8395D}"/>
                </a:ext>
              </a:extLst>
            </p:cNvPr>
            <p:cNvSpPr/>
            <p:nvPr/>
          </p:nvSpPr>
          <p:spPr>
            <a:xfrm>
              <a:off x="2004641" y="9034804"/>
              <a:ext cx="1618506" cy="143922"/>
            </a:xfrm>
            <a:custGeom>
              <a:avLst/>
              <a:gdLst>
                <a:gd name="connsiteX0" fmla="*/ 1618506 w 1618506"/>
                <a:gd name="connsiteY0" fmla="*/ 0 h 143922"/>
                <a:gd name="connsiteX1" fmla="*/ 0 w 1618506"/>
                <a:gd name="connsiteY1" fmla="*/ 143922 h 1439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618506" h="143922">
                  <a:moveTo>
                    <a:pt x="1618506" y="0"/>
                  </a:moveTo>
                  <a:lnTo>
                    <a:pt x="0" y="143922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97" name="Kombinationstegning: figur 2996">
              <a:extLst>
                <a:ext uri="{FF2B5EF4-FFF2-40B4-BE49-F238E27FC236}">
                  <a16:creationId xmlns:a16="http://schemas.microsoft.com/office/drawing/2014/main" id="{83C723C8-E8CC-7BB0-7715-A1FF13962449}"/>
                </a:ext>
              </a:extLst>
            </p:cNvPr>
            <p:cNvSpPr/>
            <p:nvPr/>
          </p:nvSpPr>
          <p:spPr>
            <a:xfrm>
              <a:off x="1687930" y="9034804"/>
              <a:ext cx="1935217" cy="660439"/>
            </a:xfrm>
            <a:custGeom>
              <a:avLst/>
              <a:gdLst>
                <a:gd name="connsiteX0" fmla="*/ 1935218 w 1935217"/>
                <a:gd name="connsiteY0" fmla="*/ 0 h 660439"/>
                <a:gd name="connsiteX1" fmla="*/ 0 w 1935217"/>
                <a:gd name="connsiteY1" fmla="*/ 660440 h 660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935217" h="660439">
                  <a:moveTo>
                    <a:pt x="1935218" y="0"/>
                  </a:moveTo>
                  <a:lnTo>
                    <a:pt x="0" y="66044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98" name="Kombinationstegning: figur 2997">
              <a:extLst>
                <a:ext uri="{FF2B5EF4-FFF2-40B4-BE49-F238E27FC236}">
                  <a16:creationId xmlns:a16="http://schemas.microsoft.com/office/drawing/2014/main" id="{C5DC2C1E-ACF2-B534-72F3-061E1EA6F218}"/>
                </a:ext>
              </a:extLst>
            </p:cNvPr>
            <p:cNvSpPr/>
            <p:nvPr/>
          </p:nvSpPr>
          <p:spPr>
            <a:xfrm>
              <a:off x="3583760" y="9034804"/>
              <a:ext cx="39387" cy="722122"/>
            </a:xfrm>
            <a:custGeom>
              <a:avLst/>
              <a:gdLst>
                <a:gd name="connsiteX0" fmla="*/ 39388 w 39387"/>
                <a:gd name="connsiteY0" fmla="*/ 0 h 722122"/>
                <a:gd name="connsiteX1" fmla="*/ 0 w 39387"/>
                <a:gd name="connsiteY1" fmla="*/ 722122 h 7221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9387" h="722122">
                  <a:moveTo>
                    <a:pt x="39388" y="0"/>
                  </a:moveTo>
                  <a:lnTo>
                    <a:pt x="0" y="722122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99" name="Kombinationstegning: figur 2998">
              <a:extLst>
                <a:ext uri="{FF2B5EF4-FFF2-40B4-BE49-F238E27FC236}">
                  <a16:creationId xmlns:a16="http://schemas.microsoft.com/office/drawing/2014/main" id="{DD91F7EC-69AD-A098-0A9B-57ADAC2EE8BA}"/>
                </a:ext>
              </a:extLst>
            </p:cNvPr>
            <p:cNvSpPr/>
            <p:nvPr/>
          </p:nvSpPr>
          <p:spPr>
            <a:xfrm>
              <a:off x="3623148" y="9034804"/>
              <a:ext cx="414927" cy="907798"/>
            </a:xfrm>
            <a:custGeom>
              <a:avLst/>
              <a:gdLst>
                <a:gd name="connsiteX0" fmla="*/ 0 w 414927"/>
                <a:gd name="connsiteY0" fmla="*/ 0 h 907798"/>
                <a:gd name="connsiteX1" fmla="*/ 414928 w 414927"/>
                <a:gd name="connsiteY1" fmla="*/ 907798 h 9077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14927" h="907798">
                  <a:moveTo>
                    <a:pt x="0" y="0"/>
                  </a:moveTo>
                  <a:lnTo>
                    <a:pt x="414928" y="907798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00" name="Kombinationstegning: figur 2999">
              <a:extLst>
                <a:ext uri="{FF2B5EF4-FFF2-40B4-BE49-F238E27FC236}">
                  <a16:creationId xmlns:a16="http://schemas.microsoft.com/office/drawing/2014/main" id="{4D7481DD-50EE-E5C9-5F25-126BE63DCF75}"/>
                </a:ext>
              </a:extLst>
            </p:cNvPr>
            <p:cNvSpPr/>
            <p:nvPr/>
          </p:nvSpPr>
          <p:spPr>
            <a:xfrm>
              <a:off x="3027851" y="9034804"/>
              <a:ext cx="595296" cy="365474"/>
            </a:xfrm>
            <a:custGeom>
              <a:avLst/>
              <a:gdLst>
                <a:gd name="connsiteX0" fmla="*/ 595297 w 595296"/>
                <a:gd name="connsiteY0" fmla="*/ 0 h 365474"/>
                <a:gd name="connsiteX1" fmla="*/ 0 w 595296"/>
                <a:gd name="connsiteY1" fmla="*/ 365475 h 3654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95296" h="365474">
                  <a:moveTo>
                    <a:pt x="595297" y="0"/>
                  </a:moveTo>
                  <a:lnTo>
                    <a:pt x="0" y="365475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01" name="Kombinationstegning: figur 3000">
              <a:extLst>
                <a:ext uri="{FF2B5EF4-FFF2-40B4-BE49-F238E27FC236}">
                  <a16:creationId xmlns:a16="http://schemas.microsoft.com/office/drawing/2014/main" id="{F8BA9C70-2448-F218-074C-88D7782D0802}"/>
                </a:ext>
              </a:extLst>
            </p:cNvPr>
            <p:cNvSpPr/>
            <p:nvPr/>
          </p:nvSpPr>
          <p:spPr>
            <a:xfrm>
              <a:off x="917749" y="9034804"/>
              <a:ext cx="2705398" cy="178159"/>
            </a:xfrm>
            <a:custGeom>
              <a:avLst/>
              <a:gdLst>
                <a:gd name="connsiteX0" fmla="*/ 2705399 w 2705398"/>
                <a:gd name="connsiteY0" fmla="*/ 0 h 178159"/>
                <a:gd name="connsiteX1" fmla="*/ 0 w 2705398"/>
                <a:gd name="connsiteY1" fmla="*/ 178159 h 1781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705398" h="178159">
                  <a:moveTo>
                    <a:pt x="2705399" y="0"/>
                  </a:moveTo>
                  <a:lnTo>
                    <a:pt x="0" y="178159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02" name="Kombinationstegning: figur 3001">
              <a:extLst>
                <a:ext uri="{FF2B5EF4-FFF2-40B4-BE49-F238E27FC236}">
                  <a16:creationId xmlns:a16="http://schemas.microsoft.com/office/drawing/2014/main" id="{34D28855-2273-C16B-FAD0-797C7EE5F9A2}"/>
                </a:ext>
              </a:extLst>
            </p:cNvPr>
            <p:cNvSpPr/>
            <p:nvPr/>
          </p:nvSpPr>
          <p:spPr>
            <a:xfrm>
              <a:off x="3623148" y="9034804"/>
              <a:ext cx="915019" cy="802154"/>
            </a:xfrm>
            <a:custGeom>
              <a:avLst/>
              <a:gdLst>
                <a:gd name="connsiteX0" fmla="*/ 0 w 915019"/>
                <a:gd name="connsiteY0" fmla="*/ 0 h 802154"/>
                <a:gd name="connsiteX1" fmla="*/ 915019 w 915019"/>
                <a:gd name="connsiteY1" fmla="*/ 802155 h 802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15019" h="802154">
                  <a:moveTo>
                    <a:pt x="0" y="0"/>
                  </a:moveTo>
                  <a:lnTo>
                    <a:pt x="915019" y="802155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03" name="Kombinationstegning: figur 3002">
              <a:extLst>
                <a:ext uri="{FF2B5EF4-FFF2-40B4-BE49-F238E27FC236}">
                  <a16:creationId xmlns:a16="http://schemas.microsoft.com/office/drawing/2014/main" id="{29CF2AB6-FFDD-8817-F10C-F4E751F62220}"/>
                </a:ext>
              </a:extLst>
            </p:cNvPr>
            <p:cNvSpPr/>
            <p:nvPr/>
          </p:nvSpPr>
          <p:spPr>
            <a:xfrm>
              <a:off x="2884480" y="9034804"/>
              <a:ext cx="738668" cy="779738"/>
            </a:xfrm>
            <a:custGeom>
              <a:avLst/>
              <a:gdLst>
                <a:gd name="connsiteX0" fmla="*/ 738668 w 738668"/>
                <a:gd name="connsiteY0" fmla="*/ 0 h 779738"/>
                <a:gd name="connsiteX1" fmla="*/ 0 w 738668"/>
                <a:gd name="connsiteY1" fmla="*/ 779739 h 7797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38668" h="779738">
                  <a:moveTo>
                    <a:pt x="738668" y="0"/>
                  </a:moveTo>
                  <a:lnTo>
                    <a:pt x="0" y="779739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04" name="Kombinationstegning: figur 3003">
              <a:extLst>
                <a:ext uri="{FF2B5EF4-FFF2-40B4-BE49-F238E27FC236}">
                  <a16:creationId xmlns:a16="http://schemas.microsoft.com/office/drawing/2014/main" id="{F9B60E69-5E91-BA2F-1EBB-47FE7EB5BB34}"/>
                </a:ext>
              </a:extLst>
            </p:cNvPr>
            <p:cNvSpPr/>
            <p:nvPr/>
          </p:nvSpPr>
          <p:spPr>
            <a:xfrm>
              <a:off x="1438722" y="9034804"/>
              <a:ext cx="2184425" cy="384702"/>
            </a:xfrm>
            <a:custGeom>
              <a:avLst/>
              <a:gdLst>
                <a:gd name="connsiteX0" fmla="*/ 2184426 w 2184425"/>
                <a:gd name="connsiteY0" fmla="*/ 0 h 384702"/>
                <a:gd name="connsiteX1" fmla="*/ 0 w 2184425"/>
                <a:gd name="connsiteY1" fmla="*/ 384703 h 384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184425" h="384702">
                  <a:moveTo>
                    <a:pt x="2184426" y="0"/>
                  </a:moveTo>
                  <a:lnTo>
                    <a:pt x="0" y="384703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05" name="Kombinationstegning: figur 3004">
              <a:extLst>
                <a:ext uri="{FF2B5EF4-FFF2-40B4-BE49-F238E27FC236}">
                  <a16:creationId xmlns:a16="http://schemas.microsoft.com/office/drawing/2014/main" id="{D1F184FB-DEF5-92F3-A440-9BEDD602B913}"/>
                </a:ext>
              </a:extLst>
            </p:cNvPr>
            <p:cNvSpPr/>
            <p:nvPr/>
          </p:nvSpPr>
          <p:spPr>
            <a:xfrm>
              <a:off x="3623148" y="9034804"/>
              <a:ext cx="1310427" cy="668974"/>
            </a:xfrm>
            <a:custGeom>
              <a:avLst/>
              <a:gdLst>
                <a:gd name="connsiteX0" fmla="*/ 0 w 1310427"/>
                <a:gd name="connsiteY0" fmla="*/ 0 h 668974"/>
                <a:gd name="connsiteX1" fmla="*/ 1310427 w 1310427"/>
                <a:gd name="connsiteY1" fmla="*/ 668974 h 6689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10427" h="668974">
                  <a:moveTo>
                    <a:pt x="0" y="0"/>
                  </a:moveTo>
                  <a:lnTo>
                    <a:pt x="1310427" y="668974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06" name="Kombinationstegning: figur 3005">
              <a:extLst>
                <a:ext uri="{FF2B5EF4-FFF2-40B4-BE49-F238E27FC236}">
                  <a16:creationId xmlns:a16="http://schemas.microsoft.com/office/drawing/2014/main" id="{D8B90D66-8943-FD8C-37F3-5335753AB603}"/>
                </a:ext>
              </a:extLst>
            </p:cNvPr>
            <p:cNvSpPr/>
            <p:nvPr/>
          </p:nvSpPr>
          <p:spPr>
            <a:xfrm>
              <a:off x="2967120" y="9034804"/>
              <a:ext cx="656027" cy="526405"/>
            </a:xfrm>
            <a:custGeom>
              <a:avLst/>
              <a:gdLst>
                <a:gd name="connsiteX0" fmla="*/ 656028 w 656027"/>
                <a:gd name="connsiteY0" fmla="*/ 0 h 526405"/>
                <a:gd name="connsiteX1" fmla="*/ 0 w 656027"/>
                <a:gd name="connsiteY1" fmla="*/ 526406 h 5264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56027" h="526405">
                  <a:moveTo>
                    <a:pt x="656028" y="0"/>
                  </a:moveTo>
                  <a:lnTo>
                    <a:pt x="0" y="526406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07" name="Kombinationstegning: figur 3006">
              <a:extLst>
                <a:ext uri="{FF2B5EF4-FFF2-40B4-BE49-F238E27FC236}">
                  <a16:creationId xmlns:a16="http://schemas.microsoft.com/office/drawing/2014/main" id="{62E1AE42-5C8B-6669-D7EC-6AF737F28C29}"/>
                </a:ext>
              </a:extLst>
            </p:cNvPr>
            <p:cNvSpPr/>
            <p:nvPr/>
          </p:nvSpPr>
          <p:spPr>
            <a:xfrm>
              <a:off x="3623148" y="9034804"/>
              <a:ext cx="801452" cy="368718"/>
            </a:xfrm>
            <a:custGeom>
              <a:avLst/>
              <a:gdLst>
                <a:gd name="connsiteX0" fmla="*/ 0 w 801452"/>
                <a:gd name="connsiteY0" fmla="*/ 0 h 368718"/>
                <a:gd name="connsiteX1" fmla="*/ 801453 w 801452"/>
                <a:gd name="connsiteY1" fmla="*/ 368718 h 3687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01452" h="368718">
                  <a:moveTo>
                    <a:pt x="0" y="0"/>
                  </a:moveTo>
                  <a:lnTo>
                    <a:pt x="801453" y="368718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08" name="Kombinationstegning: figur 3007">
              <a:extLst>
                <a:ext uri="{FF2B5EF4-FFF2-40B4-BE49-F238E27FC236}">
                  <a16:creationId xmlns:a16="http://schemas.microsoft.com/office/drawing/2014/main" id="{22E0E259-717B-FFC2-09FD-46DE131F685D}"/>
                </a:ext>
              </a:extLst>
            </p:cNvPr>
            <p:cNvSpPr/>
            <p:nvPr/>
          </p:nvSpPr>
          <p:spPr>
            <a:xfrm>
              <a:off x="3623148" y="9034804"/>
              <a:ext cx="161153" cy="479622"/>
            </a:xfrm>
            <a:custGeom>
              <a:avLst/>
              <a:gdLst>
                <a:gd name="connsiteX0" fmla="*/ 0 w 161153"/>
                <a:gd name="connsiteY0" fmla="*/ 0 h 479622"/>
                <a:gd name="connsiteX1" fmla="*/ 161154 w 161153"/>
                <a:gd name="connsiteY1" fmla="*/ 479623 h 4796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61153" h="479622">
                  <a:moveTo>
                    <a:pt x="0" y="0"/>
                  </a:moveTo>
                  <a:lnTo>
                    <a:pt x="161154" y="479623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09" name="Kombinationstegning: figur 3008">
              <a:extLst>
                <a:ext uri="{FF2B5EF4-FFF2-40B4-BE49-F238E27FC236}">
                  <a16:creationId xmlns:a16="http://schemas.microsoft.com/office/drawing/2014/main" id="{A149A66D-30B1-738C-1103-DCF615905C4F}"/>
                </a:ext>
              </a:extLst>
            </p:cNvPr>
            <p:cNvSpPr/>
            <p:nvPr/>
          </p:nvSpPr>
          <p:spPr>
            <a:xfrm>
              <a:off x="1235523" y="8767932"/>
              <a:ext cx="2387625" cy="266872"/>
            </a:xfrm>
            <a:custGeom>
              <a:avLst/>
              <a:gdLst>
                <a:gd name="connsiteX0" fmla="*/ 2387625 w 2387625"/>
                <a:gd name="connsiteY0" fmla="*/ 266873 h 266872"/>
                <a:gd name="connsiteX1" fmla="*/ 0 w 2387625"/>
                <a:gd name="connsiteY1" fmla="*/ 0 h 2668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387625" h="266872">
                  <a:moveTo>
                    <a:pt x="2387625" y="266873"/>
                  </a:moveTo>
                  <a:lnTo>
                    <a:pt x="0" y="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10" name="Kombinationstegning: figur 3009">
              <a:extLst>
                <a:ext uri="{FF2B5EF4-FFF2-40B4-BE49-F238E27FC236}">
                  <a16:creationId xmlns:a16="http://schemas.microsoft.com/office/drawing/2014/main" id="{D585A14B-1A1B-6D7F-AD6E-213AE06ABD07}"/>
                </a:ext>
              </a:extLst>
            </p:cNvPr>
            <p:cNvSpPr/>
            <p:nvPr/>
          </p:nvSpPr>
          <p:spPr>
            <a:xfrm>
              <a:off x="3623148" y="9034804"/>
              <a:ext cx="1739290" cy="552711"/>
            </a:xfrm>
            <a:custGeom>
              <a:avLst/>
              <a:gdLst>
                <a:gd name="connsiteX0" fmla="*/ 0 w 1739290"/>
                <a:gd name="connsiteY0" fmla="*/ 0 h 552711"/>
                <a:gd name="connsiteX1" fmla="*/ 1739291 w 1739290"/>
                <a:gd name="connsiteY1" fmla="*/ 552711 h 5527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739290" h="552711">
                  <a:moveTo>
                    <a:pt x="0" y="0"/>
                  </a:moveTo>
                  <a:lnTo>
                    <a:pt x="1739291" y="552711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11" name="Kombinationstegning: figur 3010">
              <a:extLst>
                <a:ext uri="{FF2B5EF4-FFF2-40B4-BE49-F238E27FC236}">
                  <a16:creationId xmlns:a16="http://schemas.microsoft.com/office/drawing/2014/main" id="{63C167E8-8D71-036A-2088-15048A77DAD1}"/>
                </a:ext>
              </a:extLst>
            </p:cNvPr>
            <p:cNvSpPr/>
            <p:nvPr/>
          </p:nvSpPr>
          <p:spPr>
            <a:xfrm>
              <a:off x="3623148" y="9034804"/>
              <a:ext cx="1506158" cy="358262"/>
            </a:xfrm>
            <a:custGeom>
              <a:avLst/>
              <a:gdLst>
                <a:gd name="connsiteX0" fmla="*/ 0 w 1506158"/>
                <a:gd name="connsiteY0" fmla="*/ 0 h 358262"/>
                <a:gd name="connsiteX1" fmla="*/ 1506159 w 1506158"/>
                <a:gd name="connsiteY1" fmla="*/ 358263 h 3582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506158" h="358262">
                  <a:moveTo>
                    <a:pt x="0" y="0"/>
                  </a:moveTo>
                  <a:lnTo>
                    <a:pt x="1506159" y="358263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12" name="Kombinationstegning: figur 3011">
              <a:extLst>
                <a:ext uri="{FF2B5EF4-FFF2-40B4-BE49-F238E27FC236}">
                  <a16:creationId xmlns:a16="http://schemas.microsoft.com/office/drawing/2014/main" id="{81BE3569-E45A-DDD1-5245-B25F33E89EB2}"/>
                </a:ext>
              </a:extLst>
            </p:cNvPr>
            <p:cNvSpPr/>
            <p:nvPr/>
          </p:nvSpPr>
          <p:spPr>
            <a:xfrm>
              <a:off x="1857503" y="8676773"/>
              <a:ext cx="1765645" cy="358031"/>
            </a:xfrm>
            <a:custGeom>
              <a:avLst/>
              <a:gdLst>
                <a:gd name="connsiteX0" fmla="*/ 1765645 w 1765645"/>
                <a:gd name="connsiteY0" fmla="*/ 358031 h 358031"/>
                <a:gd name="connsiteX1" fmla="*/ 0 w 1765645"/>
                <a:gd name="connsiteY1" fmla="*/ 0 h 3580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765645" h="358031">
                  <a:moveTo>
                    <a:pt x="1765645" y="358031"/>
                  </a:moveTo>
                  <a:lnTo>
                    <a:pt x="0" y="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3013" name="Kombinationstegning: figur 3012">
              <a:extLst>
                <a:ext uri="{FF2B5EF4-FFF2-40B4-BE49-F238E27FC236}">
                  <a16:creationId xmlns:a16="http://schemas.microsoft.com/office/drawing/2014/main" id="{6D624FDB-695A-C2B8-7638-2695D05B03D9}"/>
                </a:ext>
              </a:extLst>
            </p:cNvPr>
            <p:cNvSpPr/>
            <p:nvPr/>
          </p:nvSpPr>
          <p:spPr>
            <a:xfrm>
              <a:off x="3623148" y="9034804"/>
              <a:ext cx="2007994" cy="300878"/>
            </a:xfrm>
            <a:custGeom>
              <a:avLst/>
              <a:gdLst>
                <a:gd name="connsiteX0" fmla="*/ 0 w 2007994"/>
                <a:gd name="connsiteY0" fmla="*/ 0 h 300878"/>
                <a:gd name="connsiteX1" fmla="*/ 2007994 w 2007994"/>
                <a:gd name="connsiteY1" fmla="*/ 300878 h 3008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007994" h="300878">
                  <a:moveTo>
                    <a:pt x="0" y="0"/>
                  </a:moveTo>
                  <a:lnTo>
                    <a:pt x="2007994" y="300878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14" name="Kombinationstegning: figur 3013">
              <a:extLst>
                <a:ext uri="{FF2B5EF4-FFF2-40B4-BE49-F238E27FC236}">
                  <a16:creationId xmlns:a16="http://schemas.microsoft.com/office/drawing/2014/main" id="{C14753FD-948A-D4D0-DF70-141E5C5CB5A3}"/>
                </a:ext>
              </a:extLst>
            </p:cNvPr>
            <p:cNvSpPr/>
            <p:nvPr/>
          </p:nvSpPr>
          <p:spPr>
            <a:xfrm>
              <a:off x="1235523" y="8676773"/>
              <a:ext cx="621979" cy="91158"/>
            </a:xfrm>
            <a:custGeom>
              <a:avLst/>
              <a:gdLst>
                <a:gd name="connsiteX0" fmla="*/ 0 w 621979"/>
                <a:gd name="connsiteY0" fmla="*/ 91158 h 91158"/>
                <a:gd name="connsiteX1" fmla="*/ 621980 w 621979"/>
                <a:gd name="connsiteY1" fmla="*/ 0 h 911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21979" h="91158">
                  <a:moveTo>
                    <a:pt x="0" y="91158"/>
                  </a:moveTo>
                  <a:lnTo>
                    <a:pt x="621980" y="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15" name="Kombinationstegning: figur 3014">
              <a:extLst>
                <a:ext uri="{FF2B5EF4-FFF2-40B4-BE49-F238E27FC236}">
                  <a16:creationId xmlns:a16="http://schemas.microsoft.com/office/drawing/2014/main" id="{88AB893D-6DAF-D812-28AA-19EEED6F2BE4}"/>
                </a:ext>
              </a:extLst>
            </p:cNvPr>
            <p:cNvSpPr/>
            <p:nvPr/>
          </p:nvSpPr>
          <p:spPr>
            <a:xfrm>
              <a:off x="1235523" y="8767932"/>
              <a:ext cx="769118" cy="410794"/>
            </a:xfrm>
            <a:custGeom>
              <a:avLst/>
              <a:gdLst>
                <a:gd name="connsiteX0" fmla="*/ 0 w 769118"/>
                <a:gd name="connsiteY0" fmla="*/ 0 h 410794"/>
                <a:gd name="connsiteX1" fmla="*/ 769119 w 769118"/>
                <a:gd name="connsiteY1" fmla="*/ 410795 h 4107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69118" h="410794">
                  <a:moveTo>
                    <a:pt x="0" y="0"/>
                  </a:moveTo>
                  <a:lnTo>
                    <a:pt x="769119" y="410795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16" name="Kombinationstegning: figur 3015">
              <a:extLst>
                <a:ext uri="{FF2B5EF4-FFF2-40B4-BE49-F238E27FC236}">
                  <a16:creationId xmlns:a16="http://schemas.microsoft.com/office/drawing/2014/main" id="{7D795235-E3DD-EEFD-3BF1-38EB80DE9273}"/>
                </a:ext>
              </a:extLst>
            </p:cNvPr>
            <p:cNvSpPr/>
            <p:nvPr/>
          </p:nvSpPr>
          <p:spPr>
            <a:xfrm>
              <a:off x="1235523" y="8767932"/>
              <a:ext cx="1792328" cy="632347"/>
            </a:xfrm>
            <a:custGeom>
              <a:avLst/>
              <a:gdLst>
                <a:gd name="connsiteX0" fmla="*/ 0 w 1792328"/>
                <a:gd name="connsiteY0" fmla="*/ 0 h 632347"/>
                <a:gd name="connsiteX1" fmla="*/ 1792328 w 1792328"/>
                <a:gd name="connsiteY1" fmla="*/ 632348 h 6323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792328" h="632347">
                  <a:moveTo>
                    <a:pt x="0" y="0"/>
                  </a:moveTo>
                  <a:lnTo>
                    <a:pt x="1792328" y="632348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17" name="Kombinationstegning: figur 3016">
              <a:extLst>
                <a:ext uri="{FF2B5EF4-FFF2-40B4-BE49-F238E27FC236}">
                  <a16:creationId xmlns:a16="http://schemas.microsoft.com/office/drawing/2014/main" id="{D1E43BE6-E512-3640-1E8C-3A25195313F8}"/>
                </a:ext>
              </a:extLst>
            </p:cNvPr>
            <p:cNvSpPr/>
            <p:nvPr/>
          </p:nvSpPr>
          <p:spPr>
            <a:xfrm>
              <a:off x="1857503" y="8676773"/>
              <a:ext cx="147138" cy="501953"/>
            </a:xfrm>
            <a:custGeom>
              <a:avLst/>
              <a:gdLst>
                <a:gd name="connsiteX0" fmla="*/ 0 w 147138"/>
                <a:gd name="connsiteY0" fmla="*/ 0 h 501953"/>
                <a:gd name="connsiteX1" fmla="*/ 147139 w 147138"/>
                <a:gd name="connsiteY1" fmla="*/ 501953 h 501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7138" h="501953">
                  <a:moveTo>
                    <a:pt x="0" y="0"/>
                  </a:moveTo>
                  <a:lnTo>
                    <a:pt x="147139" y="501953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18" name="Kombinationstegning: figur 3017">
              <a:extLst>
                <a:ext uri="{FF2B5EF4-FFF2-40B4-BE49-F238E27FC236}">
                  <a16:creationId xmlns:a16="http://schemas.microsoft.com/office/drawing/2014/main" id="{B52DF5DB-C23C-D092-9622-811D4F8E8CC2}"/>
                </a:ext>
              </a:extLst>
            </p:cNvPr>
            <p:cNvSpPr/>
            <p:nvPr/>
          </p:nvSpPr>
          <p:spPr>
            <a:xfrm>
              <a:off x="1857503" y="8676773"/>
              <a:ext cx="1170348" cy="723506"/>
            </a:xfrm>
            <a:custGeom>
              <a:avLst/>
              <a:gdLst>
                <a:gd name="connsiteX0" fmla="*/ 0 w 1170348"/>
                <a:gd name="connsiteY0" fmla="*/ 0 h 723506"/>
                <a:gd name="connsiteX1" fmla="*/ 1170348 w 1170348"/>
                <a:gd name="connsiteY1" fmla="*/ 723506 h 7235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70348" h="723506">
                  <a:moveTo>
                    <a:pt x="0" y="0"/>
                  </a:moveTo>
                  <a:lnTo>
                    <a:pt x="1170348" y="723506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19" name="Kombinationstegning: figur 3018">
              <a:extLst>
                <a:ext uri="{FF2B5EF4-FFF2-40B4-BE49-F238E27FC236}">
                  <a16:creationId xmlns:a16="http://schemas.microsoft.com/office/drawing/2014/main" id="{4C83D859-2B10-F014-F089-00C69EE976B4}"/>
                </a:ext>
              </a:extLst>
            </p:cNvPr>
            <p:cNvSpPr/>
            <p:nvPr/>
          </p:nvSpPr>
          <p:spPr>
            <a:xfrm>
              <a:off x="1438722" y="8676773"/>
              <a:ext cx="418780" cy="742733"/>
            </a:xfrm>
            <a:custGeom>
              <a:avLst/>
              <a:gdLst>
                <a:gd name="connsiteX0" fmla="*/ 418780 w 418780"/>
                <a:gd name="connsiteY0" fmla="*/ 0 h 742733"/>
                <a:gd name="connsiteX1" fmla="*/ 0 w 418780"/>
                <a:gd name="connsiteY1" fmla="*/ 742734 h 7427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18780" h="742733">
                  <a:moveTo>
                    <a:pt x="418780" y="0"/>
                  </a:moveTo>
                  <a:lnTo>
                    <a:pt x="0" y="742734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20" name="Kombinationstegning: figur 3019">
              <a:extLst>
                <a:ext uri="{FF2B5EF4-FFF2-40B4-BE49-F238E27FC236}">
                  <a16:creationId xmlns:a16="http://schemas.microsoft.com/office/drawing/2014/main" id="{015AB18B-D156-3330-B418-9AC89763B5E7}"/>
                </a:ext>
              </a:extLst>
            </p:cNvPr>
            <p:cNvSpPr/>
            <p:nvPr/>
          </p:nvSpPr>
          <p:spPr>
            <a:xfrm>
              <a:off x="1687930" y="9178727"/>
              <a:ext cx="316711" cy="516517"/>
            </a:xfrm>
            <a:custGeom>
              <a:avLst/>
              <a:gdLst>
                <a:gd name="connsiteX0" fmla="*/ 316711 w 316711"/>
                <a:gd name="connsiteY0" fmla="*/ 0 h 516517"/>
                <a:gd name="connsiteX1" fmla="*/ 0 w 316711"/>
                <a:gd name="connsiteY1" fmla="*/ 516518 h 5165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16711" h="516517">
                  <a:moveTo>
                    <a:pt x="316711" y="0"/>
                  </a:moveTo>
                  <a:lnTo>
                    <a:pt x="0" y="516518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21" name="Kombinationstegning: figur 3020">
              <a:extLst>
                <a:ext uri="{FF2B5EF4-FFF2-40B4-BE49-F238E27FC236}">
                  <a16:creationId xmlns:a16="http://schemas.microsoft.com/office/drawing/2014/main" id="{960187A6-1F44-A18F-B587-4CE81DDC6AD8}"/>
                </a:ext>
              </a:extLst>
            </p:cNvPr>
            <p:cNvSpPr/>
            <p:nvPr/>
          </p:nvSpPr>
          <p:spPr>
            <a:xfrm>
              <a:off x="2004641" y="9178727"/>
              <a:ext cx="1579118" cy="578200"/>
            </a:xfrm>
            <a:custGeom>
              <a:avLst/>
              <a:gdLst>
                <a:gd name="connsiteX0" fmla="*/ 0 w 1579118"/>
                <a:gd name="connsiteY0" fmla="*/ 0 h 578200"/>
                <a:gd name="connsiteX1" fmla="*/ 1579119 w 1579118"/>
                <a:gd name="connsiteY1" fmla="*/ 578200 h 578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579118" h="578200">
                  <a:moveTo>
                    <a:pt x="0" y="0"/>
                  </a:moveTo>
                  <a:lnTo>
                    <a:pt x="1579119" y="57820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22" name="Kombinationstegning: figur 3021">
              <a:extLst>
                <a:ext uri="{FF2B5EF4-FFF2-40B4-BE49-F238E27FC236}">
                  <a16:creationId xmlns:a16="http://schemas.microsoft.com/office/drawing/2014/main" id="{D04D9033-0DD1-53FA-0969-5556C980C405}"/>
                </a:ext>
              </a:extLst>
            </p:cNvPr>
            <p:cNvSpPr/>
            <p:nvPr/>
          </p:nvSpPr>
          <p:spPr>
            <a:xfrm>
              <a:off x="2004641" y="9178727"/>
              <a:ext cx="1023209" cy="221552"/>
            </a:xfrm>
            <a:custGeom>
              <a:avLst/>
              <a:gdLst>
                <a:gd name="connsiteX0" fmla="*/ 0 w 1023209"/>
                <a:gd name="connsiteY0" fmla="*/ 0 h 221552"/>
                <a:gd name="connsiteX1" fmla="*/ 1023209 w 1023209"/>
                <a:gd name="connsiteY1" fmla="*/ 221553 h 2215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23209" h="221552">
                  <a:moveTo>
                    <a:pt x="0" y="0"/>
                  </a:moveTo>
                  <a:lnTo>
                    <a:pt x="1023209" y="221553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23" name="Kombinationstegning: figur 3022">
              <a:extLst>
                <a:ext uri="{FF2B5EF4-FFF2-40B4-BE49-F238E27FC236}">
                  <a16:creationId xmlns:a16="http://schemas.microsoft.com/office/drawing/2014/main" id="{13EC18A8-7481-3556-2C48-C3C1BF168F57}"/>
                </a:ext>
              </a:extLst>
            </p:cNvPr>
            <p:cNvSpPr/>
            <p:nvPr/>
          </p:nvSpPr>
          <p:spPr>
            <a:xfrm>
              <a:off x="917749" y="9178727"/>
              <a:ext cx="1086892" cy="34236"/>
            </a:xfrm>
            <a:custGeom>
              <a:avLst/>
              <a:gdLst>
                <a:gd name="connsiteX0" fmla="*/ 1086892 w 1086892"/>
                <a:gd name="connsiteY0" fmla="*/ 0 h 34236"/>
                <a:gd name="connsiteX1" fmla="*/ 0 w 1086892"/>
                <a:gd name="connsiteY1" fmla="*/ 34237 h 34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86892" h="34236">
                  <a:moveTo>
                    <a:pt x="1086892" y="0"/>
                  </a:moveTo>
                  <a:lnTo>
                    <a:pt x="0" y="34237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24" name="Kombinationstegning: figur 3023">
              <a:extLst>
                <a:ext uri="{FF2B5EF4-FFF2-40B4-BE49-F238E27FC236}">
                  <a16:creationId xmlns:a16="http://schemas.microsoft.com/office/drawing/2014/main" id="{1FCC73C7-FDF0-AE01-A6A7-E355BBB97E0E}"/>
                </a:ext>
              </a:extLst>
            </p:cNvPr>
            <p:cNvSpPr/>
            <p:nvPr/>
          </p:nvSpPr>
          <p:spPr>
            <a:xfrm>
              <a:off x="2004641" y="9178727"/>
              <a:ext cx="879838" cy="635816"/>
            </a:xfrm>
            <a:custGeom>
              <a:avLst/>
              <a:gdLst>
                <a:gd name="connsiteX0" fmla="*/ 0 w 879838"/>
                <a:gd name="connsiteY0" fmla="*/ 0 h 635816"/>
                <a:gd name="connsiteX1" fmla="*/ 879838 w 879838"/>
                <a:gd name="connsiteY1" fmla="*/ 635817 h 6358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79838" h="635816">
                  <a:moveTo>
                    <a:pt x="0" y="0"/>
                  </a:moveTo>
                  <a:lnTo>
                    <a:pt x="879838" y="635817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25" name="Kombinationstegning: figur 3024">
              <a:extLst>
                <a:ext uri="{FF2B5EF4-FFF2-40B4-BE49-F238E27FC236}">
                  <a16:creationId xmlns:a16="http://schemas.microsoft.com/office/drawing/2014/main" id="{A6B4FA39-656E-AFCB-35D1-E5175F4D2442}"/>
                </a:ext>
              </a:extLst>
            </p:cNvPr>
            <p:cNvSpPr/>
            <p:nvPr/>
          </p:nvSpPr>
          <p:spPr>
            <a:xfrm>
              <a:off x="1438722" y="9178727"/>
              <a:ext cx="565919" cy="240780"/>
            </a:xfrm>
            <a:custGeom>
              <a:avLst/>
              <a:gdLst>
                <a:gd name="connsiteX0" fmla="*/ 565919 w 565919"/>
                <a:gd name="connsiteY0" fmla="*/ 0 h 240780"/>
                <a:gd name="connsiteX1" fmla="*/ 0 w 565919"/>
                <a:gd name="connsiteY1" fmla="*/ 240781 h 240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65919" h="240780">
                  <a:moveTo>
                    <a:pt x="565919" y="0"/>
                  </a:moveTo>
                  <a:lnTo>
                    <a:pt x="0" y="240781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26" name="Kombinationstegning: figur 3025">
              <a:extLst>
                <a:ext uri="{FF2B5EF4-FFF2-40B4-BE49-F238E27FC236}">
                  <a16:creationId xmlns:a16="http://schemas.microsoft.com/office/drawing/2014/main" id="{3B8859C4-6B1B-8BE5-33B5-788471D3CB11}"/>
                </a:ext>
              </a:extLst>
            </p:cNvPr>
            <p:cNvSpPr/>
            <p:nvPr/>
          </p:nvSpPr>
          <p:spPr>
            <a:xfrm>
              <a:off x="2004641" y="9178727"/>
              <a:ext cx="962478" cy="382483"/>
            </a:xfrm>
            <a:custGeom>
              <a:avLst/>
              <a:gdLst>
                <a:gd name="connsiteX0" fmla="*/ 0 w 962478"/>
                <a:gd name="connsiteY0" fmla="*/ 0 h 382483"/>
                <a:gd name="connsiteX1" fmla="*/ 962479 w 962478"/>
                <a:gd name="connsiteY1" fmla="*/ 382484 h 3824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62478" h="382483">
                  <a:moveTo>
                    <a:pt x="0" y="0"/>
                  </a:moveTo>
                  <a:lnTo>
                    <a:pt x="962479" y="382484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27" name="Kombinationstegning: figur 3026">
              <a:extLst>
                <a:ext uri="{FF2B5EF4-FFF2-40B4-BE49-F238E27FC236}">
                  <a16:creationId xmlns:a16="http://schemas.microsoft.com/office/drawing/2014/main" id="{EAB03FAA-A12F-F73F-7270-4EE2B389A173}"/>
                </a:ext>
              </a:extLst>
            </p:cNvPr>
            <p:cNvSpPr/>
            <p:nvPr/>
          </p:nvSpPr>
          <p:spPr>
            <a:xfrm>
              <a:off x="2004641" y="9178727"/>
              <a:ext cx="2419959" cy="224795"/>
            </a:xfrm>
            <a:custGeom>
              <a:avLst/>
              <a:gdLst>
                <a:gd name="connsiteX0" fmla="*/ 0 w 2419959"/>
                <a:gd name="connsiteY0" fmla="*/ 0 h 224795"/>
                <a:gd name="connsiteX1" fmla="*/ 2419959 w 2419959"/>
                <a:gd name="connsiteY1" fmla="*/ 224796 h 2247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419959" h="224795">
                  <a:moveTo>
                    <a:pt x="0" y="0"/>
                  </a:moveTo>
                  <a:lnTo>
                    <a:pt x="2419959" y="224796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28" name="Kombinationstegning: figur 3027">
              <a:extLst>
                <a:ext uri="{FF2B5EF4-FFF2-40B4-BE49-F238E27FC236}">
                  <a16:creationId xmlns:a16="http://schemas.microsoft.com/office/drawing/2014/main" id="{C36E4319-9329-258D-E009-0FDBEB3440F6}"/>
                </a:ext>
              </a:extLst>
            </p:cNvPr>
            <p:cNvSpPr/>
            <p:nvPr/>
          </p:nvSpPr>
          <p:spPr>
            <a:xfrm>
              <a:off x="2004641" y="9178727"/>
              <a:ext cx="1779660" cy="335700"/>
            </a:xfrm>
            <a:custGeom>
              <a:avLst/>
              <a:gdLst>
                <a:gd name="connsiteX0" fmla="*/ 0 w 1779660"/>
                <a:gd name="connsiteY0" fmla="*/ 0 h 335700"/>
                <a:gd name="connsiteX1" fmla="*/ 1779660 w 1779660"/>
                <a:gd name="connsiteY1" fmla="*/ 335700 h 335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779660" h="335700">
                  <a:moveTo>
                    <a:pt x="0" y="0"/>
                  </a:moveTo>
                  <a:lnTo>
                    <a:pt x="1779660" y="33570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29" name="Kombinationstegning: figur 3028">
              <a:extLst>
                <a:ext uri="{FF2B5EF4-FFF2-40B4-BE49-F238E27FC236}">
                  <a16:creationId xmlns:a16="http://schemas.microsoft.com/office/drawing/2014/main" id="{DB7615A1-10B9-BE86-450E-14A6F043A94F}"/>
                </a:ext>
              </a:extLst>
            </p:cNvPr>
            <p:cNvSpPr/>
            <p:nvPr/>
          </p:nvSpPr>
          <p:spPr>
            <a:xfrm>
              <a:off x="1687930" y="9400279"/>
              <a:ext cx="1339920" cy="294964"/>
            </a:xfrm>
            <a:custGeom>
              <a:avLst/>
              <a:gdLst>
                <a:gd name="connsiteX0" fmla="*/ 1339921 w 1339920"/>
                <a:gd name="connsiteY0" fmla="*/ 0 h 294964"/>
                <a:gd name="connsiteX1" fmla="*/ 0 w 1339920"/>
                <a:gd name="connsiteY1" fmla="*/ 294965 h 2949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39920" h="294964">
                  <a:moveTo>
                    <a:pt x="1339921" y="0"/>
                  </a:moveTo>
                  <a:lnTo>
                    <a:pt x="0" y="294965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30" name="Kombinationstegning: figur 3029">
              <a:extLst>
                <a:ext uri="{FF2B5EF4-FFF2-40B4-BE49-F238E27FC236}">
                  <a16:creationId xmlns:a16="http://schemas.microsoft.com/office/drawing/2014/main" id="{8EE40622-7AB2-D645-3E65-9ADA9E8F7518}"/>
                </a:ext>
              </a:extLst>
            </p:cNvPr>
            <p:cNvSpPr/>
            <p:nvPr/>
          </p:nvSpPr>
          <p:spPr>
            <a:xfrm>
              <a:off x="3027851" y="9400279"/>
              <a:ext cx="555909" cy="356647"/>
            </a:xfrm>
            <a:custGeom>
              <a:avLst/>
              <a:gdLst>
                <a:gd name="connsiteX0" fmla="*/ 0 w 555909"/>
                <a:gd name="connsiteY0" fmla="*/ 0 h 356647"/>
                <a:gd name="connsiteX1" fmla="*/ 555909 w 555909"/>
                <a:gd name="connsiteY1" fmla="*/ 356647 h 3566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55909" h="356647">
                  <a:moveTo>
                    <a:pt x="0" y="0"/>
                  </a:moveTo>
                  <a:lnTo>
                    <a:pt x="555909" y="356647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31" name="Kombinationstegning: figur 3030">
              <a:extLst>
                <a:ext uri="{FF2B5EF4-FFF2-40B4-BE49-F238E27FC236}">
                  <a16:creationId xmlns:a16="http://schemas.microsoft.com/office/drawing/2014/main" id="{7450F0AF-A57F-5A03-4C04-EE6053AF88B1}"/>
                </a:ext>
              </a:extLst>
            </p:cNvPr>
            <p:cNvSpPr/>
            <p:nvPr/>
          </p:nvSpPr>
          <p:spPr>
            <a:xfrm>
              <a:off x="3027851" y="9400279"/>
              <a:ext cx="1010224" cy="542323"/>
            </a:xfrm>
            <a:custGeom>
              <a:avLst/>
              <a:gdLst>
                <a:gd name="connsiteX0" fmla="*/ 0 w 1010224"/>
                <a:gd name="connsiteY0" fmla="*/ 0 h 542323"/>
                <a:gd name="connsiteX1" fmla="*/ 1010225 w 1010224"/>
                <a:gd name="connsiteY1" fmla="*/ 542323 h 5423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10224" h="542323">
                  <a:moveTo>
                    <a:pt x="0" y="0"/>
                  </a:moveTo>
                  <a:lnTo>
                    <a:pt x="1010225" y="542323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32" name="Kombinationstegning: figur 3031">
              <a:extLst>
                <a:ext uri="{FF2B5EF4-FFF2-40B4-BE49-F238E27FC236}">
                  <a16:creationId xmlns:a16="http://schemas.microsoft.com/office/drawing/2014/main" id="{5AFA9C6B-6113-A03A-3DE5-47DFB4E64EDE}"/>
                </a:ext>
              </a:extLst>
            </p:cNvPr>
            <p:cNvSpPr/>
            <p:nvPr/>
          </p:nvSpPr>
          <p:spPr>
            <a:xfrm>
              <a:off x="917749" y="9212964"/>
              <a:ext cx="2110101" cy="187315"/>
            </a:xfrm>
            <a:custGeom>
              <a:avLst/>
              <a:gdLst>
                <a:gd name="connsiteX0" fmla="*/ 2110102 w 2110101"/>
                <a:gd name="connsiteY0" fmla="*/ 187316 h 187315"/>
                <a:gd name="connsiteX1" fmla="*/ 0 w 2110101"/>
                <a:gd name="connsiteY1" fmla="*/ 0 h 187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110101" h="187315">
                  <a:moveTo>
                    <a:pt x="2110102" y="187316"/>
                  </a:moveTo>
                  <a:lnTo>
                    <a:pt x="0" y="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33" name="Kombinationstegning: figur 3032">
              <a:extLst>
                <a:ext uri="{FF2B5EF4-FFF2-40B4-BE49-F238E27FC236}">
                  <a16:creationId xmlns:a16="http://schemas.microsoft.com/office/drawing/2014/main" id="{7AD97129-B570-E4CD-3BB5-F30010F6334A}"/>
                </a:ext>
              </a:extLst>
            </p:cNvPr>
            <p:cNvSpPr/>
            <p:nvPr/>
          </p:nvSpPr>
          <p:spPr>
            <a:xfrm>
              <a:off x="3027851" y="9400279"/>
              <a:ext cx="1510316" cy="436679"/>
            </a:xfrm>
            <a:custGeom>
              <a:avLst/>
              <a:gdLst>
                <a:gd name="connsiteX0" fmla="*/ 0 w 1510316"/>
                <a:gd name="connsiteY0" fmla="*/ 0 h 436679"/>
                <a:gd name="connsiteX1" fmla="*/ 1510316 w 1510316"/>
                <a:gd name="connsiteY1" fmla="*/ 436680 h 4366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510316" h="436679">
                  <a:moveTo>
                    <a:pt x="0" y="0"/>
                  </a:moveTo>
                  <a:lnTo>
                    <a:pt x="1510316" y="43668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34" name="Kombinationstegning: figur 3033">
              <a:extLst>
                <a:ext uri="{FF2B5EF4-FFF2-40B4-BE49-F238E27FC236}">
                  <a16:creationId xmlns:a16="http://schemas.microsoft.com/office/drawing/2014/main" id="{6190451A-8648-AEBE-1440-C7601D17A3BF}"/>
                </a:ext>
              </a:extLst>
            </p:cNvPr>
            <p:cNvSpPr/>
            <p:nvPr/>
          </p:nvSpPr>
          <p:spPr>
            <a:xfrm>
              <a:off x="2884480" y="9400279"/>
              <a:ext cx="143371" cy="414263"/>
            </a:xfrm>
            <a:custGeom>
              <a:avLst/>
              <a:gdLst>
                <a:gd name="connsiteX0" fmla="*/ 143371 w 143371"/>
                <a:gd name="connsiteY0" fmla="*/ 0 h 414263"/>
                <a:gd name="connsiteX1" fmla="*/ 0 w 143371"/>
                <a:gd name="connsiteY1" fmla="*/ 414264 h 4142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3371" h="414263">
                  <a:moveTo>
                    <a:pt x="143371" y="0"/>
                  </a:moveTo>
                  <a:lnTo>
                    <a:pt x="0" y="414264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35" name="Kombinationstegning: figur 3034">
              <a:extLst>
                <a:ext uri="{FF2B5EF4-FFF2-40B4-BE49-F238E27FC236}">
                  <a16:creationId xmlns:a16="http://schemas.microsoft.com/office/drawing/2014/main" id="{501F74E5-3C75-BE5D-CB59-01907E2FECB9}"/>
                </a:ext>
              </a:extLst>
            </p:cNvPr>
            <p:cNvSpPr/>
            <p:nvPr/>
          </p:nvSpPr>
          <p:spPr>
            <a:xfrm>
              <a:off x="1438722" y="9400279"/>
              <a:ext cx="1589128" cy="19227"/>
            </a:xfrm>
            <a:custGeom>
              <a:avLst/>
              <a:gdLst>
                <a:gd name="connsiteX0" fmla="*/ 1589129 w 1589128"/>
                <a:gd name="connsiteY0" fmla="*/ 0 h 19227"/>
                <a:gd name="connsiteX1" fmla="*/ 0 w 1589128"/>
                <a:gd name="connsiteY1" fmla="*/ 19228 h 192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589128" h="19227">
                  <a:moveTo>
                    <a:pt x="1589129" y="0"/>
                  </a:moveTo>
                  <a:lnTo>
                    <a:pt x="0" y="19228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36" name="Kombinationstegning: figur 3035">
              <a:extLst>
                <a:ext uri="{FF2B5EF4-FFF2-40B4-BE49-F238E27FC236}">
                  <a16:creationId xmlns:a16="http://schemas.microsoft.com/office/drawing/2014/main" id="{F1072D01-E79D-74F9-B40C-9B12C244B888}"/>
                </a:ext>
              </a:extLst>
            </p:cNvPr>
            <p:cNvSpPr/>
            <p:nvPr/>
          </p:nvSpPr>
          <p:spPr>
            <a:xfrm>
              <a:off x="3027851" y="9400279"/>
              <a:ext cx="1905724" cy="303499"/>
            </a:xfrm>
            <a:custGeom>
              <a:avLst/>
              <a:gdLst>
                <a:gd name="connsiteX0" fmla="*/ 0 w 1905724"/>
                <a:gd name="connsiteY0" fmla="*/ 0 h 303499"/>
                <a:gd name="connsiteX1" fmla="*/ 1905724 w 1905724"/>
                <a:gd name="connsiteY1" fmla="*/ 303500 h 3034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905724" h="303499">
                  <a:moveTo>
                    <a:pt x="0" y="0"/>
                  </a:moveTo>
                  <a:lnTo>
                    <a:pt x="1905724" y="30350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37" name="Kombinationstegning: figur 3036">
              <a:extLst>
                <a:ext uri="{FF2B5EF4-FFF2-40B4-BE49-F238E27FC236}">
                  <a16:creationId xmlns:a16="http://schemas.microsoft.com/office/drawing/2014/main" id="{314D2E99-57C9-D5D2-2C0E-5061B108DD88}"/>
                </a:ext>
              </a:extLst>
            </p:cNvPr>
            <p:cNvSpPr/>
            <p:nvPr/>
          </p:nvSpPr>
          <p:spPr>
            <a:xfrm>
              <a:off x="2967120" y="9400279"/>
              <a:ext cx="60730" cy="160930"/>
            </a:xfrm>
            <a:custGeom>
              <a:avLst/>
              <a:gdLst>
                <a:gd name="connsiteX0" fmla="*/ 60731 w 60730"/>
                <a:gd name="connsiteY0" fmla="*/ 0 h 160930"/>
                <a:gd name="connsiteX1" fmla="*/ 0 w 60730"/>
                <a:gd name="connsiteY1" fmla="*/ 160931 h 160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0730" h="160930">
                  <a:moveTo>
                    <a:pt x="60731" y="0"/>
                  </a:moveTo>
                  <a:lnTo>
                    <a:pt x="0" y="160931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38" name="Kombinationstegning: figur 3037">
              <a:extLst>
                <a:ext uri="{FF2B5EF4-FFF2-40B4-BE49-F238E27FC236}">
                  <a16:creationId xmlns:a16="http://schemas.microsoft.com/office/drawing/2014/main" id="{9AB1C2F8-D7FF-F8F4-4418-3BCCCE87C39B}"/>
                </a:ext>
              </a:extLst>
            </p:cNvPr>
            <p:cNvSpPr/>
            <p:nvPr/>
          </p:nvSpPr>
          <p:spPr>
            <a:xfrm>
              <a:off x="3027851" y="9400279"/>
              <a:ext cx="1396749" cy="3243"/>
            </a:xfrm>
            <a:custGeom>
              <a:avLst/>
              <a:gdLst>
                <a:gd name="connsiteX0" fmla="*/ 0 w 1396749"/>
                <a:gd name="connsiteY0" fmla="*/ 0 h 3243"/>
                <a:gd name="connsiteX1" fmla="*/ 1396750 w 1396749"/>
                <a:gd name="connsiteY1" fmla="*/ 3243 h 3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96749" h="3243">
                  <a:moveTo>
                    <a:pt x="0" y="0"/>
                  </a:moveTo>
                  <a:lnTo>
                    <a:pt x="1396750" y="3243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39" name="Kombinationstegning: figur 3038">
              <a:extLst>
                <a:ext uri="{FF2B5EF4-FFF2-40B4-BE49-F238E27FC236}">
                  <a16:creationId xmlns:a16="http://schemas.microsoft.com/office/drawing/2014/main" id="{B507CF0B-A605-859A-2236-7D37DB767818}"/>
                </a:ext>
              </a:extLst>
            </p:cNvPr>
            <p:cNvSpPr/>
            <p:nvPr/>
          </p:nvSpPr>
          <p:spPr>
            <a:xfrm>
              <a:off x="3027851" y="9400279"/>
              <a:ext cx="756450" cy="114147"/>
            </a:xfrm>
            <a:custGeom>
              <a:avLst/>
              <a:gdLst>
                <a:gd name="connsiteX0" fmla="*/ 0 w 756450"/>
                <a:gd name="connsiteY0" fmla="*/ 0 h 114147"/>
                <a:gd name="connsiteX1" fmla="*/ 756451 w 756450"/>
                <a:gd name="connsiteY1" fmla="*/ 114148 h 1141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56450" h="114147">
                  <a:moveTo>
                    <a:pt x="0" y="0"/>
                  </a:moveTo>
                  <a:lnTo>
                    <a:pt x="756451" y="114148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40" name="Kombinationstegning: figur 3039">
              <a:extLst>
                <a:ext uri="{FF2B5EF4-FFF2-40B4-BE49-F238E27FC236}">
                  <a16:creationId xmlns:a16="http://schemas.microsoft.com/office/drawing/2014/main" id="{EEBE4C0C-52D4-34DD-7D79-0936411414FE}"/>
                </a:ext>
              </a:extLst>
            </p:cNvPr>
            <p:cNvSpPr/>
            <p:nvPr/>
          </p:nvSpPr>
          <p:spPr>
            <a:xfrm>
              <a:off x="3027851" y="9400279"/>
              <a:ext cx="2334587" cy="187236"/>
            </a:xfrm>
            <a:custGeom>
              <a:avLst/>
              <a:gdLst>
                <a:gd name="connsiteX0" fmla="*/ 0 w 2334587"/>
                <a:gd name="connsiteY0" fmla="*/ 0 h 187236"/>
                <a:gd name="connsiteX1" fmla="*/ 2334588 w 2334587"/>
                <a:gd name="connsiteY1" fmla="*/ 187236 h 187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334587" h="187236">
                  <a:moveTo>
                    <a:pt x="0" y="0"/>
                  </a:moveTo>
                  <a:lnTo>
                    <a:pt x="2334588" y="187236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41" name="Kombinationstegning: figur 3040">
              <a:extLst>
                <a:ext uri="{FF2B5EF4-FFF2-40B4-BE49-F238E27FC236}">
                  <a16:creationId xmlns:a16="http://schemas.microsoft.com/office/drawing/2014/main" id="{2A7A1F43-DE7B-1507-747D-3AF3E8643226}"/>
                </a:ext>
              </a:extLst>
            </p:cNvPr>
            <p:cNvSpPr/>
            <p:nvPr/>
          </p:nvSpPr>
          <p:spPr>
            <a:xfrm>
              <a:off x="3027851" y="9393067"/>
              <a:ext cx="2101455" cy="7212"/>
            </a:xfrm>
            <a:custGeom>
              <a:avLst/>
              <a:gdLst>
                <a:gd name="connsiteX0" fmla="*/ 0 w 2101455"/>
                <a:gd name="connsiteY0" fmla="*/ 7212 h 7212"/>
                <a:gd name="connsiteX1" fmla="*/ 2101456 w 2101455"/>
                <a:gd name="connsiteY1" fmla="*/ 0 h 7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101455" h="7212">
                  <a:moveTo>
                    <a:pt x="0" y="7212"/>
                  </a:moveTo>
                  <a:lnTo>
                    <a:pt x="2101456" y="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42" name="Kombinationstegning: figur 3041">
              <a:extLst>
                <a:ext uri="{FF2B5EF4-FFF2-40B4-BE49-F238E27FC236}">
                  <a16:creationId xmlns:a16="http://schemas.microsoft.com/office/drawing/2014/main" id="{4E6308F8-1FE7-903E-856D-66857FA581E7}"/>
                </a:ext>
              </a:extLst>
            </p:cNvPr>
            <p:cNvSpPr/>
            <p:nvPr/>
          </p:nvSpPr>
          <p:spPr>
            <a:xfrm>
              <a:off x="3027851" y="9335683"/>
              <a:ext cx="2603291" cy="64596"/>
            </a:xfrm>
            <a:custGeom>
              <a:avLst/>
              <a:gdLst>
                <a:gd name="connsiteX0" fmla="*/ 0 w 2603291"/>
                <a:gd name="connsiteY0" fmla="*/ 64597 h 64596"/>
                <a:gd name="connsiteX1" fmla="*/ 2603291 w 2603291"/>
                <a:gd name="connsiteY1" fmla="*/ 0 h 645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603291" h="64596">
                  <a:moveTo>
                    <a:pt x="0" y="64597"/>
                  </a:moveTo>
                  <a:lnTo>
                    <a:pt x="2603291" y="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43" name="Kombinationstegning: figur 3042">
              <a:extLst>
                <a:ext uri="{FF2B5EF4-FFF2-40B4-BE49-F238E27FC236}">
                  <a16:creationId xmlns:a16="http://schemas.microsoft.com/office/drawing/2014/main" id="{4104B780-C88C-E8AB-A18A-E353DB1A0B95}"/>
                </a:ext>
              </a:extLst>
            </p:cNvPr>
            <p:cNvSpPr/>
            <p:nvPr/>
          </p:nvSpPr>
          <p:spPr>
            <a:xfrm>
              <a:off x="917749" y="9212964"/>
              <a:ext cx="520972" cy="206543"/>
            </a:xfrm>
            <a:custGeom>
              <a:avLst/>
              <a:gdLst>
                <a:gd name="connsiteX0" fmla="*/ 0 w 520972"/>
                <a:gd name="connsiteY0" fmla="*/ 0 h 206543"/>
                <a:gd name="connsiteX1" fmla="*/ 520973 w 520972"/>
                <a:gd name="connsiteY1" fmla="*/ 206544 h 2065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20972" h="206543">
                  <a:moveTo>
                    <a:pt x="0" y="0"/>
                  </a:moveTo>
                  <a:lnTo>
                    <a:pt x="520973" y="206544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44" name="Kombinationstegning: figur 3043">
              <a:extLst>
                <a:ext uri="{FF2B5EF4-FFF2-40B4-BE49-F238E27FC236}">
                  <a16:creationId xmlns:a16="http://schemas.microsoft.com/office/drawing/2014/main" id="{880BFBC4-092B-4890-FB31-B7C5D448A280}"/>
                </a:ext>
              </a:extLst>
            </p:cNvPr>
            <p:cNvSpPr/>
            <p:nvPr/>
          </p:nvSpPr>
          <p:spPr>
            <a:xfrm>
              <a:off x="917749" y="9212964"/>
              <a:ext cx="2049370" cy="348246"/>
            </a:xfrm>
            <a:custGeom>
              <a:avLst/>
              <a:gdLst>
                <a:gd name="connsiteX0" fmla="*/ 0 w 2049370"/>
                <a:gd name="connsiteY0" fmla="*/ 0 h 348246"/>
                <a:gd name="connsiteX1" fmla="*/ 2049371 w 2049370"/>
                <a:gd name="connsiteY1" fmla="*/ 348247 h 3482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049370" h="348246">
                  <a:moveTo>
                    <a:pt x="0" y="0"/>
                  </a:moveTo>
                  <a:lnTo>
                    <a:pt x="2049371" y="348247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45" name="Kombinationstegning: figur 3044">
              <a:extLst>
                <a:ext uri="{FF2B5EF4-FFF2-40B4-BE49-F238E27FC236}">
                  <a16:creationId xmlns:a16="http://schemas.microsoft.com/office/drawing/2014/main" id="{5217C49C-52A1-2F26-7DF5-62C9531C4806}"/>
                </a:ext>
              </a:extLst>
            </p:cNvPr>
            <p:cNvSpPr/>
            <p:nvPr/>
          </p:nvSpPr>
          <p:spPr>
            <a:xfrm>
              <a:off x="1438722" y="9419507"/>
              <a:ext cx="1528397" cy="141703"/>
            </a:xfrm>
            <a:custGeom>
              <a:avLst/>
              <a:gdLst>
                <a:gd name="connsiteX0" fmla="*/ 0 w 1528397"/>
                <a:gd name="connsiteY0" fmla="*/ 0 h 141703"/>
                <a:gd name="connsiteX1" fmla="*/ 1528398 w 1528397"/>
                <a:gd name="connsiteY1" fmla="*/ 141703 h 141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528397" h="141703">
                  <a:moveTo>
                    <a:pt x="0" y="0"/>
                  </a:moveTo>
                  <a:lnTo>
                    <a:pt x="1528398" y="141703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46" name="Kombinationstegning: figur 3045">
              <a:extLst>
                <a:ext uri="{FF2B5EF4-FFF2-40B4-BE49-F238E27FC236}">
                  <a16:creationId xmlns:a16="http://schemas.microsoft.com/office/drawing/2014/main" id="{89C2ED63-ECED-7755-C0F7-7CCEEED71D57}"/>
                </a:ext>
              </a:extLst>
            </p:cNvPr>
            <p:cNvSpPr/>
            <p:nvPr/>
          </p:nvSpPr>
          <p:spPr>
            <a:xfrm>
              <a:off x="1438722" y="9419507"/>
              <a:ext cx="2345579" cy="94919"/>
            </a:xfrm>
            <a:custGeom>
              <a:avLst/>
              <a:gdLst>
                <a:gd name="connsiteX0" fmla="*/ 0 w 2345579"/>
                <a:gd name="connsiteY0" fmla="*/ 0 h 94919"/>
                <a:gd name="connsiteX1" fmla="*/ 2345579 w 2345579"/>
                <a:gd name="connsiteY1" fmla="*/ 94920 h 949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345579" h="94919">
                  <a:moveTo>
                    <a:pt x="0" y="0"/>
                  </a:moveTo>
                  <a:lnTo>
                    <a:pt x="2345579" y="9492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47" name="Kombinationstegning: figur 3046">
              <a:extLst>
                <a:ext uri="{FF2B5EF4-FFF2-40B4-BE49-F238E27FC236}">
                  <a16:creationId xmlns:a16="http://schemas.microsoft.com/office/drawing/2014/main" id="{179EF48A-BA93-ECCD-5FAB-A8203BF7D779}"/>
                </a:ext>
              </a:extLst>
            </p:cNvPr>
            <p:cNvSpPr/>
            <p:nvPr/>
          </p:nvSpPr>
          <p:spPr>
            <a:xfrm>
              <a:off x="2967120" y="9561210"/>
              <a:ext cx="616639" cy="195716"/>
            </a:xfrm>
            <a:custGeom>
              <a:avLst/>
              <a:gdLst>
                <a:gd name="connsiteX0" fmla="*/ 0 w 616639"/>
                <a:gd name="connsiteY0" fmla="*/ 0 h 195716"/>
                <a:gd name="connsiteX1" fmla="*/ 616640 w 616639"/>
                <a:gd name="connsiteY1" fmla="*/ 195716 h 1957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16639" h="195716">
                  <a:moveTo>
                    <a:pt x="0" y="0"/>
                  </a:moveTo>
                  <a:lnTo>
                    <a:pt x="616640" y="195716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48" name="Kombinationstegning: figur 3047">
              <a:extLst>
                <a:ext uri="{FF2B5EF4-FFF2-40B4-BE49-F238E27FC236}">
                  <a16:creationId xmlns:a16="http://schemas.microsoft.com/office/drawing/2014/main" id="{E9B43F1C-E837-44A4-49DC-AA2D7BBDAA9A}"/>
                </a:ext>
              </a:extLst>
            </p:cNvPr>
            <p:cNvSpPr/>
            <p:nvPr/>
          </p:nvSpPr>
          <p:spPr>
            <a:xfrm>
              <a:off x="2967120" y="9561210"/>
              <a:ext cx="1070955" cy="381392"/>
            </a:xfrm>
            <a:custGeom>
              <a:avLst/>
              <a:gdLst>
                <a:gd name="connsiteX0" fmla="*/ 0 w 1070955"/>
                <a:gd name="connsiteY0" fmla="*/ 0 h 381392"/>
                <a:gd name="connsiteX1" fmla="*/ 1070955 w 1070955"/>
                <a:gd name="connsiteY1" fmla="*/ 381392 h 3813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70955" h="381392">
                  <a:moveTo>
                    <a:pt x="0" y="0"/>
                  </a:moveTo>
                  <a:lnTo>
                    <a:pt x="1070955" y="381392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49" name="Kombinationstegning: figur 3048">
              <a:extLst>
                <a:ext uri="{FF2B5EF4-FFF2-40B4-BE49-F238E27FC236}">
                  <a16:creationId xmlns:a16="http://schemas.microsoft.com/office/drawing/2014/main" id="{0DDD4BF4-1963-3388-31C3-1CAAAA8B9588}"/>
                </a:ext>
              </a:extLst>
            </p:cNvPr>
            <p:cNvSpPr/>
            <p:nvPr/>
          </p:nvSpPr>
          <p:spPr>
            <a:xfrm>
              <a:off x="2967120" y="9561210"/>
              <a:ext cx="1571047" cy="275749"/>
            </a:xfrm>
            <a:custGeom>
              <a:avLst/>
              <a:gdLst>
                <a:gd name="connsiteX0" fmla="*/ 0 w 1571047"/>
                <a:gd name="connsiteY0" fmla="*/ 0 h 275749"/>
                <a:gd name="connsiteX1" fmla="*/ 1571047 w 1571047"/>
                <a:gd name="connsiteY1" fmla="*/ 275749 h 2757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571047" h="275749">
                  <a:moveTo>
                    <a:pt x="0" y="0"/>
                  </a:moveTo>
                  <a:lnTo>
                    <a:pt x="1571047" y="275749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50" name="Kombinationstegning: figur 3049">
              <a:extLst>
                <a:ext uri="{FF2B5EF4-FFF2-40B4-BE49-F238E27FC236}">
                  <a16:creationId xmlns:a16="http://schemas.microsoft.com/office/drawing/2014/main" id="{3727A82E-CC00-E560-A6F6-3DAD937EB662}"/>
                </a:ext>
              </a:extLst>
            </p:cNvPr>
            <p:cNvSpPr/>
            <p:nvPr/>
          </p:nvSpPr>
          <p:spPr>
            <a:xfrm>
              <a:off x="2884480" y="9561210"/>
              <a:ext cx="82640" cy="253332"/>
            </a:xfrm>
            <a:custGeom>
              <a:avLst/>
              <a:gdLst>
                <a:gd name="connsiteX0" fmla="*/ 82640 w 82640"/>
                <a:gd name="connsiteY0" fmla="*/ 0 h 253332"/>
                <a:gd name="connsiteX1" fmla="*/ 0 w 82640"/>
                <a:gd name="connsiteY1" fmla="*/ 253333 h 2533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2640" h="253332">
                  <a:moveTo>
                    <a:pt x="82640" y="0"/>
                  </a:moveTo>
                  <a:lnTo>
                    <a:pt x="0" y="253333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51" name="Kombinationstegning: figur 3050">
              <a:extLst>
                <a:ext uri="{FF2B5EF4-FFF2-40B4-BE49-F238E27FC236}">
                  <a16:creationId xmlns:a16="http://schemas.microsoft.com/office/drawing/2014/main" id="{1A1B384E-1D30-7D01-AF77-9B73D5255C9A}"/>
                </a:ext>
              </a:extLst>
            </p:cNvPr>
            <p:cNvSpPr/>
            <p:nvPr/>
          </p:nvSpPr>
          <p:spPr>
            <a:xfrm>
              <a:off x="2967120" y="9561210"/>
              <a:ext cx="1966454" cy="142568"/>
            </a:xfrm>
            <a:custGeom>
              <a:avLst/>
              <a:gdLst>
                <a:gd name="connsiteX0" fmla="*/ 0 w 1966454"/>
                <a:gd name="connsiteY0" fmla="*/ 0 h 142568"/>
                <a:gd name="connsiteX1" fmla="*/ 1966455 w 1966454"/>
                <a:gd name="connsiteY1" fmla="*/ 142569 h 1425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966454" h="142568">
                  <a:moveTo>
                    <a:pt x="0" y="0"/>
                  </a:moveTo>
                  <a:lnTo>
                    <a:pt x="1966455" y="142569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52" name="Kombinationstegning: figur 3051">
              <a:extLst>
                <a:ext uri="{FF2B5EF4-FFF2-40B4-BE49-F238E27FC236}">
                  <a16:creationId xmlns:a16="http://schemas.microsoft.com/office/drawing/2014/main" id="{ED735302-A64C-5327-AD17-CC880AE6A87F}"/>
                </a:ext>
              </a:extLst>
            </p:cNvPr>
            <p:cNvSpPr/>
            <p:nvPr/>
          </p:nvSpPr>
          <p:spPr>
            <a:xfrm>
              <a:off x="2967120" y="9403523"/>
              <a:ext cx="1457480" cy="157687"/>
            </a:xfrm>
            <a:custGeom>
              <a:avLst/>
              <a:gdLst>
                <a:gd name="connsiteX0" fmla="*/ 0 w 1457480"/>
                <a:gd name="connsiteY0" fmla="*/ 157688 h 157687"/>
                <a:gd name="connsiteX1" fmla="*/ 1457481 w 1457480"/>
                <a:gd name="connsiteY1" fmla="*/ 0 h 1576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57480" h="157687">
                  <a:moveTo>
                    <a:pt x="0" y="157688"/>
                  </a:moveTo>
                  <a:lnTo>
                    <a:pt x="1457481" y="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53" name="Kombinationstegning: figur 3052">
              <a:extLst>
                <a:ext uri="{FF2B5EF4-FFF2-40B4-BE49-F238E27FC236}">
                  <a16:creationId xmlns:a16="http://schemas.microsoft.com/office/drawing/2014/main" id="{CBBEC81A-EE33-AE15-B519-D183B99EA472}"/>
                </a:ext>
              </a:extLst>
            </p:cNvPr>
            <p:cNvSpPr/>
            <p:nvPr/>
          </p:nvSpPr>
          <p:spPr>
            <a:xfrm>
              <a:off x="2967120" y="9514427"/>
              <a:ext cx="817181" cy="46783"/>
            </a:xfrm>
            <a:custGeom>
              <a:avLst/>
              <a:gdLst>
                <a:gd name="connsiteX0" fmla="*/ 0 w 817181"/>
                <a:gd name="connsiteY0" fmla="*/ 46783 h 46783"/>
                <a:gd name="connsiteX1" fmla="*/ 817181 w 817181"/>
                <a:gd name="connsiteY1" fmla="*/ 0 h 467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17181" h="46783">
                  <a:moveTo>
                    <a:pt x="0" y="46783"/>
                  </a:moveTo>
                  <a:lnTo>
                    <a:pt x="817181" y="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54" name="Kombinationstegning: figur 3053">
              <a:extLst>
                <a:ext uri="{FF2B5EF4-FFF2-40B4-BE49-F238E27FC236}">
                  <a16:creationId xmlns:a16="http://schemas.microsoft.com/office/drawing/2014/main" id="{8ECE8195-99FF-3EC0-B512-6047A33AFC09}"/>
                </a:ext>
              </a:extLst>
            </p:cNvPr>
            <p:cNvSpPr/>
            <p:nvPr/>
          </p:nvSpPr>
          <p:spPr>
            <a:xfrm>
              <a:off x="2967120" y="9561210"/>
              <a:ext cx="2395318" cy="26305"/>
            </a:xfrm>
            <a:custGeom>
              <a:avLst/>
              <a:gdLst>
                <a:gd name="connsiteX0" fmla="*/ 0 w 2395318"/>
                <a:gd name="connsiteY0" fmla="*/ 0 h 26305"/>
                <a:gd name="connsiteX1" fmla="*/ 2395318 w 2395318"/>
                <a:gd name="connsiteY1" fmla="*/ 26305 h 263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395318" h="26305">
                  <a:moveTo>
                    <a:pt x="0" y="0"/>
                  </a:moveTo>
                  <a:lnTo>
                    <a:pt x="2395318" y="26305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55" name="Kombinationstegning: figur 3054">
              <a:extLst>
                <a:ext uri="{FF2B5EF4-FFF2-40B4-BE49-F238E27FC236}">
                  <a16:creationId xmlns:a16="http://schemas.microsoft.com/office/drawing/2014/main" id="{7D719661-01DB-D26E-7682-0E8CD29895C6}"/>
                </a:ext>
              </a:extLst>
            </p:cNvPr>
            <p:cNvSpPr/>
            <p:nvPr/>
          </p:nvSpPr>
          <p:spPr>
            <a:xfrm>
              <a:off x="2967120" y="9393067"/>
              <a:ext cx="2162186" cy="168142"/>
            </a:xfrm>
            <a:custGeom>
              <a:avLst/>
              <a:gdLst>
                <a:gd name="connsiteX0" fmla="*/ 0 w 2162186"/>
                <a:gd name="connsiteY0" fmla="*/ 168143 h 168142"/>
                <a:gd name="connsiteX1" fmla="*/ 2162186 w 2162186"/>
                <a:gd name="connsiteY1" fmla="*/ 0 h 168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162186" h="168142">
                  <a:moveTo>
                    <a:pt x="0" y="168143"/>
                  </a:moveTo>
                  <a:lnTo>
                    <a:pt x="2162186" y="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56" name="Kombinationstegning: figur 3055">
              <a:extLst>
                <a:ext uri="{FF2B5EF4-FFF2-40B4-BE49-F238E27FC236}">
                  <a16:creationId xmlns:a16="http://schemas.microsoft.com/office/drawing/2014/main" id="{FC4F0F05-B78D-CA23-765E-95C51D1657C4}"/>
                </a:ext>
              </a:extLst>
            </p:cNvPr>
            <p:cNvSpPr/>
            <p:nvPr/>
          </p:nvSpPr>
          <p:spPr>
            <a:xfrm>
              <a:off x="2967120" y="9335683"/>
              <a:ext cx="2664022" cy="225527"/>
            </a:xfrm>
            <a:custGeom>
              <a:avLst/>
              <a:gdLst>
                <a:gd name="connsiteX0" fmla="*/ 0 w 2664022"/>
                <a:gd name="connsiteY0" fmla="*/ 225528 h 225527"/>
                <a:gd name="connsiteX1" fmla="*/ 2664022 w 2664022"/>
                <a:gd name="connsiteY1" fmla="*/ 0 h 2255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664022" h="225527">
                  <a:moveTo>
                    <a:pt x="0" y="225528"/>
                  </a:moveTo>
                  <a:lnTo>
                    <a:pt x="2664022" y="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57" name="Kombinationstegning: figur 3056">
              <a:extLst>
                <a:ext uri="{FF2B5EF4-FFF2-40B4-BE49-F238E27FC236}">
                  <a16:creationId xmlns:a16="http://schemas.microsoft.com/office/drawing/2014/main" id="{F6E00C18-D2E3-2302-835D-1955374E876A}"/>
                </a:ext>
              </a:extLst>
            </p:cNvPr>
            <p:cNvSpPr/>
            <p:nvPr/>
          </p:nvSpPr>
          <p:spPr>
            <a:xfrm>
              <a:off x="1687930" y="9514427"/>
              <a:ext cx="2096371" cy="180817"/>
            </a:xfrm>
            <a:custGeom>
              <a:avLst/>
              <a:gdLst>
                <a:gd name="connsiteX0" fmla="*/ 2096372 w 2096371"/>
                <a:gd name="connsiteY0" fmla="*/ 0 h 180817"/>
                <a:gd name="connsiteX1" fmla="*/ 0 w 2096371"/>
                <a:gd name="connsiteY1" fmla="*/ 180817 h 180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096371" h="180817">
                  <a:moveTo>
                    <a:pt x="2096372" y="0"/>
                  </a:moveTo>
                  <a:lnTo>
                    <a:pt x="0" y="180817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58" name="Kombinationstegning: figur 3057">
              <a:extLst>
                <a:ext uri="{FF2B5EF4-FFF2-40B4-BE49-F238E27FC236}">
                  <a16:creationId xmlns:a16="http://schemas.microsoft.com/office/drawing/2014/main" id="{C34C3E87-CA81-E842-D350-C9EA7B0B32C2}"/>
                </a:ext>
              </a:extLst>
            </p:cNvPr>
            <p:cNvSpPr/>
            <p:nvPr/>
          </p:nvSpPr>
          <p:spPr>
            <a:xfrm>
              <a:off x="3583760" y="9514427"/>
              <a:ext cx="200541" cy="242499"/>
            </a:xfrm>
            <a:custGeom>
              <a:avLst/>
              <a:gdLst>
                <a:gd name="connsiteX0" fmla="*/ 200542 w 200541"/>
                <a:gd name="connsiteY0" fmla="*/ 0 h 242499"/>
                <a:gd name="connsiteX1" fmla="*/ 0 w 200541"/>
                <a:gd name="connsiteY1" fmla="*/ 242500 h 2424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00541" h="242499">
                  <a:moveTo>
                    <a:pt x="200542" y="0"/>
                  </a:moveTo>
                  <a:lnTo>
                    <a:pt x="0" y="24250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59" name="Kombinationstegning: figur 3058">
              <a:extLst>
                <a:ext uri="{FF2B5EF4-FFF2-40B4-BE49-F238E27FC236}">
                  <a16:creationId xmlns:a16="http://schemas.microsoft.com/office/drawing/2014/main" id="{34529C4E-A488-AB70-1320-FFCBC7DA6538}"/>
                </a:ext>
              </a:extLst>
            </p:cNvPr>
            <p:cNvSpPr/>
            <p:nvPr/>
          </p:nvSpPr>
          <p:spPr>
            <a:xfrm>
              <a:off x="3784301" y="9514427"/>
              <a:ext cx="253773" cy="428175"/>
            </a:xfrm>
            <a:custGeom>
              <a:avLst/>
              <a:gdLst>
                <a:gd name="connsiteX0" fmla="*/ 0 w 253773"/>
                <a:gd name="connsiteY0" fmla="*/ 0 h 428175"/>
                <a:gd name="connsiteX1" fmla="*/ 253774 w 253773"/>
                <a:gd name="connsiteY1" fmla="*/ 428175 h 4281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53773" h="428175">
                  <a:moveTo>
                    <a:pt x="0" y="0"/>
                  </a:moveTo>
                  <a:lnTo>
                    <a:pt x="253774" y="428175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60" name="Kombinationstegning: figur 3059">
              <a:extLst>
                <a:ext uri="{FF2B5EF4-FFF2-40B4-BE49-F238E27FC236}">
                  <a16:creationId xmlns:a16="http://schemas.microsoft.com/office/drawing/2014/main" id="{699FDA11-79BA-189E-862D-1C9765E69256}"/>
                </a:ext>
              </a:extLst>
            </p:cNvPr>
            <p:cNvSpPr/>
            <p:nvPr/>
          </p:nvSpPr>
          <p:spPr>
            <a:xfrm>
              <a:off x="3784301" y="9514427"/>
              <a:ext cx="1796753" cy="583333"/>
            </a:xfrm>
            <a:custGeom>
              <a:avLst/>
              <a:gdLst>
                <a:gd name="connsiteX0" fmla="*/ 0 w 1796753"/>
                <a:gd name="connsiteY0" fmla="*/ 0 h 583333"/>
                <a:gd name="connsiteX1" fmla="*/ 1796754 w 1796753"/>
                <a:gd name="connsiteY1" fmla="*/ 583333 h 5833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796753" h="583333">
                  <a:moveTo>
                    <a:pt x="0" y="0"/>
                  </a:moveTo>
                  <a:lnTo>
                    <a:pt x="1796754" y="583333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61" name="Kombinationstegning: figur 3060">
              <a:extLst>
                <a:ext uri="{FF2B5EF4-FFF2-40B4-BE49-F238E27FC236}">
                  <a16:creationId xmlns:a16="http://schemas.microsoft.com/office/drawing/2014/main" id="{29BAEF2F-C6CB-8FA3-8881-38DCA8A0695E}"/>
                </a:ext>
              </a:extLst>
            </p:cNvPr>
            <p:cNvSpPr/>
            <p:nvPr/>
          </p:nvSpPr>
          <p:spPr>
            <a:xfrm>
              <a:off x="3784301" y="9514427"/>
              <a:ext cx="753865" cy="322532"/>
            </a:xfrm>
            <a:custGeom>
              <a:avLst/>
              <a:gdLst>
                <a:gd name="connsiteX0" fmla="*/ 0 w 753865"/>
                <a:gd name="connsiteY0" fmla="*/ 0 h 322532"/>
                <a:gd name="connsiteX1" fmla="*/ 753866 w 753865"/>
                <a:gd name="connsiteY1" fmla="*/ 322532 h 3225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53865" h="322532">
                  <a:moveTo>
                    <a:pt x="0" y="0"/>
                  </a:moveTo>
                  <a:lnTo>
                    <a:pt x="753866" y="322532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62" name="Kombinationstegning: figur 3061">
              <a:extLst>
                <a:ext uri="{FF2B5EF4-FFF2-40B4-BE49-F238E27FC236}">
                  <a16:creationId xmlns:a16="http://schemas.microsoft.com/office/drawing/2014/main" id="{E7DE165F-2478-20B7-A9B4-81929E737A4B}"/>
                </a:ext>
              </a:extLst>
            </p:cNvPr>
            <p:cNvSpPr/>
            <p:nvPr/>
          </p:nvSpPr>
          <p:spPr>
            <a:xfrm>
              <a:off x="2884480" y="9514427"/>
              <a:ext cx="899821" cy="300116"/>
            </a:xfrm>
            <a:custGeom>
              <a:avLst/>
              <a:gdLst>
                <a:gd name="connsiteX0" fmla="*/ 899822 w 899821"/>
                <a:gd name="connsiteY0" fmla="*/ 0 h 300116"/>
                <a:gd name="connsiteX1" fmla="*/ 0 w 899821"/>
                <a:gd name="connsiteY1" fmla="*/ 300116 h 300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99821" h="300116">
                  <a:moveTo>
                    <a:pt x="899822" y="0"/>
                  </a:moveTo>
                  <a:lnTo>
                    <a:pt x="0" y="300116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63" name="Kombinationstegning: figur 3062">
              <a:extLst>
                <a:ext uri="{FF2B5EF4-FFF2-40B4-BE49-F238E27FC236}">
                  <a16:creationId xmlns:a16="http://schemas.microsoft.com/office/drawing/2014/main" id="{09ED4C7A-24A2-A91B-292B-3468EEB0C9B9}"/>
                </a:ext>
              </a:extLst>
            </p:cNvPr>
            <p:cNvSpPr/>
            <p:nvPr/>
          </p:nvSpPr>
          <p:spPr>
            <a:xfrm>
              <a:off x="3784301" y="9514427"/>
              <a:ext cx="1149273" cy="189351"/>
            </a:xfrm>
            <a:custGeom>
              <a:avLst/>
              <a:gdLst>
                <a:gd name="connsiteX0" fmla="*/ 0 w 1149273"/>
                <a:gd name="connsiteY0" fmla="*/ 0 h 189351"/>
                <a:gd name="connsiteX1" fmla="*/ 1149273 w 1149273"/>
                <a:gd name="connsiteY1" fmla="*/ 189352 h 1893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49273" h="189351">
                  <a:moveTo>
                    <a:pt x="0" y="0"/>
                  </a:moveTo>
                  <a:lnTo>
                    <a:pt x="1149273" y="189352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64" name="Kombinationstegning: figur 3063">
              <a:extLst>
                <a:ext uri="{FF2B5EF4-FFF2-40B4-BE49-F238E27FC236}">
                  <a16:creationId xmlns:a16="http://schemas.microsoft.com/office/drawing/2014/main" id="{54E9AE71-50AD-7FA4-93B6-4BBFE5F98B36}"/>
                </a:ext>
              </a:extLst>
            </p:cNvPr>
            <p:cNvSpPr/>
            <p:nvPr/>
          </p:nvSpPr>
          <p:spPr>
            <a:xfrm>
              <a:off x="3784301" y="9403523"/>
              <a:ext cx="640299" cy="110904"/>
            </a:xfrm>
            <a:custGeom>
              <a:avLst/>
              <a:gdLst>
                <a:gd name="connsiteX0" fmla="*/ 0 w 640299"/>
                <a:gd name="connsiteY0" fmla="*/ 110904 h 110904"/>
                <a:gd name="connsiteX1" fmla="*/ 640299 w 640299"/>
                <a:gd name="connsiteY1" fmla="*/ 0 h 110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40299" h="110904">
                  <a:moveTo>
                    <a:pt x="0" y="110904"/>
                  </a:moveTo>
                  <a:lnTo>
                    <a:pt x="640299" y="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65" name="Kombinationstegning: figur 3064">
              <a:extLst>
                <a:ext uri="{FF2B5EF4-FFF2-40B4-BE49-F238E27FC236}">
                  <a16:creationId xmlns:a16="http://schemas.microsoft.com/office/drawing/2014/main" id="{96967601-2818-8677-0804-CCC6A93445CE}"/>
                </a:ext>
              </a:extLst>
            </p:cNvPr>
            <p:cNvSpPr/>
            <p:nvPr/>
          </p:nvSpPr>
          <p:spPr>
            <a:xfrm>
              <a:off x="3784301" y="9514427"/>
              <a:ext cx="1578136" cy="73088"/>
            </a:xfrm>
            <a:custGeom>
              <a:avLst/>
              <a:gdLst>
                <a:gd name="connsiteX0" fmla="*/ 0 w 1578136"/>
                <a:gd name="connsiteY0" fmla="*/ 0 h 73088"/>
                <a:gd name="connsiteX1" fmla="*/ 1578137 w 1578136"/>
                <a:gd name="connsiteY1" fmla="*/ 73089 h 730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578136" h="73088">
                  <a:moveTo>
                    <a:pt x="0" y="0"/>
                  </a:moveTo>
                  <a:lnTo>
                    <a:pt x="1578137" y="73089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66" name="Kombinationstegning: figur 3065">
              <a:extLst>
                <a:ext uri="{FF2B5EF4-FFF2-40B4-BE49-F238E27FC236}">
                  <a16:creationId xmlns:a16="http://schemas.microsoft.com/office/drawing/2014/main" id="{A6BF04B2-4EA6-0B00-7548-A90F25E9214F}"/>
                </a:ext>
              </a:extLst>
            </p:cNvPr>
            <p:cNvSpPr/>
            <p:nvPr/>
          </p:nvSpPr>
          <p:spPr>
            <a:xfrm>
              <a:off x="3784301" y="9393067"/>
              <a:ext cx="1345004" cy="121359"/>
            </a:xfrm>
            <a:custGeom>
              <a:avLst/>
              <a:gdLst>
                <a:gd name="connsiteX0" fmla="*/ 0 w 1345004"/>
                <a:gd name="connsiteY0" fmla="*/ 121360 h 121359"/>
                <a:gd name="connsiteX1" fmla="*/ 1345005 w 1345004"/>
                <a:gd name="connsiteY1" fmla="*/ 0 h 1213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45004" h="121359">
                  <a:moveTo>
                    <a:pt x="0" y="121360"/>
                  </a:moveTo>
                  <a:lnTo>
                    <a:pt x="1345005" y="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67" name="Kombinationstegning: figur 3066">
              <a:extLst>
                <a:ext uri="{FF2B5EF4-FFF2-40B4-BE49-F238E27FC236}">
                  <a16:creationId xmlns:a16="http://schemas.microsoft.com/office/drawing/2014/main" id="{429FA2FF-9FC2-9419-3CE6-1A0F870A361F}"/>
                </a:ext>
              </a:extLst>
            </p:cNvPr>
            <p:cNvSpPr/>
            <p:nvPr/>
          </p:nvSpPr>
          <p:spPr>
            <a:xfrm>
              <a:off x="3784301" y="9335683"/>
              <a:ext cx="1846840" cy="178744"/>
            </a:xfrm>
            <a:custGeom>
              <a:avLst/>
              <a:gdLst>
                <a:gd name="connsiteX0" fmla="*/ 0 w 1846840"/>
                <a:gd name="connsiteY0" fmla="*/ 178744 h 178744"/>
                <a:gd name="connsiteX1" fmla="*/ 1846841 w 1846840"/>
                <a:gd name="connsiteY1" fmla="*/ 0 h 1787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46840" h="178744">
                  <a:moveTo>
                    <a:pt x="0" y="178744"/>
                  </a:moveTo>
                  <a:lnTo>
                    <a:pt x="1846841" y="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68" name="Kombinationstegning: figur 3067">
              <a:extLst>
                <a:ext uri="{FF2B5EF4-FFF2-40B4-BE49-F238E27FC236}">
                  <a16:creationId xmlns:a16="http://schemas.microsoft.com/office/drawing/2014/main" id="{1FE28414-4DED-1CBF-20C4-6D69B1CA9413}"/>
                </a:ext>
              </a:extLst>
            </p:cNvPr>
            <p:cNvSpPr/>
            <p:nvPr/>
          </p:nvSpPr>
          <p:spPr>
            <a:xfrm>
              <a:off x="1687930" y="9695244"/>
              <a:ext cx="1895830" cy="61682"/>
            </a:xfrm>
            <a:custGeom>
              <a:avLst/>
              <a:gdLst>
                <a:gd name="connsiteX0" fmla="*/ 0 w 1895830"/>
                <a:gd name="connsiteY0" fmla="*/ 0 h 61682"/>
                <a:gd name="connsiteX1" fmla="*/ 1895830 w 1895830"/>
                <a:gd name="connsiteY1" fmla="*/ 61683 h 616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95830" h="61682">
                  <a:moveTo>
                    <a:pt x="0" y="0"/>
                  </a:moveTo>
                  <a:lnTo>
                    <a:pt x="1895830" y="61683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69" name="Kombinationstegning: figur 3068">
              <a:extLst>
                <a:ext uri="{FF2B5EF4-FFF2-40B4-BE49-F238E27FC236}">
                  <a16:creationId xmlns:a16="http://schemas.microsoft.com/office/drawing/2014/main" id="{BE64989D-226C-4656-1514-A836D8616771}"/>
                </a:ext>
              </a:extLst>
            </p:cNvPr>
            <p:cNvSpPr/>
            <p:nvPr/>
          </p:nvSpPr>
          <p:spPr>
            <a:xfrm>
              <a:off x="1687930" y="9695244"/>
              <a:ext cx="1196549" cy="119299"/>
            </a:xfrm>
            <a:custGeom>
              <a:avLst/>
              <a:gdLst>
                <a:gd name="connsiteX0" fmla="*/ 0 w 1196549"/>
                <a:gd name="connsiteY0" fmla="*/ 0 h 119299"/>
                <a:gd name="connsiteX1" fmla="*/ 1196550 w 1196549"/>
                <a:gd name="connsiteY1" fmla="*/ 119299 h 1192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96549" h="119299">
                  <a:moveTo>
                    <a:pt x="0" y="0"/>
                  </a:moveTo>
                  <a:lnTo>
                    <a:pt x="1196550" y="119299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70" name="Kombinationstegning: figur 3069">
              <a:extLst>
                <a:ext uri="{FF2B5EF4-FFF2-40B4-BE49-F238E27FC236}">
                  <a16:creationId xmlns:a16="http://schemas.microsoft.com/office/drawing/2014/main" id="{2CC39B21-6ADA-8486-5351-B6B04C5DB585}"/>
                </a:ext>
              </a:extLst>
            </p:cNvPr>
            <p:cNvSpPr/>
            <p:nvPr/>
          </p:nvSpPr>
          <p:spPr>
            <a:xfrm>
              <a:off x="3583760" y="9756927"/>
              <a:ext cx="454315" cy="185675"/>
            </a:xfrm>
            <a:custGeom>
              <a:avLst/>
              <a:gdLst>
                <a:gd name="connsiteX0" fmla="*/ 0 w 454315"/>
                <a:gd name="connsiteY0" fmla="*/ 0 h 185675"/>
                <a:gd name="connsiteX1" fmla="*/ 454315 w 454315"/>
                <a:gd name="connsiteY1" fmla="*/ 185676 h 185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54315" h="185675">
                  <a:moveTo>
                    <a:pt x="0" y="0"/>
                  </a:moveTo>
                  <a:lnTo>
                    <a:pt x="454315" y="185676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71" name="Kombinationstegning: figur 3070">
              <a:extLst>
                <a:ext uri="{FF2B5EF4-FFF2-40B4-BE49-F238E27FC236}">
                  <a16:creationId xmlns:a16="http://schemas.microsoft.com/office/drawing/2014/main" id="{E60DA866-BB53-50F2-B92D-024764101C52}"/>
                </a:ext>
              </a:extLst>
            </p:cNvPr>
            <p:cNvSpPr/>
            <p:nvPr/>
          </p:nvSpPr>
          <p:spPr>
            <a:xfrm>
              <a:off x="3583760" y="9756927"/>
              <a:ext cx="1997295" cy="340833"/>
            </a:xfrm>
            <a:custGeom>
              <a:avLst/>
              <a:gdLst>
                <a:gd name="connsiteX0" fmla="*/ 0 w 1997295"/>
                <a:gd name="connsiteY0" fmla="*/ 0 h 340833"/>
                <a:gd name="connsiteX1" fmla="*/ 1997296 w 1997295"/>
                <a:gd name="connsiteY1" fmla="*/ 340833 h 3408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997295" h="340833">
                  <a:moveTo>
                    <a:pt x="0" y="0"/>
                  </a:moveTo>
                  <a:lnTo>
                    <a:pt x="1997296" y="340833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72" name="Kombinationstegning: figur 3071">
              <a:extLst>
                <a:ext uri="{FF2B5EF4-FFF2-40B4-BE49-F238E27FC236}">
                  <a16:creationId xmlns:a16="http://schemas.microsoft.com/office/drawing/2014/main" id="{5AB017EA-8536-4DB7-B4D3-E3136544D99C}"/>
                </a:ext>
              </a:extLst>
            </p:cNvPr>
            <p:cNvSpPr/>
            <p:nvPr/>
          </p:nvSpPr>
          <p:spPr>
            <a:xfrm>
              <a:off x="3583760" y="9756927"/>
              <a:ext cx="954407" cy="80032"/>
            </a:xfrm>
            <a:custGeom>
              <a:avLst/>
              <a:gdLst>
                <a:gd name="connsiteX0" fmla="*/ 0 w 954407"/>
                <a:gd name="connsiteY0" fmla="*/ 0 h 80032"/>
                <a:gd name="connsiteX1" fmla="*/ 954407 w 954407"/>
                <a:gd name="connsiteY1" fmla="*/ 80033 h 800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4407" h="80032">
                  <a:moveTo>
                    <a:pt x="0" y="0"/>
                  </a:moveTo>
                  <a:lnTo>
                    <a:pt x="954407" y="80033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73" name="Kombinationstegning: figur 3072">
              <a:extLst>
                <a:ext uri="{FF2B5EF4-FFF2-40B4-BE49-F238E27FC236}">
                  <a16:creationId xmlns:a16="http://schemas.microsoft.com/office/drawing/2014/main" id="{BF5B852A-1E99-5DA1-67CA-CD530BA9DBC5}"/>
                </a:ext>
              </a:extLst>
            </p:cNvPr>
            <p:cNvSpPr/>
            <p:nvPr/>
          </p:nvSpPr>
          <p:spPr>
            <a:xfrm>
              <a:off x="2884480" y="9756927"/>
              <a:ext cx="699280" cy="57616"/>
            </a:xfrm>
            <a:custGeom>
              <a:avLst/>
              <a:gdLst>
                <a:gd name="connsiteX0" fmla="*/ 699280 w 699280"/>
                <a:gd name="connsiteY0" fmla="*/ 0 h 57616"/>
                <a:gd name="connsiteX1" fmla="*/ 0 w 699280"/>
                <a:gd name="connsiteY1" fmla="*/ 57617 h 576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99280" h="57616">
                  <a:moveTo>
                    <a:pt x="699280" y="0"/>
                  </a:moveTo>
                  <a:lnTo>
                    <a:pt x="0" y="57617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74" name="Kombinationstegning: figur 3073">
              <a:extLst>
                <a:ext uri="{FF2B5EF4-FFF2-40B4-BE49-F238E27FC236}">
                  <a16:creationId xmlns:a16="http://schemas.microsoft.com/office/drawing/2014/main" id="{F61BA990-C884-D329-8423-B508F152D316}"/>
                </a:ext>
              </a:extLst>
            </p:cNvPr>
            <p:cNvSpPr/>
            <p:nvPr/>
          </p:nvSpPr>
          <p:spPr>
            <a:xfrm>
              <a:off x="3583760" y="9703779"/>
              <a:ext cx="1349814" cy="53147"/>
            </a:xfrm>
            <a:custGeom>
              <a:avLst/>
              <a:gdLst>
                <a:gd name="connsiteX0" fmla="*/ 0 w 1349814"/>
                <a:gd name="connsiteY0" fmla="*/ 53148 h 53147"/>
                <a:gd name="connsiteX1" fmla="*/ 1349815 w 1349814"/>
                <a:gd name="connsiteY1" fmla="*/ 0 h 531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49814" h="53147">
                  <a:moveTo>
                    <a:pt x="0" y="53148"/>
                  </a:moveTo>
                  <a:lnTo>
                    <a:pt x="1349815" y="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75" name="Kombinationstegning: figur 3074">
              <a:extLst>
                <a:ext uri="{FF2B5EF4-FFF2-40B4-BE49-F238E27FC236}">
                  <a16:creationId xmlns:a16="http://schemas.microsoft.com/office/drawing/2014/main" id="{BCA6B5A1-B369-9A97-C91D-781AF2EA7CA9}"/>
                </a:ext>
              </a:extLst>
            </p:cNvPr>
            <p:cNvSpPr/>
            <p:nvPr/>
          </p:nvSpPr>
          <p:spPr>
            <a:xfrm>
              <a:off x="3583760" y="9403523"/>
              <a:ext cx="840840" cy="353404"/>
            </a:xfrm>
            <a:custGeom>
              <a:avLst/>
              <a:gdLst>
                <a:gd name="connsiteX0" fmla="*/ 0 w 840840"/>
                <a:gd name="connsiteY0" fmla="*/ 353404 h 353404"/>
                <a:gd name="connsiteX1" fmla="*/ 840841 w 840840"/>
                <a:gd name="connsiteY1" fmla="*/ 0 h 3534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40840" h="353404">
                  <a:moveTo>
                    <a:pt x="0" y="353404"/>
                  </a:moveTo>
                  <a:lnTo>
                    <a:pt x="840841" y="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76" name="Kombinationstegning: figur 3075">
              <a:extLst>
                <a:ext uri="{FF2B5EF4-FFF2-40B4-BE49-F238E27FC236}">
                  <a16:creationId xmlns:a16="http://schemas.microsoft.com/office/drawing/2014/main" id="{F40AC9D3-EEAF-329A-B8DF-A5D0CBFA3FFF}"/>
                </a:ext>
              </a:extLst>
            </p:cNvPr>
            <p:cNvSpPr/>
            <p:nvPr/>
          </p:nvSpPr>
          <p:spPr>
            <a:xfrm>
              <a:off x="3583760" y="9587516"/>
              <a:ext cx="1778678" cy="169410"/>
            </a:xfrm>
            <a:custGeom>
              <a:avLst/>
              <a:gdLst>
                <a:gd name="connsiteX0" fmla="*/ 0 w 1778678"/>
                <a:gd name="connsiteY0" fmla="*/ 169411 h 169410"/>
                <a:gd name="connsiteX1" fmla="*/ 1778679 w 1778678"/>
                <a:gd name="connsiteY1" fmla="*/ 0 h 1694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778678" h="169410">
                  <a:moveTo>
                    <a:pt x="0" y="169411"/>
                  </a:moveTo>
                  <a:lnTo>
                    <a:pt x="1778679" y="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77" name="Kombinationstegning: figur 3076">
              <a:extLst>
                <a:ext uri="{FF2B5EF4-FFF2-40B4-BE49-F238E27FC236}">
                  <a16:creationId xmlns:a16="http://schemas.microsoft.com/office/drawing/2014/main" id="{39DB2951-DB2C-7B15-4663-BA14E85D0A41}"/>
                </a:ext>
              </a:extLst>
            </p:cNvPr>
            <p:cNvSpPr/>
            <p:nvPr/>
          </p:nvSpPr>
          <p:spPr>
            <a:xfrm>
              <a:off x="3583760" y="9393067"/>
              <a:ext cx="1545546" cy="363859"/>
            </a:xfrm>
            <a:custGeom>
              <a:avLst/>
              <a:gdLst>
                <a:gd name="connsiteX0" fmla="*/ 0 w 1545546"/>
                <a:gd name="connsiteY0" fmla="*/ 363859 h 363859"/>
                <a:gd name="connsiteX1" fmla="*/ 1545546 w 1545546"/>
                <a:gd name="connsiteY1" fmla="*/ 0 h 3638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545546" h="363859">
                  <a:moveTo>
                    <a:pt x="0" y="363859"/>
                  </a:moveTo>
                  <a:lnTo>
                    <a:pt x="1545546" y="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78" name="Kombinationstegning: figur 3077">
              <a:extLst>
                <a:ext uri="{FF2B5EF4-FFF2-40B4-BE49-F238E27FC236}">
                  <a16:creationId xmlns:a16="http://schemas.microsoft.com/office/drawing/2014/main" id="{CCBF07D6-A6BC-3072-19A5-ED3E12207C2B}"/>
                </a:ext>
              </a:extLst>
            </p:cNvPr>
            <p:cNvSpPr/>
            <p:nvPr/>
          </p:nvSpPr>
          <p:spPr>
            <a:xfrm>
              <a:off x="3583760" y="9335683"/>
              <a:ext cx="2047382" cy="421243"/>
            </a:xfrm>
            <a:custGeom>
              <a:avLst/>
              <a:gdLst>
                <a:gd name="connsiteX0" fmla="*/ 0 w 2047382"/>
                <a:gd name="connsiteY0" fmla="*/ 421244 h 421243"/>
                <a:gd name="connsiteX1" fmla="*/ 2047382 w 2047382"/>
                <a:gd name="connsiteY1" fmla="*/ 0 h 421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047382" h="421243">
                  <a:moveTo>
                    <a:pt x="0" y="421244"/>
                  </a:moveTo>
                  <a:lnTo>
                    <a:pt x="2047382" y="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79" name="Kombinationstegning: figur 3078">
              <a:extLst>
                <a:ext uri="{FF2B5EF4-FFF2-40B4-BE49-F238E27FC236}">
                  <a16:creationId xmlns:a16="http://schemas.microsoft.com/office/drawing/2014/main" id="{D11A8081-2ABB-5357-476E-3713655E44FA}"/>
                </a:ext>
              </a:extLst>
            </p:cNvPr>
            <p:cNvSpPr/>
            <p:nvPr/>
          </p:nvSpPr>
          <p:spPr>
            <a:xfrm>
              <a:off x="2884480" y="9814543"/>
              <a:ext cx="1153595" cy="128059"/>
            </a:xfrm>
            <a:custGeom>
              <a:avLst/>
              <a:gdLst>
                <a:gd name="connsiteX0" fmla="*/ 1153596 w 1153595"/>
                <a:gd name="connsiteY0" fmla="*/ 128059 h 128059"/>
                <a:gd name="connsiteX1" fmla="*/ 0 w 1153595"/>
                <a:gd name="connsiteY1" fmla="*/ 0 h 128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53595" h="128059">
                  <a:moveTo>
                    <a:pt x="1153596" y="128059"/>
                  </a:moveTo>
                  <a:lnTo>
                    <a:pt x="0" y="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80" name="Kombinationstegning: figur 3079">
              <a:extLst>
                <a:ext uri="{FF2B5EF4-FFF2-40B4-BE49-F238E27FC236}">
                  <a16:creationId xmlns:a16="http://schemas.microsoft.com/office/drawing/2014/main" id="{7EFF9E69-F964-F87C-C597-A9FA2A2FAFED}"/>
                </a:ext>
              </a:extLst>
            </p:cNvPr>
            <p:cNvSpPr/>
            <p:nvPr/>
          </p:nvSpPr>
          <p:spPr>
            <a:xfrm>
              <a:off x="4038075" y="9403523"/>
              <a:ext cx="386525" cy="539079"/>
            </a:xfrm>
            <a:custGeom>
              <a:avLst/>
              <a:gdLst>
                <a:gd name="connsiteX0" fmla="*/ 0 w 386525"/>
                <a:gd name="connsiteY0" fmla="*/ 539080 h 539079"/>
                <a:gd name="connsiteX1" fmla="*/ 386525 w 386525"/>
                <a:gd name="connsiteY1" fmla="*/ 0 h 539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86525" h="539079">
                  <a:moveTo>
                    <a:pt x="0" y="539080"/>
                  </a:moveTo>
                  <a:lnTo>
                    <a:pt x="386525" y="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81" name="Kombinationstegning: figur 3080">
              <a:extLst>
                <a:ext uri="{FF2B5EF4-FFF2-40B4-BE49-F238E27FC236}">
                  <a16:creationId xmlns:a16="http://schemas.microsoft.com/office/drawing/2014/main" id="{8A5664C4-7074-83F1-8223-8CDEFD155312}"/>
                </a:ext>
              </a:extLst>
            </p:cNvPr>
            <p:cNvSpPr/>
            <p:nvPr/>
          </p:nvSpPr>
          <p:spPr>
            <a:xfrm>
              <a:off x="4038075" y="9942602"/>
              <a:ext cx="1542980" cy="155157"/>
            </a:xfrm>
            <a:custGeom>
              <a:avLst/>
              <a:gdLst>
                <a:gd name="connsiteX0" fmla="*/ 0 w 1542980"/>
                <a:gd name="connsiteY0" fmla="*/ 0 h 155157"/>
                <a:gd name="connsiteX1" fmla="*/ 1542980 w 1542980"/>
                <a:gd name="connsiteY1" fmla="*/ 155158 h 1551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542980" h="155157">
                  <a:moveTo>
                    <a:pt x="0" y="0"/>
                  </a:moveTo>
                  <a:lnTo>
                    <a:pt x="1542980" y="155158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82" name="Kombinationstegning: figur 3081">
              <a:extLst>
                <a:ext uri="{FF2B5EF4-FFF2-40B4-BE49-F238E27FC236}">
                  <a16:creationId xmlns:a16="http://schemas.microsoft.com/office/drawing/2014/main" id="{AC6E41F9-1E4C-A94E-0688-7EA1490BE4FF}"/>
                </a:ext>
              </a:extLst>
            </p:cNvPr>
            <p:cNvSpPr/>
            <p:nvPr/>
          </p:nvSpPr>
          <p:spPr>
            <a:xfrm>
              <a:off x="4038075" y="9836959"/>
              <a:ext cx="500091" cy="105643"/>
            </a:xfrm>
            <a:custGeom>
              <a:avLst/>
              <a:gdLst>
                <a:gd name="connsiteX0" fmla="*/ 0 w 500091"/>
                <a:gd name="connsiteY0" fmla="*/ 105643 h 105643"/>
                <a:gd name="connsiteX1" fmla="*/ 500092 w 500091"/>
                <a:gd name="connsiteY1" fmla="*/ 0 h 1056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00091" h="105643">
                  <a:moveTo>
                    <a:pt x="0" y="105643"/>
                  </a:moveTo>
                  <a:lnTo>
                    <a:pt x="500092" y="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83" name="Kombinationstegning: figur 3082">
              <a:extLst>
                <a:ext uri="{FF2B5EF4-FFF2-40B4-BE49-F238E27FC236}">
                  <a16:creationId xmlns:a16="http://schemas.microsoft.com/office/drawing/2014/main" id="{400A02DF-E75A-48AF-CD34-EE7B75358463}"/>
                </a:ext>
              </a:extLst>
            </p:cNvPr>
            <p:cNvSpPr/>
            <p:nvPr/>
          </p:nvSpPr>
          <p:spPr>
            <a:xfrm>
              <a:off x="4038075" y="9703779"/>
              <a:ext cx="895499" cy="238823"/>
            </a:xfrm>
            <a:custGeom>
              <a:avLst/>
              <a:gdLst>
                <a:gd name="connsiteX0" fmla="*/ 0 w 895499"/>
                <a:gd name="connsiteY0" fmla="*/ 238824 h 238823"/>
                <a:gd name="connsiteX1" fmla="*/ 895499 w 895499"/>
                <a:gd name="connsiteY1" fmla="*/ 0 h 2388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95499" h="238823">
                  <a:moveTo>
                    <a:pt x="0" y="238824"/>
                  </a:moveTo>
                  <a:lnTo>
                    <a:pt x="895499" y="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84" name="Kombinationstegning: figur 3083">
              <a:extLst>
                <a:ext uri="{FF2B5EF4-FFF2-40B4-BE49-F238E27FC236}">
                  <a16:creationId xmlns:a16="http://schemas.microsoft.com/office/drawing/2014/main" id="{8A497411-632B-58C2-87F2-1FB946A70DE5}"/>
                </a:ext>
              </a:extLst>
            </p:cNvPr>
            <p:cNvSpPr/>
            <p:nvPr/>
          </p:nvSpPr>
          <p:spPr>
            <a:xfrm>
              <a:off x="4038075" y="9587516"/>
              <a:ext cx="1324363" cy="355086"/>
            </a:xfrm>
            <a:custGeom>
              <a:avLst/>
              <a:gdLst>
                <a:gd name="connsiteX0" fmla="*/ 0 w 1324363"/>
                <a:gd name="connsiteY0" fmla="*/ 355087 h 355086"/>
                <a:gd name="connsiteX1" fmla="*/ 1324363 w 1324363"/>
                <a:gd name="connsiteY1" fmla="*/ 0 h 3550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24363" h="355086">
                  <a:moveTo>
                    <a:pt x="0" y="355087"/>
                  </a:moveTo>
                  <a:lnTo>
                    <a:pt x="1324363" y="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85" name="Kombinationstegning: figur 3084">
              <a:extLst>
                <a:ext uri="{FF2B5EF4-FFF2-40B4-BE49-F238E27FC236}">
                  <a16:creationId xmlns:a16="http://schemas.microsoft.com/office/drawing/2014/main" id="{63BA7767-CDFD-062C-0839-71DDB8900EB1}"/>
                </a:ext>
              </a:extLst>
            </p:cNvPr>
            <p:cNvSpPr/>
            <p:nvPr/>
          </p:nvSpPr>
          <p:spPr>
            <a:xfrm>
              <a:off x="4038075" y="9393067"/>
              <a:ext cx="1091231" cy="549535"/>
            </a:xfrm>
            <a:custGeom>
              <a:avLst/>
              <a:gdLst>
                <a:gd name="connsiteX0" fmla="*/ 0 w 1091231"/>
                <a:gd name="connsiteY0" fmla="*/ 549535 h 549535"/>
                <a:gd name="connsiteX1" fmla="*/ 1091231 w 1091231"/>
                <a:gd name="connsiteY1" fmla="*/ 0 h 5495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91231" h="549535">
                  <a:moveTo>
                    <a:pt x="0" y="549535"/>
                  </a:moveTo>
                  <a:lnTo>
                    <a:pt x="1091231" y="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86" name="Kombinationstegning: figur 3085">
              <a:extLst>
                <a:ext uri="{FF2B5EF4-FFF2-40B4-BE49-F238E27FC236}">
                  <a16:creationId xmlns:a16="http://schemas.microsoft.com/office/drawing/2014/main" id="{781B186D-F015-2411-9EAD-7CB93CB6DF90}"/>
                </a:ext>
              </a:extLst>
            </p:cNvPr>
            <p:cNvSpPr/>
            <p:nvPr/>
          </p:nvSpPr>
          <p:spPr>
            <a:xfrm>
              <a:off x="4038075" y="9335683"/>
              <a:ext cx="1593066" cy="606919"/>
            </a:xfrm>
            <a:custGeom>
              <a:avLst/>
              <a:gdLst>
                <a:gd name="connsiteX0" fmla="*/ 0 w 1593066"/>
                <a:gd name="connsiteY0" fmla="*/ 606920 h 606919"/>
                <a:gd name="connsiteX1" fmla="*/ 1593067 w 1593066"/>
                <a:gd name="connsiteY1" fmla="*/ 0 h 6069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593066" h="606919">
                  <a:moveTo>
                    <a:pt x="0" y="606920"/>
                  </a:moveTo>
                  <a:lnTo>
                    <a:pt x="1593067" y="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87" name="Kombinationstegning: figur 3086">
              <a:extLst>
                <a:ext uri="{FF2B5EF4-FFF2-40B4-BE49-F238E27FC236}">
                  <a16:creationId xmlns:a16="http://schemas.microsoft.com/office/drawing/2014/main" id="{92AB7B58-FC21-710D-0490-E7A8EE070A9E}"/>
                </a:ext>
              </a:extLst>
            </p:cNvPr>
            <p:cNvSpPr/>
            <p:nvPr/>
          </p:nvSpPr>
          <p:spPr>
            <a:xfrm>
              <a:off x="2884480" y="9814543"/>
              <a:ext cx="1653687" cy="22416"/>
            </a:xfrm>
            <a:custGeom>
              <a:avLst/>
              <a:gdLst>
                <a:gd name="connsiteX0" fmla="*/ 1653688 w 1653687"/>
                <a:gd name="connsiteY0" fmla="*/ 22416 h 22416"/>
                <a:gd name="connsiteX1" fmla="*/ 0 w 1653687"/>
                <a:gd name="connsiteY1" fmla="*/ 0 h 224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653687" h="22416">
                  <a:moveTo>
                    <a:pt x="1653688" y="22416"/>
                  </a:moveTo>
                  <a:lnTo>
                    <a:pt x="0" y="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88" name="Kombinationstegning: figur 3087">
              <a:extLst>
                <a:ext uri="{FF2B5EF4-FFF2-40B4-BE49-F238E27FC236}">
                  <a16:creationId xmlns:a16="http://schemas.microsoft.com/office/drawing/2014/main" id="{C805E9B7-8ADF-0303-9C3C-1BC094E52835}"/>
                </a:ext>
              </a:extLst>
            </p:cNvPr>
            <p:cNvSpPr/>
            <p:nvPr/>
          </p:nvSpPr>
          <p:spPr>
            <a:xfrm>
              <a:off x="4424601" y="9403523"/>
              <a:ext cx="113566" cy="433436"/>
            </a:xfrm>
            <a:custGeom>
              <a:avLst/>
              <a:gdLst>
                <a:gd name="connsiteX0" fmla="*/ 113566 w 113566"/>
                <a:gd name="connsiteY0" fmla="*/ 433437 h 433436"/>
                <a:gd name="connsiteX1" fmla="*/ 0 w 113566"/>
                <a:gd name="connsiteY1" fmla="*/ 0 h 433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3566" h="433436">
                  <a:moveTo>
                    <a:pt x="113566" y="433437"/>
                  </a:moveTo>
                  <a:lnTo>
                    <a:pt x="0" y="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89" name="Kombinationstegning: figur 3088">
              <a:extLst>
                <a:ext uri="{FF2B5EF4-FFF2-40B4-BE49-F238E27FC236}">
                  <a16:creationId xmlns:a16="http://schemas.microsoft.com/office/drawing/2014/main" id="{C271FEF0-8938-430F-8A68-315F98B8E1CC}"/>
                </a:ext>
              </a:extLst>
            </p:cNvPr>
            <p:cNvSpPr/>
            <p:nvPr/>
          </p:nvSpPr>
          <p:spPr>
            <a:xfrm>
              <a:off x="4538167" y="9335683"/>
              <a:ext cx="1092975" cy="501276"/>
            </a:xfrm>
            <a:custGeom>
              <a:avLst/>
              <a:gdLst>
                <a:gd name="connsiteX0" fmla="*/ 0 w 1092975"/>
                <a:gd name="connsiteY0" fmla="*/ 501277 h 501276"/>
                <a:gd name="connsiteX1" fmla="*/ 1092975 w 1092975"/>
                <a:gd name="connsiteY1" fmla="*/ 0 h 5012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92975" h="501276">
                  <a:moveTo>
                    <a:pt x="0" y="501277"/>
                  </a:moveTo>
                  <a:lnTo>
                    <a:pt x="1092975" y="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90" name="Kombinationstegning: figur 3089">
              <a:extLst>
                <a:ext uri="{FF2B5EF4-FFF2-40B4-BE49-F238E27FC236}">
                  <a16:creationId xmlns:a16="http://schemas.microsoft.com/office/drawing/2014/main" id="{879AF83A-D49C-FFE1-3081-E39793F8C4F2}"/>
                </a:ext>
              </a:extLst>
            </p:cNvPr>
            <p:cNvSpPr/>
            <p:nvPr/>
          </p:nvSpPr>
          <p:spPr>
            <a:xfrm>
              <a:off x="4538167" y="9836959"/>
              <a:ext cx="1042888" cy="260800"/>
            </a:xfrm>
            <a:custGeom>
              <a:avLst/>
              <a:gdLst>
                <a:gd name="connsiteX0" fmla="*/ 0 w 1042888"/>
                <a:gd name="connsiteY0" fmla="*/ 0 h 260800"/>
                <a:gd name="connsiteX1" fmla="*/ 1042888 w 1042888"/>
                <a:gd name="connsiteY1" fmla="*/ 260801 h 260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42888" h="260800">
                  <a:moveTo>
                    <a:pt x="0" y="0"/>
                  </a:moveTo>
                  <a:lnTo>
                    <a:pt x="1042888" y="260801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91" name="Kombinationstegning: figur 3090">
              <a:extLst>
                <a:ext uri="{FF2B5EF4-FFF2-40B4-BE49-F238E27FC236}">
                  <a16:creationId xmlns:a16="http://schemas.microsoft.com/office/drawing/2014/main" id="{BD893D5F-78A6-7BE5-119C-397373CACC61}"/>
                </a:ext>
              </a:extLst>
            </p:cNvPr>
            <p:cNvSpPr/>
            <p:nvPr/>
          </p:nvSpPr>
          <p:spPr>
            <a:xfrm>
              <a:off x="4538167" y="9703779"/>
              <a:ext cx="395407" cy="133180"/>
            </a:xfrm>
            <a:custGeom>
              <a:avLst/>
              <a:gdLst>
                <a:gd name="connsiteX0" fmla="*/ 0 w 395407"/>
                <a:gd name="connsiteY0" fmla="*/ 133180 h 133180"/>
                <a:gd name="connsiteX1" fmla="*/ 395408 w 395407"/>
                <a:gd name="connsiteY1" fmla="*/ 0 h 1331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95407" h="133180">
                  <a:moveTo>
                    <a:pt x="0" y="133180"/>
                  </a:moveTo>
                  <a:lnTo>
                    <a:pt x="395408" y="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92" name="Kombinationstegning: figur 3091">
              <a:extLst>
                <a:ext uri="{FF2B5EF4-FFF2-40B4-BE49-F238E27FC236}">
                  <a16:creationId xmlns:a16="http://schemas.microsoft.com/office/drawing/2014/main" id="{D1AA5EE4-1425-CFAD-4965-55D8B0676555}"/>
                </a:ext>
              </a:extLst>
            </p:cNvPr>
            <p:cNvSpPr/>
            <p:nvPr/>
          </p:nvSpPr>
          <p:spPr>
            <a:xfrm>
              <a:off x="4538167" y="9587516"/>
              <a:ext cx="824271" cy="249443"/>
            </a:xfrm>
            <a:custGeom>
              <a:avLst/>
              <a:gdLst>
                <a:gd name="connsiteX0" fmla="*/ 0 w 824271"/>
                <a:gd name="connsiteY0" fmla="*/ 249444 h 249443"/>
                <a:gd name="connsiteX1" fmla="*/ 824271 w 824271"/>
                <a:gd name="connsiteY1" fmla="*/ 0 h 2494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24271" h="249443">
                  <a:moveTo>
                    <a:pt x="0" y="249444"/>
                  </a:moveTo>
                  <a:lnTo>
                    <a:pt x="824271" y="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93" name="Kombinationstegning: figur 3092">
              <a:extLst>
                <a:ext uri="{FF2B5EF4-FFF2-40B4-BE49-F238E27FC236}">
                  <a16:creationId xmlns:a16="http://schemas.microsoft.com/office/drawing/2014/main" id="{622C64CA-6089-F212-5711-C0552C6F00B9}"/>
                </a:ext>
              </a:extLst>
            </p:cNvPr>
            <p:cNvSpPr/>
            <p:nvPr/>
          </p:nvSpPr>
          <p:spPr>
            <a:xfrm>
              <a:off x="4538167" y="9393067"/>
              <a:ext cx="591139" cy="443892"/>
            </a:xfrm>
            <a:custGeom>
              <a:avLst/>
              <a:gdLst>
                <a:gd name="connsiteX0" fmla="*/ 0 w 591139"/>
                <a:gd name="connsiteY0" fmla="*/ 443892 h 443892"/>
                <a:gd name="connsiteX1" fmla="*/ 591139 w 591139"/>
                <a:gd name="connsiteY1" fmla="*/ 0 h 4438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91139" h="443892">
                  <a:moveTo>
                    <a:pt x="0" y="443892"/>
                  </a:moveTo>
                  <a:lnTo>
                    <a:pt x="591139" y="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94" name="Kombinationstegning: figur 3093">
              <a:extLst>
                <a:ext uri="{FF2B5EF4-FFF2-40B4-BE49-F238E27FC236}">
                  <a16:creationId xmlns:a16="http://schemas.microsoft.com/office/drawing/2014/main" id="{7D165BD8-9C34-1080-DBAC-DDD1CDAA682D}"/>
                </a:ext>
              </a:extLst>
            </p:cNvPr>
            <p:cNvSpPr/>
            <p:nvPr/>
          </p:nvSpPr>
          <p:spPr>
            <a:xfrm>
              <a:off x="2884480" y="9703779"/>
              <a:ext cx="2049095" cy="110764"/>
            </a:xfrm>
            <a:custGeom>
              <a:avLst/>
              <a:gdLst>
                <a:gd name="connsiteX0" fmla="*/ 0 w 2049095"/>
                <a:gd name="connsiteY0" fmla="*/ 110764 h 110764"/>
                <a:gd name="connsiteX1" fmla="*/ 2049095 w 2049095"/>
                <a:gd name="connsiteY1" fmla="*/ 0 h 1107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049095" h="110764">
                  <a:moveTo>
                    <a:pt x="0" y="110764"/>
                  </a:moveTo>
                  <a:lnTo>
                    <a:pt x="2049095" y="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95" name="Kombinationstegning: figur 3094">
              <a:extLst>
                <a:ext uri="{FF2B5EF4-FFF2-40B4-BE49-F238E27FC236}">
                  <a16:creationId xmlns:a16="http://schemas.microsoft.com/office/drawing/2014/main" id="{13DB3319-E767-0EA6-F962-C46C2EDC66D6}"/>
                </a:ext>
              </a:extLst>
            </p:cNvPr>
            <p:cNvSpPr/>
            <p:nvPr/>
          </p:nvSpPr>
          <p:spPr>
            <a:xfrm>
              <a:off x="2884480" y="9403523"/>
              <a:ext cx="1540121" cy="411020"/>
            </a:xfrm>
            <a:custGeom>
              <a:avLst/>
              <a:gdLst>
                <a:gd name="connsiteX0" fmla="*/ 0 w 1540121"/>
                <a:gd name="connsiteY0" fmla="*/ 411021 h 411020"/>
                <a:gd name="connsiteX1" fmla="*/ 1540121 w 1540121"/>
                <a:gd name="connsiteY1" fmla="*/ 0 h 4110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540121" h="411020">
                  <a:moveTo>
                    <a:pt x="0" y="411021"/>
                  </a:moveTo>
                  <a:lnTo>
                    <a:pt x="1540121" y="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96" name="Kombinationstegning: figur 3095">
              <a:extLst>
                <a:ext uri="{FF2B5EF4-FFF2-40B4-BE49-F238E27FC236}">
                  <a16:creationId xmlns:a16="http://schemas.microsoft.com/office/drawing/2014/main" id="{663BA2B6-4156-D9FE-01B6-B45CB4C6FEAA}"/>
                </a:ext>
              </a:extLst>
            </p:cNvPr>
            <p:cNvSpPr/>
            <p:nvPr/>
          </p:nvSpPr>
          <p:spPr>
            <a:xfrm>
              <a:off x="2884480" y="9587516"/>
              <a:ext cx="2477958" cy="227027"/>
            </a:xfrm>
            <a:custGeom>
              <a:avLst/>
              <a:gdLst>
                <a:gd name="connsiteX0" fmla="*/ 0 w 2477958"/>
                <a:gd name="connsiteY0" fmla="*/ 227027 h 227027"/>
                <a:gd name="connsiteX1" fmla="*/ 2477959 w 2477958"/>
                <a:gd name="connsiteY1" fmla="*/ 0 h 2270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477958" h="227027">
                  <a:moveTo>
                    <a:pt x="0" y="227027"/>
                  </a:moveTo>
                  <a:lnTo>
                    <a:pt x="2477959" y="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97" name="Kombinationstegning: figur 3096">
              <a:extLst>
                <a:ext uri="{FF2B5EF4-FFF2-40B4-BE49-F238E27FC236}">
                  <a16:creationId xmlns:a16="http://schemas.microsoft.com/office/drawing/2014/main" id="{CA6C6A9B-8930-4565-8005-B799B05F3590}"/>
                </a:ext>
              </a:extLst>
            </p:cNvPr>
            <p:cNvSpPr/>
            <p:nvPr/>
          </p:nvSpPr>
          <p:spPr>
            <a:xfrm>
              <a:off x="2884480" y="9393067"/>
              <a:ext cx="2244826" cy="421475"/>
            </a:xfrm>
            <a:custGeom>
              <a:avLst/>
              <a:gdLst>
                <a:gd name="connsiteX0" fmla="*/ 0 w 2244826"/>
                <a:gd name="connsiteY0" fmla="*/ 421476 h 421475"/>
                <a:gd name="connsiteX1" fmla="*/ 2244827 w 2244826"/>
                <a:gd name="connsiteY1" fmla="*/ 0 h 4214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244826" h="421475">
                  <a:moveTo>
                    <a:pt x="0" y="421476"/>
                  </a:moveTo>
                  <a:lnTo>
                    <a:pt x="2244827" y="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98" name="Kombinationstegning: figur 3097">
              <a:extLst>
                <a:ext uri="{FF2B5EF4-FFF2-40B4-BE49-F238E27FC236}">
                  <a16:creationId xmlns:a16="http://schemas.microsoft.com/office/drawing/2014/main" id="{C8EC4DF7-49C3-8495-1461-8A96B679EE31}"/>
                </a:ext>
              </a:extLst>
            </p:cNvPr>
            <p:cNvSpPr/>
            <p:nvPr/>
          </p:nvSpPr>
          <p:spPr>
            <a:xfrm>
              <a:off x="4424601" y="9403523"/>
              <a:ext cx="508974" cy="300256"/>
            </a:xfrm>
            <a:custGeom>
              <a:avLst/>
              <a:gdLst>
                <a:gd name="connsiteX0" fmla="*/ 508974 w 508974"/>
                <a:gd name="connsiteY0" fmla="*/ 300256 h 300256"/>
                <a:gd name="connsiteX1" fmla="*/ 0 w 508974"/>
                <a:gd name="connsiteY1" fmla="*/ 0 h 3002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08974" h="300256">
                  <a:moveTo>
                    <a:pt x="508974" y="300256"/>
                  </a:moveTo>
                  <a:lnTo>
                    <a:pt x="0" y="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99" name="Kombinationstegning: figur 3098">
              <a:extLst>
                <a:ext uri="{FF2B5EF4-FFF2-40B4-BE49-F238E27FC236}">
                  <a16:creationId xmlns:a16="http://schemas.microsoft.com/office/drawing/2014/main" id="{16701B39-5253-B1CA-47FE-C5A369A7D73A}"/>
                </a:ext>
              </a:extLst>
            </p:cNvPr>
            <p:cNvSpPr/>
            <p:nvPr/>
          </p:nvSpPr>
          <p:spPr>
            <a:xfrm>
              <a:off x="4933575" y="9335683"/>
              <a:ext cx="697567" cy="368096"/>
            </a:xfrm>
            <a:custGeom>
              <a:avLst/>
              <a:gdLst>
                <a:gd name="connsiteX0" fmla="*/ 0 w 697567"/>
                <a:gd name="connsiteY0" fmla="*/ 368096 h 368096"/>
                <a:gd name="connsiteX1" fmla="*/ 697567 w 697567"/>
                <a:gd name="connsiteY1" fmla="*/ 0 h 368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97567" h="368096">
                  <a:moveTo>
                    <a:pt x="0" y="368096"/>
                  </a:moveTo>
                  <a:lnTo>
                    <a:pt x="697567" y="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100" name="Kombinationstegning: figur 3099">
              <a:extLst>
                <a:ext uri="{FF2B5EF4-FFF2-40B4-BE49-F238E27FC236}">
                  <a16:creationId xmlns:a16="http://schemas.microsoft.com/office/drawing/2014/main" id="{EDECD30B-F81D-4FC6-BE2B-68E70D6BDC00}"/>
                </a:ext>
              </a:extLst>
            </p:cNvPr>
            <p:cNvSpPr/>
            <p:nvPr/>
          </p:nvSpPr>
          <p:spPr>
            <a:xfrm>
              <a:off x="4933575" y="9703779"/>
              <a:ext cx="647480" cy="393981"/>
            </a:xfrm>
            <a:custGeom>
              <a:avLst/>
              <a:gdLst>
                <a:gd name="connsiteX0" fmla="*/ 0 w 647480"/>
                <a:gd name="connsiteY0" fmla="*/ 0 h 393981"/>
                <a:gd name="connsiteX1" fmla="*/ 647481 w 647480"/>
                <a:gd name="connsiteY1" fmla="*/ 393981 h 3939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47480" h="393981">
                  <a:moveTo>
                    <a:pt x="0" y="0"/>
                  </a:moveTo>
                  <a:lnTo>
                    <a:pt x="647481" y="393981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101" name="Kombinationstegning: figur 3100">
              <a:extLst>
                <a:ext uri="{FF2B5EF4-FFF2-40B4-BE49-F238E27FC236}">
                  <a16:creationId xmlns:a16="http://schemas.microsoft.com/office/drawing/2014/main" id="{CF18B161-9FD4-8605-E79F-1964566FFE61}"/>
                </a:ext>
              </a:extLst>
            </p:cNvPr>
            <p:cNvSpPr/>
            <p:nvPr/>
          </p:nvSpPr>
          <p:spPr>
            <a:xfrm>
              <a:off x="4933575" y="9587516"/>
              <a:ext cx="428863" cy="116263"/>
            </a:xfrm>
            <a:custGeom>
              <a:avLst/>
              <a:gdLst>
                <a:gd name="connsiteX0" fmla="*/ 0 w 428863"/>
                <a:gd name="connsiteY0" fmla="*/ 116263 h 116263"/>
                <a:gd name="connsiteX1" fmla="*/ 428864 w 428863"/>
                <a:gd name="connsiteY1" fmla="*/ 0 h 1162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28863" h="116263">
                  <a:moveTo>
                    <a:pt x="0" y="116263"/>
                  </a:moveTo>
                  <a:lnTo>
                    <a:pt x="428864" y="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102" name="Kombinationstegning: figur 3101">
              <a:extLst>
                <a:ext uri="{FF2B5EF4-FFF2-40B4-BE49-F238E27FC236}">
                  <a16:creationId xmlns:a16="http://schemas.microsoft.com/office/drawing/2014/main" id="{ECBDDCCC-9B9A-0A09-472B-DF9C9147979B}"/>
                </a:ext>
              </a:extLst>
            </p:cNvPr>
            <p:cNvSpPr/>
            <p:nvPr/>
          </p:nvSpPr>
          <p:spPr>
            <a:xfrm>
              <a:off x="4933575" y="9393067"/>
              <a:ext cx="195731" cy="310711"/>
            </a:xfrm>
            <a:custGeom>
              <a:avLst/>
              <a:gdLst>
                <a:gd name="connsiteX0" fmla="*/ 0 w 195731"/>
                <a:gd name="connsiteY0" fmla="*/ 310712 h 310711"/>
                <a:gd name="connsiteX1" fmla="*/ 195732 w 195731"/>
                <a:gd name="connsiteY1" fmla="*/ 0 h 3107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95731" h="310711">
                  <a:moveTo>
                    <a:pt x="0" y="310712"/>
                  </a:moveTo>
                  <a:lnTo>
                    <a:pt x="195732" y="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103" name="Kombinationstegning: figur 3102">
              <a:extLst>
                <a:ext uri="{FF2B5EF4-FFF2-40B4-BE49-F238E27FC236}">
                  <a16:creationId xmlns:a16="http://schemas.microsoft.com/office/drawing/2014/main" id="{E6377AA9-2A80-C24E-B0EF-41B6B90E7728}"/>
                </a:ext>
              </a:extLst>
            </p:cNvPr>
            <p:cNvSpPr/>
            <p:nvPr/>
          </p:nvSpPr>
          <p:spPr>
            <a:xfrm>
              <a:off x="4424601" y="9403523"/>
              <a:ext cx="1156454" cy="694237"/>
            </a:xfrm>
            <a:custGeom>
              <a:avLst/>
              <a:gdLst>
                <a:gd name="connsiteX0" fmla="*/ 0 w 1156454"/>
                <a:gd name="connsiteY0" fmla="*/ 0 h 694237"/>
                <a:gd name="connsiteX1" fmla="*/ 1156455 w 1156454"/>
                <a:gd name="connsiteY1" fmla="*/ 694238 h 694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56454" h="694237">
                  <a:moveTo>
                    <a:pt x="0" y="0"/>
                  </a:moveTo>
                  <a:lnTo>
                    <a:pt x="1156455" y="694238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104" name="Kombinationstegning: figur 3103">
              <a:extLst>
                <a:ext uri="{FF2B5EF4-FFF2-40B4-BE49-F238E27FC236}">
                  <a16:creationId xmlns:a16="http://schemas.microsoft.com/office/drawing/2014/main" id="{A8F4CA5D-18F9-FF04-B103-622CD86C39E4}"/>
                </a:ext>
              </a:extLst>
            </p:cNvPr>
            <p:cNvSpPr/>
            <p:nvPr/>
          </p:nvSpPr>
          <p:spPr>
            <a:xfrm>
              <a:off x="4424601" y="9403523"/>
              <a:ext cx="937837" cy="183993"/>
            </a:xfrm>
            <a:custGeom>
              <a:avLst/>
              <a:gdLst>
                <a:gd name="connsiteX0" fmla="*/ 0 w 937837"/>
                <a:gd name="connsiteY0" fmla="*/ 0 h 183993"/>
                <a:gd name="connsiteX1" fmla="*/ 937838 w 937837"/>
                <a:gd name="connsiteY1" fmla="*/ 183993 h 1839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37837" h="183993">
                  <a:moveTo>
                    <a:pt x="0" y="0"/>
                  </a:moveTo>
                  <a:lnTo>
                    <a:pt x="937838" y="183993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105" name="Kombinationstegning: figur 3104">
              <a:extLst>
                <a:ext uri="{FF2B5EF4-FFF2-40B4-BE49-F238E27FC236}">
                  <a16:creationId xmlns:a16="http://schemas.microsoft.com/office/drawing/2014/main" id="{25C60236-B3D4-0F7B-EE4E-F0FD80F6E979}"/>
                </a:ext>
              </a:extLst>
            </p:cNvPr>
            <p:cNvSpPr/>
            <p:nvPr/>
          </p:nvSpPr>
          <p:spPr>
            <a:xfrm>
              <a:off x="4424601" y="9393067"/>
              <a:ext cx="704705" cy="10455"/>
            </a:xfrm>
            <a:custGeom>
              <a:avLst/>
              <a:gdLst>
                <a:gd name="connsiteX0" fmla="*/ 0 w 704705"/>
                <a:gd name="connsiteY0" fmla="*/ 10455 h 10455"/>
                <a:gd name="connsiteX1" fmla="*/ 704706 w 704705"/>
                <a:gd name="connsiteY1" fmla="*/ 0 h 104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04705" h="10455">
                  <a:moveTo>
                    <a:pt x="0" y="10455"/>
                  </a:moveTo>
                  <a:lnTo>
                    <a:pt x="704706" y="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106" name="Kombinationstegning: figur 3105">
              <a:extLst>
                <a:ext uri="{FF2B5EF4-FFF2-40B4-BE49-F238E27FC236}">
                  <a16:creationId xmlns:a16="http://schemas.microsoft.com/office/drawing/2014/main" id="{BD5FB733-7EF3-6878-E749-3EC3CE7ED597}"/>
                </a:ext>
              </a:extLst>
            </p:cNvPr>
            <p:cNvSpPr/>
            <p:nvPr/>
          </p:nvSpPr>
          <p:spPr>
            <a:xfrm>
              <a:off x="4424601" y="9335683"/>
              <a:ext cx="1206541" cy="67839"/>
            </a:xfrm>
            <a:custGeom>
              <a:avLst/>
              <a:gdLst>
                <a:gd name="connsiteX0" fmla="*/ 0 w 1206541"/>
                <a:gd name="connsiteY0" fmla="*/ 67840 h 67839"/>
                <a:gd name="connsiteX1" fmla="*/ 1206542 w 1206541"/>
                <a:gd name="connsiteY1" fmla="*/ 0 h 67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06541" h="67839">
                  <a:moveTo>
                    <a:pt x="0" y="67840"/>
                  </a:moveTo>
                  <a:lnTo>
                    <a:pt x="1206542" y="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107" name="Kombinationstegning: figur 3106">
              <a:extLst>
                <a:ext uri="{FF2B5EF4-FFF2-40B4-BE49-F238E27FC236}">
                  <a16:creationId xmlns:a16="http://schemas.microsoft.com/office/drawing/2014/main" id="{F778D4B6-5821-07BA-AC3E-E3D6D205FE0E}"/>
                </a:ext>
              </a:extLst>
            </p:cNvPr>
            <p:cNvSpPr/>
            <p:nvPr/>
          </p:nvSpPr>
          <p:spPr>
            <a:xfrm>
              <a:off x="5362438" y="9335683"/>
              <a:ext cx="268703" cy="251833"/>
            </a:xfrm>
            <a:custGeom>
              <a:avLst/>
              <a:gdLst>
                <a:gd name="connsiteX0" fmla="*/ 0 w 268703"/>
                <a:gd name="connsiteY0" fmla="*/ 251833 h 251833"/>
                <a:gd name="connsiteX1" fmla="*/ 268704 w 268703"/>
                <a:gd name="connsiteY1" fmla="*/ 0 h 2518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68703" h="251833">
                  <a:moveTo>
                    <a:pt x="0" y="251833"/>
                  </a:moveTo>
                  <a:lnTo>
                    <a:pt x="268704" y="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108" name="Kombinationstegning: figur 3107">
              <a:extLst>
                <a:ext uri="{FF2B5EF4-FFF2-40B4-BE49-F238E27FC236}">
                  <a16:creationId xmlns:a16="http://schemas.microsoft.com/office/drawing/2014/main" id="{4E7CBFD5-8315-C3D5-1740-10AEAA1541D4}"/>
                </a:ext>
              </a:extLst>
            </p:cNvPr>
            <p:cNvSpPr/>
            <p:nvPr/>
          </p:nvSpPr>
          <p:spPr>
            <a:xfrm>
              <a:off x="5362438" y="9587516"/>
              <a:ext cx="218617" cy="510244"/>
            </a:xfrm>
            <a:custGeom>
              <a:avLst/>
              <a:gdLst>
                <a:gd name="connsiteX0" fmla="*/ 0 w 218617"/>
                <a:gd name="connsiteY0" fmla="*/ 0 h 510244"/>
                <a:gd name="connsiteX1" fmla="*/ 218617 w 218617"/>
                <a:gd name="connsiteY1" fmla="*/ 510244 h 5102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18617" h="510244">
                  <a:moveTo>
                    <a:pt x="0" y="0"/>
                  </a:moveTo>
                  <a:lnTo>
                    <a:pt x="218617" y="510244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109" name="Kombinationstegning: figur 3108">
              <a:extLst>
                <a:ext uri="{FF2B5EF4-FFF2-40B4-BE49-F238E27FC236}">
                  <a16:creationId xmlns:a16="http://schemas.microsoft.com/office/drawing/2014/main" id="{1DD46F8C-F3D9-DBE1-AB0E-CD658B3D6DC6}"/>
                </a:ext>
              </a:extLst>
            </p:cNvPr>
            <p:cNvSpPr/>
            <p:nvPr/>
          </p:nvSpPr>
          <p:spPr>
            <a:xfrm>
              <a:off x="5129306" y="9393067"/>
              <a:ext cx="233132" cy="194448"/>
            </a:xfrm>
            <a:custGeom>
              <a:avLst/>
              <a:gdLst>
                <a:gd name="connsiteX0" fmla="*/ 233132 w 233132"/>
                <a:gd name="connsiteY0" fmla="*/ 194448 h 194448"/>
                <a:gd name="connsiteX1" fmla="*/ 0 w 233132"/>
                <a:gd name="connsiteY1" fmla="*/ 0 h 1944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33132" h="194448">
                  <a:moveTo>
                    <a:pt x="233132" y="194448"/>
                  </a:moveTo>
                  <a:lnTo>
                    <a:pt x="0" y="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110" name="Kombinationstegning: figur 3109">
              <a:extLst>
                <a:ext uri="{FF2B5EF4-FFF2-40B4-BE49-F238E27FC236}">
                  <a16:creationId xmlns:a16="http://schemas.microsoft.com/office/drawing/2014/main" id="{A374CD2E-6EB7-5D0D-5146-8D35CF3B4A26}"/>
                </a:ext>
              </a:extLst>
            </p:cNvPr>
            <p:cNvSpPr/>
            <p:nvPr/>
          </p:nvSpPr>
          <p:spPr>
            <a:xfrm>
              <a:off x="5129306" y="9335683"/>
              <a:ext cx="501835" cy="57384"/>
            </a:xfrm>
            <a:custGeom>
              <a:avLst/>
              <a:gdLst>
                <a:gd name="connsiteX0" fmla="*/ 0 w 501835"/>
                <a:gd name="connsiteY0" fmla="*/ 57385 h 57384"/>
                <a:gd name="connsiteX1" fmla="*/ 501836 w 501835"/>
                <a:gd name="connsiteY1" fmla="*/ 0 h 573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01835" h="57384">
                  <a:moveTo>
                    <a:pt x="0" y="57385"/>
                  </a:moveTo>
                  <a:lnTo>
                    <a:pt x="501836" y="0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111" name="Kombinationstegning: figur 3110">
              <a:extLst>
                <a:ext uri="{FF2B5EF4-FFF2-40B4-BE49-F238E27FC236}">
                  <a16:creationId xmlns:a16="http://schemas.microsoft.com/office/drawing/2014/main" id="{55DDC42A-354D-5160-3457-63553FD3FB95}"/>
                </a:ext>
              </a:extLst>
            </p:cNvPr>
            <p:cNvSpPr/>
            <p:nvPr/>
          </p:nvSpPr>
          <p:spPr>
            <a:xfrm>
              <a:off x="5129306" y="9393067"/>
              <a:ext cx="451749" cy="704692"/>
            </a:xfrm>
            <a:custGeom>
              <a:avLst/>
              <a:gdLst>
                <a:gd name="connsiteX0" fmla="*/ 0 w 451749"/>
                <a:gd name="connsiteY0" fmla="*/ 0 h 704692"/>
                <a:gd name="connsiteX1" fmla="*/ 451749 w 451749"/>
                <a:gd name="connsiteY1" fmla="*/ 704693 h 7046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51749" h="704692">
                  <a:moveTo>
                    <a:pt x="0" y="0"/>
                  </a:moveTo>
                  <a:lnTo>
                    <a:pt x="451749" y="704693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112" name="Kombinationstegning: figur 3111">
              <a:extLst>
                <a:ext uri="{FF2B5EF4-FFF2-40B4-BE49-F238E27FC236}">
                  <a16:creationId xmlns:a16="http://schemas.microsoft.com/office/drawing/2014/main" id="{17344818-8017-D19E-25AD-40AAA035E021}"/>
                </a:ext>
              </a:extLst>
            </p:cNvPr>
            <p:cNvSpPr/>
            <p:nvPr/>
          </p:nvSpPr>
          <p:spPr>
            <a:xfrm>
              <a:off x="5581055" y="9335683"/>
              <a:ext cx="50086" cy="762077"/>
            </a:xfrm>
            <a:custGeom>
              <a:avLst/>
              <a:gdLst>
                <a:gd name="connsiteX0" fmla="*/ 50087 w 50086"/>
                <a:gd name="connsiteY0" fmla="*/ 0 h 762077"/>
                <a:gd name="connsiteX1" fmla="*/ 0 w 50086"/>
                <a:gd name="connsiteY1" fmla="*/ 762077 h 7620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0086" h="762077">
                  <a:moveTo>
                    <a:pt x="50087" y="0"/>
                  </a:moveTo>
                  <a:lnTo>
                    <a:pt x="0" y="762077"/>
                  </a:lnTo>
                </a:path>
              </a:pathLst>
            </a:custGeom>
            <a:noFill/>
            <a:ln w="4399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3114" name="Kombinationstegning: figur 3113">
            <a:extLst>
              <a:ext uri="{FF2B5EF4-FFF2-40B4-BE49-F238E27FC236}">
                <a16:creationId xmlns:a16="http://schemas.microsoft.com/office/drawing/2014/main" id="{AA73CB1C-8938-C99C-C752-0D755CC9A162}"/>
              </a:ext>
            </a:extLst>
          </p:cNvPr>
          <p:cNvSpPr/>
          <p:nvPr/>
        </p:nvSpPr>
        <p:spPr>
          <a:xfrm>
            <a:off x="3684241" y="7241489"/>
            <a:ext cx="313827" cy="313826"/>
          </a:xfrm>
          <a:custGeom>
            <a:avLst/>
            <a:gdLst>
              <a:gd name="connsiteX0" fmla="*/ 156917 w 313827"/>
              <a:gd name="connsiteY0" fmla="*/ 313827 h 313826"/>
              <a:gd name="connsiteX1" fmla="*/ 267868 w 313827"/>
              <a:gd name="connsiteY1" fmla="*/ 267867 h 313826"/>
              <a:gd name="connsiteX2" fmla="*/ 313828 w 313827"/>
              <a:gd name="connsiteY2" fmla="*/ 156913 h 313826"/>
              <a:gd name="connsiteX3" fmla="*/ 267868 w 313827"/>
              <a:gd name="connsiteY3" fmla="*/ 45960 h 313826"/>
              <a:gd name="connsiteX4" fmla="*/ 156917 w 313827"/>
              <a:gd name="connsiteY4" fmla="*/ 0 h 313826"/>
              <a:gd name="connsiteX5" fmla="*/ 45959 w 313827"/>
              <a:gd name="connsiteY5" fmla="*/ 45960 h 313826"/>
              <a:gd name="connsiteX6" fmla="*/ 0 w 313827"/>
              <a:gd name="connsiteY6" fmla="*/ 156913 h 313826"/>
              <a:gd name="connsiteX7" fmla="*/ 45959 w 313827"/>
              <a:gd name="connsiteY7" fmla="*/ 267867 h 313826"/>
              <a:gd name="connsiteX8" fmla="*/ 156917 w 313827"/>
              <a:gd name="connsiteY8" fmla="*/ 313827 h 3138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13827" h="313826">
                <a:moveTo>
                  <a:pt x="156917" y="313827"/>
                </a:moveTo>
                <a:cubicBezTo>
                  <a:pt x="198530" y="313827"/>
                  <a:pt x="238442" y="297294"/>
                  <a:pt x="267868" y="267867"/>
                </a:cubicBezTo>
                <a:cubicBezTo>
                  <a:pt x="297295" y="238440"/>
                  <a:pt x="313828" y="198527"/>
                  <a:pt x="313828" y="156913"/>
                </a:cubicBezTo>
                <a:cubicBezTo>
                  <a:pt x="313828" y="115300"/>
                  <a:pt x="297295" y="75381"/>
                  <a:pt x="267868" y="45960"/>
                </a:cubicBezTo>
                <a:cubicBezTo>
                  <a:pt x="238442" y="16533"/>
                  <a:pt x="198530" y="0"/>
                  <a:pt x="156917" y="0"/>
                </a:cubicBezTo>
                <a:cubicBezTo>
                  <a:pt x="115298" y="0"/>
                  <a:pt x="75386" y="16533"/>
                  <a:pt x="45959" y="45960"/>
                </a:cubicBezTo>
                <a:cubicBezTo>
                  <a:pt x="16539" y="75381"/>
                  <a:pt x="0" y="115300"/>
                  <a:pt x="0" y="156913"/>
                </a:cubicBezTo>
                <a:cubicBezTo>
                  <a:pt x="0" y="198527"/>
                  <a:pt x="16539" y="238440"/>
                  <a:pt x="45959" y="267867"/>
                </a:cubicBezTo>
                <a:cubicBezTo>
                  <a:pt x="75386" y="297294"/>
                  <a:pt x="115298" y="313827"/>
                  <a:pt x="156917" y="313827"/>
                </a:cubicBezTo>
                <a:close/>
              </a:path>
            </a:pathLst>
          </a:custGeom>
          <a:solidFill>
            <a:srgbClr val="FDC28B">
              <a:alpha val="95000"/>
            </a:srgbClr>
          </a:solidFill>
          <a:ln w="12700" cap="flat">
            <a:solidFill>
              <a:schemeClr val="accent2">
                <a:lumMod val="50000"/>
                <a:alpha val="95000"/>
              </a:schemeClr>
            </a:solidFill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115" name="Kombinationstegning: figur 3114">
            <a:extLst>
              <a:ext uri="{FF2B5EF4-FFF2-40B4-BE49-F238E27FC236}">
                <a16:creationId xmlns:a16="http://schemas.microsoft.com/office/drawing/2014/main" id="{098D4C25-C9D9-E3BA-9BD1-9F2C03E1899D}"/>
              </a:ext>
            </a:extLst>
          </p:cNvPr>
          <p:cNvSpPr/>
          <p:nvPr/>
        </p:nvSpPr>
        <p:spPr>
          <a:xfrm>
            <a:off x="4710681" y="7333605"/>
            <a:ext cx="265728" cy="265732"/>
          </a:xfrm>
          <a:custGeom>
            <a:avLst/>
            <a:gdLst>
              <a:gd name="connsiteX0" fmla="*/ 132861 w 265728"/>
              <a:gd name="connsiteY0" fmla="*/ 265733 h 265732"/>
              <a:gd name="connsiteX1" fmla="*/ 226810 w 265728"/>
              <a:gd name="connsiteY1" fmla="*/ 226820 h 265732"/>
              <a:gd name="connsiteX2" fmla="*/ 265729 w 265728"/>
              <a:gd name="connsiteY2" fmla="*/ 132869 h 265732"/>
              <a:gd name="connsiteX3" fmla="*/ 226810 w 265728"/>
              <a:gd name="connsiteY3" fmla="*/ 38919 h 265732"/>
              <a:gd name="connsiteX4" fmla="*/ 132861 w 265728"/>
              <a:gd name="connsiteY4" fmla="*/ 0 h 265732"/>
              <a:gd name="connsiteX5" fmla="*/ 38912 w 265728"/>
              <a:gd name="connsiteY5" fmla="*/ 38919 h 265732"/>
              <a:gd name="connsiteX6" fmla="*/ 0 w 265728"/>
              <a:gd name="connsiteY6" fmla="*/ 132869 h 265732"/>
              <a:gd name="connsiteX7" fmla="*/ 38912 w 265728"/>
              <a:gd name="connsiteY7" fmla="*/ 226820 h 265732"/>
              <a:gd name="connsiteX8" fmla="*/ 132861 w 265728"/>
              <a:gd name="connsiteY8" fmla="*/ 265733 h 2657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65728" h="265732">
                <a:moveTo>
                  <a:pt x="132861" y="265733"/>
                </a:moveTo>
                <a:cubicBezTo>
                  <a:pt x="168098" y="265733"/>
                  <a:pt x="201895" y="251736"/>
                  <a:pt x="226810" y="226820"/>
                </a:cubicBezTo>
                <a:cubicBezTo>
                  <a:pt x="251726" y="201904"/>
                  <a:pt x="265729" y="168106"/>
                  <a:pt x="265729" y="132869"/>
                </a:cubicBezTo>
                <a:cubicBezTo>
                  <a:pt x="265729" y="97633"/>
                  <a:pt x="251726" y="63835"/>
                  <a:pt x="226810" y="38919"/>
                </a:cubicBezTo>
                <a:cubicBezTo>
                  <a:pt x="201895" y="14003"/>
                  <a:pt x="168098" y="0"/>
                  <a:pt x="132861" y="0"/>
                </a:cubicBezTo>
                <a:cubicBezTo>
                  <a:pt x="97625" y="0"/>
                  <a:pt x="63828" y="14003"/>
                  <a:pt x="38912" y="38919"/>
                </a:cubicBezTo>
                <a:cubicBezTo>
                  <a:pt x="13997" y="63835"/>
                  <a:pt x="0" y="97633"/>
                  <a:pt x="0" y="132869"/>
                </a:cubicBezTo>
                <a:cubicBezTo>
                  <a:pt x="0" y="168106"/>
                  <a:pt x="13997" y="201904"/>
                  <a:pt x="38912" y="226820"/>
                </a:cubicBezTo>
                <a:cubicBezTo>
                  <a:pt x="63828" y="251736"/>
                  <a:pt x="97625" y="265733"/>
                  <a:pt x="132861" y="265733"/>
                </a:cubicBezTo>
                <a:close/>
              </a:path>
            </a:pathLst>
          </a:custGeom>
          <a:solidFill>
            <a:srgbClr val="FEEBD7">
              <a:alpha val="95000"/>
            </a:srgbClr>
          </a:solidFill>
          <a:ln w="12700" cap="flat">
            <a:solidFill>
              <a:schemeClr val="accent2">
                <a:lumMod val="50000"/>
                <a:alpha val="95000"/>
              </a:schemeClr>
            </a:solidFill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116" name="Kombinationstegning: figur 3115">
            <a:extLst>
              <a:ext uri="{FF2B5EF4-FFF2-40B4-BE49-F238E27FC236}">
                <a16:creationId xmlns:a16="http://schemas.microsoft.com/office/drawing/2014/main" id="{F409027A-33D8-5301-1B84-DE6099AEB29F}"/>
              </a:ext>
            </a:extLst>
          </p:cNvPr>
          <p:cNvSpPr/>
          <p:nvPr/>
        </p:nvSpPr>
        <p:spPr>
          <a:xfrm>
            <a:off x="2129672" y="7669177"/>
            <a:ext cx="347539" cy="347545"/>
          </a:xfrm>
          <a:custGeom>
            <a:avLst/>
            <a:gdLst>
              <a:gd name="connsiteX0" fmla="*/ 173773 w 347539"/>
              <a:gd name="connsiteY0" fmla="*/ 347546 h 347545"/>
              <a:gd name="connsiteX1" fmla="*/ 296643 w 347539"/>
              <a:gd name="connsiteY1" fmla="*/ 296647 h 347545"/>
              <a:gd name="connsiteX2" fmla="*/ 347540 w 347539"/>
              <a:gd name="connsiteY2" fmla="*/ 173770 h 347545"/>
              <a:gd name="connsiteX3" fmla="*/ 296643 w 347539"/>
              <a:gd name="connsiteY3" fmla="*/ 50898 h 347545"/>
              <a:gd name="connsiteX4" fmla="*/ 173773 w 347539"/>
              <a:gd name="connsiteY4" fmla="*/ 0 h 347545"/>
              <a:gd name="connsiteX5" fmla="*/ 50898 w 347539"/>
              <a:gd name="connsiteY5" fmla="*/ 50898 h 347545"/>
              <a:gd name="connsiteX6" fmla="*/ 0 w 347539"/>
              <a:gd name="connsiteY6" fmla="*/ 173770 h 347545"/>
              <a:gd name="connsiteX7" fmla="*/ 50898 w 347539"/>
              <a:gd name="connsiteY7" fmla="*/ 296647 h 347545"/>
              <a:gd name="connsiteX8" fmla="*/ 173773 w 347539"/>
              <a:gd name="connsiteY8" fmla="*/ 347546 h 3475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47539" h="347545">
                <a:moveTo>
                  <a:pt x="173773" y="347546"/>
                </a:moveTo>
                <a:cubicBezTo>
                  <a:pt x="219855" y="347546"/>
                  <a:pt x="264058" y="329232"/>
                  <a:pt x="296643" y="296647"/>
                </a:cubicBezTo>
                <a:cubicBezTo>
                  <a:pt x="329233" y="264056"/>
                  <a:pt x="347540" y="219858"/>
                  <a:pt x="347540" y="173770"/>
                </a:cubicBezTo>
                <a:cubicBezTo>
                  <a:pt x="347540" y="127688"/>
                  <a:pt x="329233" y="83483"/>
                  <a:pt x="296643" y="50898"/>
                </a:cubicBezTo>
                <a:cubicBezTo>
                  <a:pt x="264058" y="18307"/>
                  <a:pt x="219855" y="0"/>
                  <a:pt x="173773" y="0"/>
                </a:cubicBezTo>
                <a:cubicBezTo>
                  <a:pt x="127686" y="0"/>
                  <a:pt x="83482" y="18307"/>
                  <a:pt x="50898" y="50898"/>
                </a:cubicBezTo>
                <a:cubicBezTo>
                  <a:pt x="18313" y="83483"/>
                  <a:pt x="0" y="127688"/>
                  <a:pt x="0" y="173770"/>
                </a:cubicBezTo>
                <a:cubicBezTo>
                  <a:pt x="0" y="219858"/>
                  <a:pt x="18313" y="264056"/>
                  <a:pt x="50898" y="296647"/>
                </a:cubicBezTo>
                <a:cubicBezTo>
                  <a:pt x="83482" y="329232"/>
                  <a:pt x="127686" y="347546"/>
                  <a:pt x="173773" y="347546"/>
                </a:cubicBezTo>
                <a:close/>
              </a:path>
            </a:pathLst>
          </a:custGeom>
          <a:solidFill>
            <a:srgbClr val="FD9344">
              <a:alpha val="95000"/>
            </a:srgbClr>
          </a:solidFill>
          <a:ln w="12700" cap="flat">
            <a:solidFill>
              <a:schemeClr val="accent2">
                <a:lumMod val="50000"/>
                <a:alpha val="95000"/>
              </a:schemeClr>
            </a:solidFill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117" name="Kombinationstegning: figur 3116">
            <a:extLst>
              <a:ext uri="{FF2B5EF4-FFF2-40B4-BE49-F238E27FC236}">
                <a16:creationId xmlns:a16="http://schemas.microsoft.com/office/drawing/2014/main" id="{FE181EEA-86CC-074E-89CD-64B84150B166}"/>
              </a:ext>
            </a:extLst>
          </p:cNvPr>
          <p:cNvSpPr/>
          <p:nvPr/>
        </p:nvSpPr>
        <p:spPr>
          <a:xfrm>
            <a:off x="4342579" y="7124352"/>
            <a:ext cx="265728" cy="265735"/>
          </a:xfrm>
          <a:custGeom>
            <a:avLst/>
            <a:gdLst>
              <a:gd name="connsiteX0" fmla="*/ 132861 w 265728"/>
              <a:gd name="connsiteY0" fmla="*/ 265735 h 265735"/>
              <a:gd name="connsiteX1" fmla="*/ 226810 w 265728"/>
              <a:gd name="connsiteY1" fmla="*/ 226816 h 265735"/>
              <a:gd name="connsiteX2" fmla="*/ 265729 w 265728"/>
              <a:gd name="connsiteY2" fmla="*/ 132866 h 265735"/>
              <a:gd name="connsiteX3" fmla="*/ 226810 w 265728"/>
              <a:gd name="connsiteY3" fmla="*/ 38916 h 265735"/>
              <a:gd name="connsiteX4" fmla="*/ 132861 w 265728"/>
              <a:gd name="connsiteY4" fmla="*/ 0 h 265735"/>
              <a:gd name="connsiteX5" fmla="*/ 38912 w 265728"/>
              <a:gd name="connsiteY5" fmla="*/ 38916 h 265735"/>
              <a:gd name="connsiteX6" fmla="*/ 0 w 265728"/>
              <a:gd name="connsiteY6" fmla="*/ 132866 h 265735"/>
              <a:gd name="connsiteX7" fmla="*/ 38912 w 265728"/>
              <a:gd name="connsiteY7" fmla="*/ 226816 h 265735"/>
              <a:gd name="connsiteX8" fmla="*/ 132861 w 265728"/>
              <a:gd name="connsiteY8" fmla="*/ 265735 h 2657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65728" h="265735">
                <a:moveTo>
                  <a:pt x="132861" y="265735"/>
                </a:moveTo>
                <a:cubicBezTo>
                  <a:pt x="168097" y="265735"/>
                  <a:pt x="201895" y="251732"/>
                  <a:pt x="226810" y="226816"/>
                </a:cubicBezTo>
                <a:cubicBezTo>
                  <a:pt x="251725" y="201901"/>
                  <a:pt x="265729" y="168103"/>
                  <a:pt x="265729" y="132866"/>
                </a:cubicBezTo>
                <a:cubicBezTo>
                  <a:pt x="265729" y="97629"/>
                  <a:pt x="251725" y="63831"/>
                  <a:pt x="226810" y="38916"/>
                </a:cubicBezTo>
                <a:cubicBezTo>
                  <a:pt x="201895" y="14000"/>
                  <a:pt x="168097" y="0"/>
                  <a:pt x="132861" y="0"/>
                </a:cubicBezTo>
                <a:cubicBezTo>
                  <a:pt x="97625" y="0"/>
                  <a:pt x="63827" y="14000"/>
                  <a:pt x="38912" y="38916"/>
                </a:cubicBezTo>
                <a:cubicBezTo>
                  <a:pt x="13997" y="63831"/>
                  <a:pt x="0" y="97629"/>
                  <a:pt x="0" y="132866"/>
                </a:cubicBezTo>
                <a:cubicBezTo>
                  <a:pt x="0" y="168103"/>
                  <a:pt x="13997" y="201901"/>
                  <a:pt x="38912" y="226816"/>
                </a:cubicBezTo>
                <a:cubicBezTo>
                  <a:pt x="63827" y="251732"/>
                  <a:pt x="97625" y="265735"/>
                  <a:pt x="132861" y="265735"/>
                </a:cubicBezTo>
                <a:close/>
              </a:path>
            </a:pathLst>
          </a:custGeom>
          <a:solidFill>
            <a:srgbClr val="FEEBD7">
              <a:alpha val="95000"/>
            </a:srgbClr>
          </a:solidFill>
          <a:ln w="12700" cap="flat">
            <a:solidFill>
              <a:schemeClr val="accent2">
                <a:lumMod val="50000"/>
                <a:alpha val="95000"/>
              </a:schemeClr>
            </a:solidFill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118" name="Kombinationstegning: figur 3117">
            <a:extLst>
              <a:ext uri="{FF2B5EF4-FFF2-40B4-BE49-F238E27FC236}">
                <a16:creationId xmlns:a16="http://schemas.microsoft.com/office/drawing/2014/main" id="{78737B54-0163-38D8-CA76-B05D1ADB2D33}"/>
              </a:ext>
            </a:extLst>
          </p:cNvPr>
          <p:cNvSpPr/>
          <p:nvPr/>
        </p:nvSpPr>
        <p:spPr>
          <a:xfrm>
            <a:off x="2718884" y="7644438"/>
            <a:ext cx="339419" cy="339431"/>
          </a:xfrm>
          <a:custGeom>
            <a:avLst/>
            <a:gdLst>
              <a:gd name="connsiteX0" fmla="*/ 169713 w 339419"/>
              <a:gd name="connsiteY0" fmla="*/ 339431 h 339431"/>
              <a:gd name="connsiteX1" fmla="*/ 289717 w 339419"/>
              <a:gd name="connsiteY1" fmla="*/ 289722 h 339431"/>
              <a:gd name="connsiteX2" fmla="*/ 339420 w 339419"/>
              <a:gd name="connsiteY2" fmla="*/ 169716 h 339431"/>
              <a:gd name="connsiteX3" fmla="*/ 289717 w 339419"/>
              <a:gd name="connsiteY3" fmla="*/ 49709 h 339431"/>
              <a:gd name="connsiteX4" fmla="*/ 169713 w 339419"/>
              <a:gd name="connsiteY4" fmla="*/ 0 h 339431"/>
              <a:gd name="connsiteX5" fmla="*/ 49709 w 339419"/>
              <a:gd name="connsiteY5" fmla="*/ 49709 h 339431"/>
              <a:gd name="connsiteX6" fmla="*/ 0 w 339419"/>
              <a:gd name="connsiteY6" fmla="*/ 169716 h 339431"/>
              <a:gd name="connsiteX7" fmla="*/ 49709 w 339419"/>
              <a:gd name="connsiteY7" fmla="*/ 289722 h 339431"/>
              <a:gd name="connsiteX8" fmla="*/ 169713 w 339419"/>
              <a:gd name="connsiteY8" fmla="*/ 339431 h 3394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39419" h="339431">
                <a:moveTo>
                  <a:pt x="169713" y="339431"/>
                </a:moveTo>
                <a:cubicBezTo>
                  <a:pt x="214722" y="339431"/>
                  <a:pt x="257889" y="321551"/>
                  <a:pt x="289717" y="289722"/>
                </a:cubicBezTo>
                <a:cubicBezTo>
                  <a:pt x="321540" y="257899"/>
                  <a:pt x="339420" y="214725"/>
                  <a:pt x="339420" y="169716"/>
                </a:cubicBezTo>
                <a:cubicBezTo>
                  <a:pt x="339420" y="124707"/>
                  <a:pt x="321540" y="81538"/>
                  <a:pt x="289717" y="49709"/>
                </a:cubicBezTo>
                <a:cubicBezTo>
                  <a:pt x="257889" y="17887"/>
                  <a:pt x="214722" y="0"/>
                  <a:pt x="169713" y="0"/>
                </a:cubicBezTo>
                <a:cubicBezTo>
                  <a:pt x="124704" y="0"/>
                  <a:pt x="81531" y="17887"/>
                  <a:pt x="49709" y="49709"/>
                </a:cubicBezTo>
                <a:cubicBezTo>
                  <a:pt x="17880" y="81538"/>
                  <a:pt x="0" y="124707"/>
                  <a:pt x="0" y="169716"/>
                </a:cubicBezTo>
                <a:cubicBezTo>
                  <a:pt x="0" y="214725"/>
                  <a:pt x="17880" y="257899"/>
                  <a:pt x="49709" y="289722"/>
                </a:cubicBezTo>
                <a:cubicBezTo>
                  <a:pt x="81531" y="321551"/>
                  <a:pt x="124704" y="339431"/>
                  <a:pt x="169713" y="339431"/>
                </a:cubicBezTo>
                <a:close/>
              </a:path>
            </a:pathLst>
          </a:custGeom>
          <a:solidFill>
            <a:srgbClr val="FD9E54">
              <a:alpha val="95000"/>
            </a:srgbClr>
          </a:solidFill>
          <a:ln w="12700" cap="flat">
            <a:solidFill>
              <a:schemeClr val="accent2">
                <a:lumMod val="50000"/>
                <a:alpha val="95000"/>
              </a:schemeClr>
            </a:solidFill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119" name="Kombinationstegning: figur 3118">
            <a:extLst>
              <a:ext uri="{FF2B5EF4-FFF2-40B4-BE49-F238E27FC236}">
                <a16:creationId xmlns:a16="http://schemas.microsoft.com/office/drawing/2014/main" id="{6C6A722A-6CB5-C2C4-9C65-3326F38323C3}"/>
              </a:ext>
            </a:extLst>
          </p:cNvPr>
          <p:cNvSpPr/>
          <p:nvPr/>
        </p:nvSpPr>
        <p:spPr>
          <a:xfrm>
            <a:off x="2404691" y="7052938"/>
            <a:ext cx="285943" cy="285945"/>
          </a:xfrm>
          <a:custGeom>
            <a:avLst/>
            <a:gdLst>
              <a:gd name="connsiteX0" fmla="*/ 142975 w 285943"/>
              <a:gd name="connsiteY0" fmla="*/ 285946 h 285945"/>
              <a:gd name="connsiteX1" fmla="*/ 244069 w 285943"/>
              <a:gd name="connsiteY1" fmla="*/ 244070 h 285945"/>
              <a:gd name="connsiteX2" fmla="*/ 285944 w 285943"/>
              <a:gd name="connsiteY2" fmla="*/ 142969 h 285945"/>
              <a:gd name="connsiteX3" fmla="*/ 244069 w 285943"/>
              <a:gd name="connsiteY3" fmla="*/ 41876 h 285945"/>
              <a:gd name="connsiteX4" fmla="*/ 142975 w 285943"/>
              <a:gd name="connsiteY4" fmla="*/ 0 h 285945"/>
              <a:gd name="connsiteX5" fmla="*/ 41875 w 285943"/>
              <a:gd name="connsiteY5" fmla="*/ 41876 h 285945"/>
              <a:gd name="connsiteX6" fmla="*/ 0 w 285943"/>
              <a:gd name="connsiteY6" fmla="*/ 142969 h 285945"/>
              <a:gd name="connsiteX7" fmla="*/ 41875 w 285943"/>
              <a:gd name="connsiteY7" fmla="*/ 244070 h 285945"/>
              <a:gd name="connsiteX8" fmla="*/ 142975 w 285943"/>
              <a:gd name="connsiteY8" fmla="*/ 285946 h 2859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85943" h="285945">
                <a:moveTo>
                  <a:pt x="142975" y="285946"/>
                </a:moveTo>
                <a:cubicBezTo>
                  <a:pt x="180887" y="285946"/>
                  <a:pt x="217257" y="270882"/>
                  <a:pt x="244069" y="244070"/>
                </a:cubicBezTo>
                <a:cubicBezTo>
                  <a:pt x="270880" y="217259"/>
                  <a:pt x="285944" y="180888"/>
                  <a:pt x="285944" y="142969"/>
                </a:cubicBezTo>
                <a:cubicBezTo>
                  <a:pt x="285944" y="105055"/>
                  <a:pt x="270880" y="68687"/>
                  <a:pt x="244069" y="41876"/>
                </a:cubicBezTo>
                <a:cubicBezTo>
                  <a:pt x="217257" y="15065"/>
                  <a:pt x="180887" y="0"/>
                  <a:pt x="142975" y="0"/>
                </a:cubicBezTo>
                <a:cubicBezTo>
                  <a:pt x="105056" y="0"/>
                  <a:pt x="68686" y="15065"/>
                  <a:pt x="41875" y="41876"/>
                </a:cubicBezTo>
                <a:cubicBezTo>
                  <a:pt x="15064" y="68687"/>
                  <a:pt x="0" y="105055"/>
                  <a:pt x="0" y="142969"/>
                </a:cubicBezTo>
                <a:cubicBezTo>
                  <a:pt x="0" y="180888"/>
                  <a:pt x="15064" y="217259"/>
                  <a:pt x="41875" y="244070"/>
                </a:cubicBezTo>
                <a:cubicBezTo>
                  <a:pt x="68686" y="270882"/>
                  <a:pt x="105056" y="285946"/>
                  <a:pt x="142975" y="285946"/>
                </a:cubicBezTo>
                <a:close/>
              </a:path>
            </a:pathLst>
          </a:custGeom>
          <a:solidFill>
            <a:srgbClr val="FEDEBD">
              <a:alpha val="95000"/>
            </a:srgbClr>
          </a:solidFill>
          <a:ln w="12700" cap="flat">
            <a:solidFill>
              <a:schemeClr val="accent2">
                <a:lumMod val="50000"/>
                <a:alpha val="95000"/>
              </a:schemeClr>
            </a:solidFill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120" name="Kombinationstegning: figur 3119">
            <a:extLst>
              <a:ext uri="{FF2B5EF4-FFF2-40B4-BE49-F238E27FC236}">
                <a16:creationId xmlns:a16="http://schemas.microsoft.com/office/drawing/2014/main" id="{E528F741-5257-BF2E-7BD8-27404E7963F3}"/>
              </a:ext>
            </a:extLst>
          </p:cNvPr>
          <p:cNvSpPr/>
          <p:nvPr/>
        </p:nvSpPr>
        <p:spPr>
          <a:xfrm>
            <a:off x="5097121" y="7637214"/>
            <a:ext cx="243849" cy="243853"/>
          </a:xfrm>
          <a:custGeom>
            <a:avLst/>
            <a:gdLst>
              <a:gd name="connsiteX0" fmla="*/ 121925 w 243849"/>
              <a:gd name="connsiteY0" fmla="*/ 243853 h 243853"/>
              <a:gd name="connsiteX1" fmla="*/ 208138 w 243849"/>
              <a:gd name="connsiteY1" fmla="*/ 208147 h 243853"/>
              <a:gd name="connsiteX2" fmla="*/ 243849 w 243849"/>
              <a:gd name="connsiteY2" fmla="*/ 121927 h 243853"/>
              <a:gd name="connsiteX3" fmla="*/ 208138 w 243849"/>
              <a:gd name="connsiteY3" fmla="*/ 35712 h 243853"/>
              <a:gd name="connsiteX4" fmla="*/ 121925 w 243849"/>
              <a:gd name="connsiteY4" fmla="*/ 0 h 243853"/>
              <a:gd name="connsiteX5" fmla="*/ 35712 w 243849"/>
              <a:gd name="connsiteY5" fmla="*/ 35712 h 243853"/>
              <a:gd name="connsiteX6" fmla="*/ 0 w 243849"/>
              <a:gd name="connsiteY6" fmla="*/ 121927 h 243853"/>
              <a:gd name="connsiteX7" fmla="*/ 35712 w 243849"/>
              <a:gd name="connsiteY7" fmla="*/ 208147 h 243853"/>
              <a:gd name="connsiteX8" fmla="*/ 121925 w 243849"/>
              <a:gd name="connsiteY8" fmla="*/ 243853 h 2438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43849" h="243853">
                <a:moveTo>
                  <a:pt x="121925" y="243853"/>
                </a:moveTo>
                <a:cubicBezTo>
                  <a:pt x="154259" y="243853"/>
                  <a:pt x="185277" y="231008"/>
                  <a:pt x="208138" y="208147"/>
                </a:cubicBezTo>
                <a:cubicBezTo>
                  <a:pt x="231004" y="185280"/>
                  <a:pt x="243849" y="154261"/>
                  <a:pt x="243849" y="121927"/>
                </a:cubicBezTo>
                <a:cubicBezTo>
                  <a:pt x="243849" y="89592"/>
                  <a:pt x="231004" y="58580"/>
                  <a:pt x="208138" y="35712"/>
                </a:cubicBezTo>
                <a:cubicBezTo>
                  <a:pt x="185277" y="12851"/>
                  <a:pt x="154259" y="0"/>
                  <a:pt x="121925" y="0"/>
                </a:cubicBezTo>
                <a:cubicBezTo>
                  <a:pt x="89590" y="0"/>
                  <a:pt x="58579" y="12851"/>
                  <a:pt x="35712" y="35712"/>
                </a:cubicBezTo>
                <a:cubicBezTo>
                  <a:pt x="12845" y="58580"/>
                  <a:pt x="0" y="89592"/>
                  <a:pt x="0" y="121927"/>
                </a:cubicBezTo>
                <a:cubicBezTo>
                  <a:pt x="0" y="154261"/>
                  <a:pt x="12845" y="185280"/>
                  <a:pt x="35712" y="208147"/>
                </a:cubicBezTo>
                <a:cubicBezTo>
                  <a:pt x="58579" y="231008"/>
                  <a:pt x="89590" y="243853"/>
                  <a:pt x="121925" y="243853"/>
                </a:cubicBezTo>
                <a:close/>
              </a:path>
            </a:pathLst>
          </a:custGeom>
          <a:solidFill>
            <a:srgbClr val="FFF5EB">
              <a:alpha val="95000"/>
            </a:srgbClr>
          </a:solidFill>
          <a:ln w="12700" cap="flat">
            <a:solidFill>
              <a:schemeClr val="accent2">
                <a:lumMod val="50000"/>
                <a:alpha val="95000"/>
              </a:schemeClr>
            </a:solidFill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121" name="Kombinationstegning: figur 3120">
            <a:extLst>
              <a:ext uri="{FF2B5EF4-FFF2-40B4-BE49-F238E27FC236}">
                <a16:creationId xmlns:a16="http://schemas.microsoft.com/office/drawing/2014/main" id="{5408E42C-A086-19D5-E7CC-18C34D54ED31}"/>
              </a:ext>
            </a:extLst>
          </p:cNvPr>
          <p:cNvSpPr/>
          <p:nvPr/>
        </p:nvSpPr>
        <p:spPr>
          <a:xfrm>
            <a:off x="4485883" y="8018984"/>
            <a:ext cx="285937" cy="285942"/>
          </a:xfrm>
          <a:custGeom>
            <a:avLst/>
            <a:gdLst>
              <a:gd name="connsiteX0" fmla="*/ 142969 w 285937"/>
              <a:gd name="connsiteY0" fmla="*/ 285942 h 285942"/>
              <a:gd name="connsiteX1" fmla="*/ 244063 w 285937"/>
              <a:gd name="connsiteY1" fmla="*/ 244066 h 285942"/>
              <a:gd name="connsiteX2" fmla="*/ 285938 w 285937"/>
              <a:gd name="connsiteY2" fmla="*/ 142971 h 285942"/>
              <a:gd name="connsiteX3" fmla="*/ 244063 w 285937"/>
              <a:gd name="connsiteY3" fmla="*/ 41876 h 285942"/>
              <a:gd name="connsiteX4" fmla="*/ 142969 w 285937"/>
              <a:gd name="connsiteY4" fmla="*/ 0 h 285942"/>
              <a:gd name="connsiteX5" fmla="*/ 41875 w 285937"/>
              <a:gd name="connsiteY5" fmla="*/ 41876 h 285942"/>
              <a:gd name="connsiteX6" fmla="*/ 0 w 285937"/>
              <a:gd name="connsiteY6" fmla="*/ 142971 h 285942"/>
              <a:gd name="connsiteX7" fmla="*/ 41875 w 285937"/>
              <a:gd name="connsiteY7" fmla="*/ 244066 h 285942"/>
              <a:gd name="connsiteX8" fmla="*/ 142969 w 285937"/>
              <a:gd name="connsiteY8" fmla="*/ 285942 h 2859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85937" h="285942">
                <a:moveTo>
                  <a:pt x="142969" y="285942"/>
                </a:moveTo>
                <a:cubicBezTo>
                  <a:pt x="180887" y="285942"/>
                  <a:pt x="217251" y="270878"/>
                  <a:pt x="244063" y="244066"/>
                </a:cubicBezTo>
                <a:cubicBezTo>
                  <a:pt x="270874" y="217255"/>
                  <a:pt x="285938" y="180884"/>
                  <a:pt x="285938" y="142971"/>
                </a:cubicBezTo>
                <a:cubicBezTo>
                  <a:pt x="285938" y="105052"/>
                  <a:pt x="270874" y="68687"/>
                  <a:pt x="244063" y="41876"/>
                </a:cubicBezTo>
                <a:cubicBezTo>
                  <a:pt x="217251" y="15064"/>
                  <a:pt x="180887" y="0"/>
                  <a:pt x="142969" y="0"/>
                </a:cubicBezTo>
                <a:cubicBezTo>
                  <a:pt x="105050" y="0"/>
                  <a:pt x="68686" y="15064"/>
                  <a:pt x="41875" y="41876"/>
                </a:cubicBezTo>
                <a:cubicBezTo>
                  <a:pt x="15064" y="68687"/>
                  <a:pt x="0" y="105052"/>
                  <a:pt x="0" y="142971"/>
                </a:cubicBezTo>
                <a:cubicBezTo>
                  <a:pt x="0" y="180884"/>
                  <a:pt x="15064" y="217255"/>
                  <a:pt x="41875" y="244066"/>
                </a:cubicBezTo>
                <a:cubicBezTo>
                  <a:pt x="68686" y="270878"/>
                  <a:pt x="105050" y="285942"/>
                  <a:pt x="142969" y="285942"/>
                </a:cubicBezTo>
                <a:close/>
              </a:path>
            </a:pathLst>
          </a:custGeom>
          <a:solidFill>
            <a:srgbClr val="FEDEBD">
              <a:alpha val="95000"/>
            </a:srgbClr>
          </a:solidFill>
          <a:ln w="12700" cap="flat">
            <a:solidFill>
              <a:schemeClr val="accent2">
                <a:lumMod val="50000"/>
                <a:alpha val="95000"/>
              </a:schemeClr>
            </a:solidFill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122" name="Kombinationstegning: figur 3121">
            <a:extLst>
              <a:ext uri="{FF2B5EF4-FFF2-40B4-BE49-F238E27FC236}">
                <a16:creationId xmlns:a16="http://schemas.microsoft.com/office/drawing/2014/main" id="{7653CBD9-0CFE-4A26-553D-72EF6C3AE82F}"/>
              </a:ext>
            </a:extLst>
          </p:cNvPr>
          <p:cNvSpPr/>
          <p:nvPr/>
        </p:nvSpPr>
        <p:spPr>
          <a:xfrm>
            <a:off x="2874003" y="7088703"/>
            <a:ext cx="295527" cy="295531"/>
          </a:xfrm>
          <a:custGeom>
            <a:avLst/>
            <a:gdLst>
              <a:gd name="connsiteX0" fmla="*/ 147767 w 295527"/>
              <a:gd name="connsiteY0" fmla="*/ 295532 h 295531"/>
              <a:gd name="connsiteX1" fmla="*/ 252250 w 295527"/>
              <a:gd name="connsiteY1" fmla="*/ 252254 h 295531"/>
              <a:gd name="connsiteX2" fmla="*/ 295527 w 295527"/>
              <a:gd name="connsiteY2" fmla="*/ 147763 h 295531"/>
              <a:gd name="connsiteX3" fmla="*/ 252250 w 295527"/>
              <a:gd name="connsiteY3" fmla="*/ 43280 h 295531"/>
              <a:gd name="connsiteX4" fmla="*/ 147767 w 295527"/>
              <a:gd name="connsiteY4" fmla="*/ 0 h 295531"/>
              <a:gd name="connsiteX5" fmla="*/ 43283 w 295527"/>
              <a:gd name="connsiteY5" fmla="*/ 43280 h 295531"/>
              <a:gd name="connsiteX6" fmla="*/ 0 w 295527"/>
              <a:gd name="connsiteY6" fmla="*/ 147763 h 295531"/>
              <a:gd name="connsiteX7" fmla="*/ 43283 w 295527"/>
              <a:gd name="connsiteY7" fmla="*/ 252254 h 295531"/>
              <a:gd name="connsiteX8" fmla="*/ 147767 w 295527"/>
              <a:gd name="connsiteY8" fmla="*/ 295532 h 2955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95527" h="295531">
                <a:moveTo>
                  <a:pt x="147767" y="295532"/>
                </a:moveTo>
                <a:cubicBezTo>
                  <a:pt x="186953" y="295532"/>
                  <a:pt x="224536" y="279962"/>
                  <a:pt x="252250" y="252254"/>
                </a:cubicBezTo>
                <a:cubicBezTo>
                  <a:pt x="279957" y="224540"/>
                  <a:pt x="295527" y="186950"/>
                  <a:pt x="295527" y="147763"/>
                </a:cubicBezTo>
                <a:cubicBezTo>
                  <a:pt x="295527" y="108576"/>
                  <a:pt x="279957" y="70989"/>
                  <a:pt x="252250" y="43280"/>
                </a:cubicBezTo>
                <a:cubicBezTo>
                  <a:pt x="224536" y="15569"/>
                  <a:pt x="186953" y="0"/>
                  <a:pt x="147767" y="0"/>
                </a:cubicBezTo>
                <a:cubicBezTo>
                  <a:pt x="108580" y="0"/>
                  <a:pt x="70991" y="15569"/>
                  <a:pt x="43283" y="43280"/>
                </a:cubicBezTo>
                <a:cubicBezTo>
                  <a:pt x="15570" y="70989"/>
                  <a:pt x="0" y="108576"/>
                  <a:pt x="0" y="147763"/>
                </a:cubicBezTo>
                <a:cubicBezTo>
                  <a:pt x="0" y="186950"/>
                  <a:pt x="15570" y="224540"/>
                  <a:pt x="43283" y="252254"/>
                </a:cubicBezTo>
                <a:cubicBezTo>
                  <a:pt x="70991" y="279962"/>
                  <a:pt x="108580" y="295532"/>
                  <a:pt x="147767" y="295532"/>
                </a:cubicBezTo>
                <a:close/>
              </a:path>
            </a:pathLst>
          </a:custGeom>
          <a:solidFill>
            <a:srgbClr val="FDD6AE">
              <a:alpha val="95000"/>
            </a:srgbClr>
          </a:solidFill>
          <a:ln w="12700" cap="flat">
            <a:solidFill>
              <a:schemeClr val="accent2">
                <a:lumMod val="50000"/>
                <a:alpha val="95000"/>
              </a:schemeClr>
            </a:solidFill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123" name="Kombinationstegning: figur 3122">
            <a:extLst>
              <a:ext uri="{FF2B5EF4-FFF2-40B4-BE49-F238E27FC236}">
                <a16:creationId xmlns:a16="http://schemas.microsoft.com/office/drawing/2014/main" id="{81E6E606-C02C-393C-5E5D-894A2B4C7F82}"/>
              </a:ext>
            </a:extLst>
          </p:cNvPr>
          <p:cNvSpPr/>
          <p:nvPr/>
        </p:nvSpPr>
        <p:spPr>
          <a:xfrm>
            <a:off x="1342514" y="7279317"/>
            <a:ext cx="243849" cy="243853"/>
          </a:xfrm>
          <a:custGeom>
            <a:avLst/>
            <a:gdLst>
              <a:gd name="connsiteX0" fmla="*/ 121925 w 243849"/>
              <a:gd name="connsiteY0" fmla="*/ 243853 h 243853"/>
              <a:gd name="connsiteX1" fmla="*/ 208137 w 243849"/>
              <a:gd name="connsiteY1" fmla="*/ 208141 h 243853"/>
              <a:gd name="connsiteX2" fmla="*/ 243849 w 243849"/>
              <a:gd name="connsiteY2" fmla="*/ 121927 h 243853"/>
              <a:gd name="connsiteX3" fmla="*/ 208137 w 243849"/>
              <a:gd name="connsiteY3" fmla="*/ 35712 h 243853"/>
              <a:gd name="connsiteX4" fmla="*/ 121925 w 243849"/>
              <a:gd name="connsiteY4" fmla="*/ 0 h 243853"/>
              <a:gd name="connsiteX5" fmla="*/ 35712 w 243849"/>
              <a:gd name="connsiteY5" fmla="*/ 35712 h 243853"/>
              <a:gd name="connsiteX6" fmla="*/ 0 w 243849"/>
              <a:gd name="connsiteY6" fmla="*/ 121927 h 243853"/>
              <a:gd name="connsiteX7" fmla="*/ 35712 w 243849"/>
              <a:gd name="connsiteY7" fmla="*/ 208141 h 243853"/>
              <a:gd name="connsiteX8" fmla="*/ 121925 w 243849"/>
              <a:gd name="connsiteY8" fmla="*/ 243853 h 2438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43849" h="243853">
                <a:moveTo>
                  <a:pt x="121925" y="243853"/>
                </a:moveTo>
                <a:cubicBezTo>
                  <a:pt x="154259" y="243853"/>
                  <a:pt x="185270" y="231008"/>
                  <a:pt x="208137" y="208141"/>
                </a:cubicBezTo>
                <a:cubicBezTo>
                  <a:pt x="231004" y="185280"/>
                  <a:pt x="243849" y="154261"/>
                  <a:pt x="243849" y="121927"/>
                </a:cubicBezTo>
                <a:cubicBezTo>
                  <a:pt x="243849" y="89592"/>
                  <a:pt x="231004" y="58580"/>
                  <a:pt x="208137" y="35712"/>
                </a:cubicBezTo>
                <a:cubicBezTo>
                  <a:pt x="185270" y="12851"/>
                  <a:pt x="154259" y="0"/>
                  <a:pt x="121925" y="0"/>
                </a:cubicBezTo>
                <a:cubicBezTo>
                  <a:pt x="89590" y="0"/>
                  <a:pt x="58572" y="12851"/>
                  <a:pt x="35712" y="35712"/>
                </a:cubicBezTo>
                <a:cubicBezTo>
                  <a:pt x="12845" y="58580"/>
                  <a:pt x="0" y="89592"/>
                  <a:pt x="0" y="121927"/>
                </a:cubicBezTo>
                <a:cubicBezTo>
                  <a:pt x="0" y="154261"/>
                  <a:pt x="12845" y="185280"/>
                  <a:pt x="35712" y="208141"/>
                </a:cubicBezTo>
                <a:cubicBezTo>
                  <a:pt x="58572" y="231008"/>
                  <a:pt x="89590" y="243853"/>
                  <a:pt x="121925" y="243853"/>
                </a:cubicBezTo>
                <a:close/>
              </a:path>
            </a:pathLst>
          </a:custGeom>
          <a:solidFill>
            <a:srgbClr val="FFF5EB">
              <a:alpha val="95000"/>
            </a:srgbClr>
          </a:solidFill>
          <a:ln w="12700" cap="flat">
            <a:solidFill>
              <a:schemeClr val="accent2">
                <a:lumMod val="50000"/>
                <a:alpha val="95000"/>
              </a:schemeClr>
            </a:solidFill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124" name="Kombinationstegning: figur 3123">
            <a:extLst>
              <a:ext uri="{FF2B5EF4-FFF2-40B4-BE49-F238E27FC236}">
                <a16:creationId xmlns:a16="http://schemas.microsoft.com/office/drawing/2014/main" id="{C9E2385D-1DB3-0B1C-493E-D5E5CDAC9FD2}"/>
              </a:ext>
            </a:extLst>
          </p:cNvPr>
          <p:cNvSpPr/>
          <p:nvPr/>
        </p:nvSpPr>
        <p:spPr>
          <a:xfrm>
            <a:off x="2625873" y="7786454"/>
            <a:ext cx="399754" cy="399760"/>
          </a:xfrm>
          <a:custGeom>
            <a:avLst/>
            <a:gdLst>
              <a:gd name="connsiteX0" fmla="*/ 199877 w 399754"/>
              <a:gd name="connsiteY0" fmla="*/ 399761 h 399760"/>
              <a:gd name="connsiteX1" fmla="*/ 341212 w 399754"/>
              <a:gd name="connsiteY1" fmla="*/ 341218 h 399760"/>
              <a:gd name="connsiteX2" fmla="*/ 399754 w 399754"/>
              <a:gd name="connsiteY2" fmla="*/ 199880 h 399760"/>
              <a:gd name="connsiteX3" fmla="*/ 341212 w 399754"/>
              <a:gd name="connsiteY3" fmla="*/ 58543 h 399760"/>
              <a:gd name="connsiteX4" fmla="*/ 199877 w 399754"/>
              <a:gd name="connsiteY4" fmla="*/ 0 h 399760"/>
              <a:gd name="connsiteX5" fmla="*/ 58542 w 399754"/>
              <a:gd name="connsiteY5" fmla="*/ 58543 h 399760"/>
              <a:gd name="connsiteX6" fmla="*/ 0 w 399754"/>
              <a:gd name="connsiteY6" fmla="*/ 199880 h 399760"/>
              <a:gd name="connsiteX7" fmla="*/ 58542 w 399754"/>
              <a:gd name="connsiteY7" fmla="*/ 341218 h 399760"/>
              <a:gd name="connsiteX8" fmla="*/ 199877 w 399754"/>
              <a:gd name="connsiteY8" fmla="*/ 399761 h 399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9754" h="399760">
                <a:moveTo>
                  <a:pt x="199877" y="399761"/>
                </a:moveTo>
                <a:cubicBezTo>
                  <a:pt x="252884" y="399761"/>
                  <a:pt x="303732" y="378704"/>
                  <a:pt x="341212" y="341218"/>
                </a:cubicBezTo>
                <a:cubicBezTo>
                  <a:pt x="378698" y="303737"/>
                  <a:pt x="399754" y="252888"/>
                  <a:pt x="399754" y="199880"/>
                </a:cubicBezTo>
                <a:cubicBezTo>
                  <a:pt x="399754" y="146873"/>
                  <a:pt x="378698" y="96029"/>
                  <a:pt x="341212" y="58543"/>
                </a:cubicBezTo>
                <a:cubicBezTo>
                  <a:pt x="303732" y="21063"/>
                  <a:pt x="252884" y="0"/>
                  <a:pt x="199877" y="0"/>
                </a:cubicBezTo>
                <a:cubicBezTo>
                  <a:pt x="146870" y="0"/>
                  <a:pt x="96028" y="21063"/>
                  <a:pt x="58542" y="58543"/>
                </a:cubicBezTo>
                <a:cubicBezTo>
                  <a:pt x="21062" y="96029"/>
                  <a:pt x="0" y="146873"/>
                  <a:pt x="0" y="199880"/>
                </a:cubicBezTo>
                <a:cubicBezTo>
                  <a:pt x="0" y="252888"/>
                  <a:pt x="21062" y="303737"/>
                  <a:pt x="58542" y="341218"/>
                </a:cubicBezTo>
                <a:cubicBezTo>
                  <a:pt x="96028" y="378704"/>
                  <a:pt x="146870" y="399761"/>
                  <a:pt x="199877" y="399761"/>
                </a:cubicBezTo>
                <a:close/>
              </a:path>
            </a:pathLst>
          </a:custGeom>
          <a:solidFill>
            <a:srgbClr val="CB4302">
              <a:alpha val="95000"/>
            </a:srgbClr>
          </a:solidFill>
          <a:ln w="12700" cap="flat">
            <a:solidFill>
              <a:schemeClr val="accent2">
                <a:lumMod val="50000"/>
                <a:alpha val="95000"/>
              </a:schemeClr>
            </a:solidFill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125" name="Kombinationstegning: figur 3124">
            <a:extLst>
              <a:ext uri="{FF2B5EF4-FFF2-40B4-BE49-F238E27FC236}">
                <a16:creationId xmlns:a16="http://schemas.microsoft.com/office/drawing/2014/main" id="{636A0968-2ABA-5C3E-C1BC-24F50D078836}"/>
              </a:ext>
            </a:extLst>
          </p:cNvPr>
          <p:cNvSpPr/>
          <p:nvPr/>
        </p:nvSpPr>
        <p:spPr>
          <a:xfrm>
            <a:off x="3561926" y="6976719"/>
            <a:ext cx="265728" cy="265733"/>
          </a:xfrm>
          <a:custGeom>
            <a:avLst/>
            <a:gdLst>
              <a:gd name="connsiteX0" fmla="*/ 132861 w 265728"/>
              <a:gd name="connsiteY0" fmla="*/ 265733 h 265733"/>
              <a:gd name="connsiteX1" fmla="*/ 226810 w 265728"/>
              <a:gd name="connsiteY1" fmla="*/ 226814 h 265733"/>
              <a:gd name="connsiteX2" fmla="*/ 265729 w 265728"/>
              <a:gd name="connsiteY2" fmla="*/ 132866 h 265733"/>
              <a:gd name="connsiteX3" fmla="*/ 226810 w 265728"/>
              <a:gd name="connsiteY3" fmla="*/ 38916 h 265733"/>
              <a:gd name="connsiteX4" fmla="*/ 132861 w 265728"/>
              <a:gd name="connsiteY4" fmla="*/ 0 h 265733"/>
              <a:gd name="connsiteX5" fmla="*/ 38912 w 265728"/>
              <a:gd name="connsiteY5" fmla="*/ 38916 h 265733"/>
              <a:gd name="connsiteX6" fmla="*/ 0 w 265728"/>
              <a:gd name="connsiteY6" fmla="*/ 132866 h 265733"/>
              <a:gd name="connsiteX7" fmla="*/ 38912 w 265728"/>
              <a:gd name="connsiteY7" fmla="*/ 226814 h 265733"/>
              <a:gd name="connsiteX8" fmla="*/ 132861 w 265728"/>
              <a:gd name="connsiteY8" fmla="*/ 265733 h 2657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65728" h="265733">
                <a:moveTo>
                  <a:pt x="132861" y="265733"/>
                </a:moveTo>
                <a:cubicBezTo>
                  <a:pt x="168097" y="265733"/>
                  <a:pt x="201895" y="251736"/>
                  <a:pt x="226810" y="226814"/>
                </a:cubicBezTo>
                <a:cubicBezTo>
                  <a:pt x="251731" y="201899"/>
                  <a:pt x="265729" y="168103"/>
                  <a:pt x="265729" y="132866"/>
                </a:cubicBezTo>
                <a:cubicBezTo>
                  <a:pt x="265729" y="97630"/>
                  <a:pt x="251731" y="63832"/>
                  <a:pt x="226810" y="38916"/>
                </a:cubicBezTo>
                <a:cubicBezTo>
                  <a:pt x="201895" y="14000"/>
                  <a:pt x="168097" y="0"/>
                  <a:pt x="132861" y="0"/>
                </a:cubicBezTo>
                <a:cubicBezTo>
                  <a:pt x="97625" y="0"/>
                  <a:pt x="63827" y="14000"/>
                  <a:pt x="38912" y="38916"/>
                </a:cubicBezTo>
                <a:cubicBezTo>
                  <a:pt x="13997" y="63832"/>
                  <a:pt x="0" y="97630"/>
                  <a:pt x="0" y="132866"/>
                </a:cubicBezTo>
                <a:cubicBezTo>
                  <a:pt x="0" y="168103"/>
                  <a:pt x="13997" y="201899"/>
                  <a:pt x="38912" y="226814"/>
                </a:cubicBezTo>
                <a:cubicBezTo>
                  <a:pt x="63827" y="251736"/>
                  <a:pt x="97625" y="265733"/>
                  <a:pt x="132861" y="265733"/>
                </a:cubicBezTo>
                <a:close/>
              </a:path>
            </a:pathLst>
          </a:custGeom>
          <a:solidFill>
            <a:srgbClr val="FEEBD7">
              <a:alpha val="95000"/>
            </a:srgbClr>
          </a:solidFill>
          <a:ln w="12700" cap="flat">
            <a:solidFill>
              <a:schemeClr val="accent2">
                <a:lumMod val="50000"/>
                <a:alpha val="95000"/>
              </a:schemeClr>
            </a:solidFill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126" name="Kombinationstegning: figur 3125">
            <a:extLst>
              <a:ext uri="{FF2B5EF4-FFF2-40B4-BE49-F238E27FC236}">
                <a16:creationId xmlns:a16="http://schemas.microsoft.com/office/drawing/2014/main" id="{1D62F91A-3B17-A3F6-E32B-3F398F93460D}"/>
              </a:ext>
            </a:extLst>
          </p:cNvPr>
          <p:cNvSpPr/>
          <p:nvPr/>
        </p:nvSpPr>
        <p:spPr>
          <a:xfrm>
            <a:off x="3040424" y="7770217"/>
            <a:ext cx="392719" cy="392725"/>
          </a:xfrm>
          <a:custGeom>
            <a:avLst/>
            <a:gdLst>
              <a:gd name="connsiteX0" fmla="*/ 196360 w 392719"/>
              <a:gd name="connsiteY0" fmla="*/ 392725 h 392725"/>
              <a:gd name="connsiteX1" fmla="*/ 335207 w 392719"/>
              <a:gd name="connsiteY1" fmla="*/ 335213 h 392725"/>
              <a:gd name="connsiteX2" fmla="*/ 392719 w 392719"/>
              <a:gd name="connsiteY2" fmla="*/ 196363 h 392725"/>
              <a:gd name="connsiteX3" fmla="*/ 335207 w 392719"/>
              <a:gd name="connsiteY3" fmla="*/ 57513 h 392725"/>
              <a:gd name="connsiteX4" fmla="*/ 196360 w 392719"/>
              <a:gd name="connsiteY4" fmla="*/ 0 h 392725"/>
              <a:gd name="connsiteX5" fmla="*/ 57512 w 392719"/>
              <a:gd name="connsiteY5" fmla="*/ 57513 h 392725"/>
              <a:gd name="connsiteX6" fmla="*/ 0 w 392719"/>
              <a:gd name="connsiteY6" fmla="*/ 196363 h 392725"/>
              <a:gd name="connsiteX7" fmla="*/ 57512 w 392719"/>
              <a:gd name="connsiteY7" fmla="*/ 335213 h 392725"/>
              <a:gd name="connsiteX8" fmla="*/ 196360 w 392719"/>
              <a:gd name="connsiteY8" fmla="*/ 392725 h 392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2719" h="392725">
                <a:moveTo>
                  <a:pt x="196360" y="392725"/>
                </a:moveTo>
                <a:cubicBezTo>
                  <a:pt x="248433" y="392725"/>
                  <a:pt x="298386" y="372041"/>
                  <a:pt x="335207" y="335213"/>
                </a:cubicBezTo>
                <a:cubicBezTo>
                  <a:pt x="372028" y="298391"/>
                  <a:pt x="392719" y="248444"/>
                  <a:pt x="392719" y="196363"/>
                </a:cubicBezTo>
                <a:cubicBezTo>
                  <a:pt x="392719" y="144288"/>
                  <a:pt x="372028" y="94335"/>
                  <a:pt x="335207" y="57513"/>
                </a:cubicBezTo>
                <a:cubicBezTo>
                  <a:pt x="298386" y="20691"/>
                  <a:pt x="248433" y="0"/>
                  <a:pt x="196360" y="0"/>
                </a:cubicBezTo>
                <a:cubicBezTo>
                  <a:pt x="144286" y="0"/>
                  <a:pt x="94333" y="20691"/>
                  <a:pt x="57512" y="57513"/>
                </a:cubicBezTo>
                <a:cubicBezTo>
                  <a:pt x="20691" y="94335"/>
                  <a:pt x="0" y="144288"/>
                  <a:pt x="0" y="196363"/>
                </a:cubicBezTo>
                <a:cubicBezTo>
                  <a:pt x="0" y="248444"/>
                  <a:pt x="20691" y="298391"/>
                  <a:pt x="57512" y="335213"/>
                </a:cubicBezTo>
                <a:cubicBezTo>
                  <a:pt x="94333" y="372041"/>
                  <a:pt x="144286" y="392725"/>
                  <a:pt x="196360" y="392725"/>
                </a:cubicBezTo>
                <a:close/>
              </a:path>
            </a:pathLst>
          </a:custGeom>
          <a:solidFill>
            <a:srgbClr val="DB4A02">
              <a:alpha val="95000"/>
            </a:srgbClr>
          </a:solidFill>
          <a:ln w="12700" cap="flat">
            <a:solidFill>
              <a:schemeClr val="accent2">
                <a:lumMod val="50000"/>
                <a:alpha val="95000"/>
              </a:schemeClr>
            </a:solidFill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127" name="Kombinationstegning: figur 3126">
            <a:extLst>
              <a:ext uri="{FF2B5EF4-FFF2-40B4-BE49-F238E27FC236}">
                <a16:creationId xmlns:a16="http://schemas.microsoft.com/office/drawing/2014/main" id="{AD00E43E-A113-DB9B-A4A4-2C5DCF68C39C}"/>
              </a:ext>
            </a:extLst>
          </p:cNvPr>
          <p:cNvSpPr/>
          <p:nvPr/>
        </p:nvSpPr>
        <p:spPr>
          <a:xfrm>
            <a:off x="3584726" y="7735285"/>
            <a:ext cx="370821" cy="370827"/>
          </a:xfrm>
          <a:custGeom>
            <a:avLst/>
            <a:gdLst>
              <a:gd name="connsiteX0" fmla="*/ 185411 w 370821"/>
              <a:gd name="connsiteY0" fmla="*/ 370827 h 370827"/>
              <a:gd name="connsiteX1" fmla="*/ 316516 w 370821"/>
              <a:gd name="connsiteY1" fmla="*/ 316521 h 370827"/>
              <a:gd name="connsiteX2" fmla="*/ 370821 w 370821"/>
              <a:gd name="connsiteY2" fmla="*/ 185414 h 370827"/>
              <a:gd name="connsiteX3" fmla="*/ 316516 w 370821"/>
              <a:gd name="connsiteY3" fmla="*/ 54306 h 370827"/>
              <a:gd name="connsiteX4" fmla="*/ 185411 w 370821"/>
              <a:gd name="connsiteY4" fmla="*/ 0 h 370827"/>
              <a:gd name="connsiteX5" fmla="*/ 54305 w 370821"/>
              <a:gd name="connsiteY5" fmla="*/ 54306 h 370827"/>
              <a:gd name="connsiteX6" fmla="*/ 0 w 370821"/>
              <a:gd name="connsiteY6" fmla="*/ 185414 h 370827"/>
              <a:gd name="connsiteX7" fmla="*/ 54305 w 370821"/>
              <a:gd name="connsiteY7" fmla="*/ 316521 h 370827"/>
              <a:gd name="connsiteX8" fmla="*/ 185411 w 370821"/>
              <a:gd name="connsiteY8" fmla="*/ 370827 h 3708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70821" h="370827">
                <a:moveTo>
                  <a:pt x="185411" y="370827"/>
                </a:moveTo>
                <a:cubicBezTo>
                  <a:pt x="234583" y="370827"/>
                  <a:pt x="281743" y="351289"/>
                  <a:pt x="316516" y="316521"/>
                </a:cubicBezTo>
                <a:cubicBezTo>
                  <a:pt x="351283" y="281748"/>
                  <a:pt x="370821" y="234587"/>
                  <a:pt x="370821" y="185414"/>
                </a:cubicBezTo>
                <a:cubicBezTo>
                  <a:pt x="370821" y="136241"/>
                  <a:pt x="351283" y="89080"/>
                  <a:pt x="316516" y="54306"/>
                </a:cubicBezTo>
                <a:cubicBezTo>
                  <a:pt x="281743" y="19539"/>
                  <a:pt x="234583" y="0"/>
                  <a:pt x="185411" y="0"/>
                </a:cubicBezTo>
                <a:cubicBezTo>
                  <a:pt x="136238" y="0"/>
                  <a:pt x="89078" y="19539"/>
                  <a:pt x="54305" y="54306"/>
                </a:cubicBezTo>
                <a:cubicBezTo>
                  <a:pt x="19538" y="89080"/>
                  <a:pt x="0" y="136241"/>
                  <a:pt x="0" y="185414"/>
                </a:cubicBezTo>
                <a:cubicBezTo>
                  <a:pt x="0" y="234587"/>
                  <a:pt x="19538" y="281748"/>
                  <a:pt x="54305" y="316521"/>
                </a:cubicBezTo>
                <a:cubicBezTo>
                  <a:pt x="89078" y="351289"/>
                  <a:pt x="136238" y="370827"/>
                  <a:pt x="185411" y="370827"/>
                </a:cubicBezTo>
                <a:close/>
              </a:path>
            </a:pathLst>
          </a:custGeom>
          <a:solidFill>
            <a:srgbClr val="F36E19">
              <a:alpha val="95000"/>
            </a:srgbClr>
          </a:solidFill>
          <a:ln w="12700" cap="flat">
            <a:solidFill>
              <a:schemeClr val="accent2">
                <a:lumMod val="50000"/>
                <a:alpha val="95000"/>
              </a:schemeClr>
            </a:solidFill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128" name="Kombinationstegning: figur 3127">
            <a:extLst>
              <a:ext uri="{FF2B5EF4-FFF2-40B4-BE49-F238E27FC236}">
                <a16:creationId xmlns:a16="http://schemas.microsoft.com/office/drawing/2014/main" id="{AF235FDB-3B21-C5BF-502A-B62A69948C57}"/>
              </a:ext>
            </a:extLst>
          </p:cNvPr>
          <p:cNvSpPr/>
          <p:nvPr/>
        </p:nvSpPr>
        <p:spPr>
          <a:xfrm>
            <a:off x="3448256" y="7453343"/>
            <a:ext cx="339425" cy="339431"/>
          </a:xfrm>
          <a:custGeom>
            <a:avLst/>
            <a:gdLst>
              <a:gd name="connsiteX0" fmla="*/ 169713 w 339425"/>
              <a:gd name="connsiteY0" fmla="*/ 339431 h 339431"/>
              <a:gd name="connsiteX1" fmla="*/ 289717 w 339425"/>
              <a:gd name="connsiteY1" fmla="*/ 289722 h 339431"/>
              <a:gd name="connsiteX2" fmla="*/ 339426 w 339425"/>
              <a:gd name="connsiteY2" fmla="*/ 169716 h 339431"/>
              <a:gd name="connsiteX3" fmla="*/ 289717 w 339425"/>
              <a:gd name="connsiteY3" fmla="*/ 49709 h 339431"/>
              <a:gd name="connsiteX4" fmla="*/ 169713 w 339425"/>
              <a:gd name="connsiteY4" fmla="*/ 0 h 339431"/>
              <a:gd name="connsiteX5" fmla="*/ 49709 w 339425"/>
              <a:gd name="connsiteY5" fmla="*/ 49709 h 339431"/>
              <a:gd name="connsiteX6" fmla="*/ 0 w 339425"/>
              <a:gd name="connsiteY6" fmla="*/ 169716 h 339431"/>
              <a:gd name="connsiteX7" fmla="*/ 49709 w 339425"/>
              <a:gd name="connsiteY7" fmla="*/ 289722 h 339431"/>
              <a:gd name="connsiteX8" fmla="*/ 169713 w 339425"/>
              <a:gd name="connsiteY8" fmla="*/ 339431 h 3394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39425" h="339431">
                <a:moveTo>
                  <a:pt x="169713" y="339431"/>
                </a:moveTo>
                <a:cubicBezTo>
                  <a:pt x="214721" y="339431"/>
                  <a:pt x="257889" y="321545"/>
                  <a:pt x="289717" y="289722"/>
                </a:cubicBezTo>
                <a:cubicBezTo>
                  <a:pt x="321539" y="257893"/>
                  <a:pt x="339426" y="214725"/>
                  <a:pt x="339426" y="169716"/>
                </a:cubicBezTo>
                <a:cubicBezTo>
                  <a:pt x="339426" y="124706"/>
                  <a:pt x="321539" y="81532"/>
                  <a:pt x="289717" y="49709"/>
                </a:cubicBezTo>
                <a:cubicBezTo>
                  <a:pt x="257889" y="17881"/>
                  <a:pt x="214721" y="0"/>
                  <a:pt x="169713" y="0"/>
                </a:cubicBezTo>
                <a:cubicBezTo>
                  <a:pt x="124704" y="0"/>
                  <a:pt x="81531" y="17881"/>
                  <a:pt x="49709" y="49709"/>
                </a:cubicBezTo>
                <a:cubicBezTo>
                  <a:pt x="17880" y="81532"/>
                  <a:pt x="0" y="124706"/>
                  <a:pt x="0" y="169716"/>
                </a:cubicBezTo>
                <a:cubicBezTo>
                  <a:pt x="0" y="214725"/>
                  <a:pt x="17880" y="257893"/>
                  <a:pt x="49709" y="289722"/>
                </a:cubicBezTo>
                <a:cubicBezTo>
                  <a:pt x="81531" y="321545"/>
                  <a:pt x="124704" y="339431"/>
                  <a:pt x="169713" y="339431"/>
                </a:cubicBezTo>
                <a:close/>
              </a:path>
            </a:pathLst>
          </a:custGeom>
          <a:solidFill>
            <a:srgbClr val="FD9E54">
              <a:alpha val="95000"/>
            </a:srgbClr>
          </a:solidFill>
          <a:ln w="12700" cap="flat">
            <a:solidFill>
              <a:schemeClr val="accent2">
                <a:lumMod val="50000"/>
                <a:alpha val="95000"/>
              </a:schemeClr>
            </a:solidFill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129" name="Kombinationstegning: figur 3128">
            <a:extLst>
              <a:ext uri="{FF2B5EF4-FFF2-40B4-BE49-F238E27FC236}">
                <a16:creationId xmlns:a16="http://schemas.microsoft.com/office/drawing/2014/main" id="{EDD7ACD4-A373-8EB6-5F68-9A55C791253C}"/>
              </a:ext>
            </a:extLst>
          </p:cNvPr>
          <p:cNvSpPr/>
          <p:nvPr/>
        </p:nvSpPr>
        <p:spPr>
          <a:xfrm>
            <a:off x="2023616" y="7180075"/>
            <a:ext cx="285937" cy="285942"/>
          </a:xfrm>
          <a:custGeom>
            <a:avLst/>
            <a:gdLst>
              <a:gd name="connsiteX0" fmla="*/ 142969 w 285937"/>
              <a:gd name="connsiteY0" fmla="*/ 285942 h 285942"/>
              <a:gd name="connsiteX1" fmla="*/ 244062 w 285937"/>
              <a:gd name="connsiteY1" fmla="*/ 244067 h 285942"/>
              <a:gd name="connsiteX2" fmla="*/ 285938 w 285937"/>
              <a:gd name="connsiteY2" fmla="*/ 142971 h 285942"/>
              <a:gd name="connsiteX3" fmla="*/ 244062 w 285937"/>
              <a:gd name="connsiteY3" fmla="*/ 41876 h 285942"/>
              <a:gd name="connsiteX4" fmla="*/ 142969 w 285937"/>
              <a:gd name="connsiteY4" fmla="*/ 0 h 285942"/>
              <a:gd name="connsiteX5" fmla="*/ 41875 w 285937"/>
              <a:gd name="connsiteY5" fmla="*/ 41876 h 285942"/>
              <a:gd name="connsiteX6" fmla="*/ 0 w 285937"/>
              <a:gd name="connsiteY6" fmla="*/ 142971 h 285942"/>
              <a:gd name="connsiteX7" fmla="*/ 41875 w 285937"/>
              <a:gd name="connsiteY7" fmla="*/ 244067 h 285942"/>
              <a:gd name="connsiteX8" fmla="*/ 142969 w 285937"/>
              <a:gd name="connsiteY8" fmla="*/ 285942 h 2859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85937" h="285942">
                <a:moveTo>
                  <a:pt x="142969" y="285942"/>
                </a:moveTo>
                <a:cubicBezTo>
                  <a:pt x="180887" y="285942"/>
                  <a:pt x="217251" y="270878"/>
                  <a:pt x="244062" y="244067"/>
                </a:cubicBezTo>
                <a:cubicBezTo>
                  <a:pt x="270874" y="217255"/>
                  <a:pt x="285938" y="180884"/>
                  <a:pt x="285938" y="142971"/>
                </a:cubicBezTo>
                <a:cubicBezTo>
                  <a:pt x="285938" y="105052"/>
                  <a:pt x="270874" y="68687"/>
                  <a:pt x="244062" y="41876"/>
                </a:cubicBezTo>
                <a:cubicBezTo>
                  <a:pt x="217251" y="15064"/>
                  <a:pt x="180887" y="0"/>
                  <a:pt x="142969" y="0"/>
                </a:cubicBezTo>
                <a:cubicBezTo>
                  <a:pt x="105056" y="0"/>
                  <a:pt x="68686" y="15064"/>
                  <a:pt x="41875" y="41876"/>
                </a:cubicBezTo>
                <a:cubicBezTo>
                  <a:pt x="15064" y="68687"/>
                  <a:pt x="0" y="105052"/>
                  <a:pt x="0" y="142971"/>
                </a:cubicBezTo>
                <a:cubicBezTo>
                  <a:pt x="0" y="180884"/>
                  <a:pt x="15064" y="217255"/>
                  <a:pt x="41875" y="244067"/>
                </a:cubicBezTo>
                <a:cubicBezTo>
                  <a:pt x="68686" y="270878"/>
                  <a:pt x="105056" y="285942"/>
                  <a:pt x="142969" y="285942"/>
                </a:cubicBezTo>
                <a:close/>
              </a:path>
            </a:pathLst>
          </a:custGeom>
          <a:solidFill>
            <a:srgbClr val="FEDEBD">
              <a:alpha val="95000"/>
            </a:srgbClr>
          </a:solidFill>
          <a:ln w="12700" cap="flat">
            <a:solidFill>
              <a:schemeClr val="accent2">
                <a:lumMod val="50000"/>
                <a:alpha val="95000"/>
              </a:schemeClr>
            </a:solidFill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130" name="Kombinationstegning: figur 3129">
            <a:extLst>
              <a:ext uri="{FF2B5EF4-FFF2-40B4-BE49-F238E27FC236}">
                <a16:creationId xmlns:a16="http://schemas.microsoft.com/office/drawing/2014/main" id="{1A004961-312D-E200-2BA7-AB3C479DD77C}"/>
              </a:ext>
            </a:extLst>
          </p:cNvPr>
          <p:cNvSpPr/>
          <p:nvPr/>
        </p:nvSpPr>
        <p:spPr>
          <a:xfrm>
            <a:off x="1877556" y="8553394"/>
            <a:ext cx="347533" cy="347539"/>
          </a:xfrm>
          <a:custGeom>
            <a:avLst/>
            <a:gdLst>
              <a:gd name="connsiteX0" fmla="*/ 173767 w 347533"/>
              <a:gd name="connsiteY0" fmla="*/ 347539 h 347539"/>
              <a:gd name="connsiteX1" fmla="*/ 296643 w 347533"/>
              <a:gd name="connsiteY1" fmla="*/ 296647 h 347539"/>
              <a:gd name="connsiteX2" fmla="*/ 347534 w 347533"/>
              <a:gd name="connsiteY2" fmla="*/ 173770 h 347539"/>
              <a:gd name="connsiteX3" fmla="*/ 296643 w 347533"/>
              <a:gd name="connsiteY3" fmla="*/ 50892 h 347539"/>
              <a:gd name="connsiteX4" fmla="*/ 173767 w 347533"/>
              <a:gd name="connsiteY4" fmla="*/ 0 h 347539"/>
              <a:gd name="connsiteX5" fmla="*/ 50891 w 347533"/>
              <a:gd name="connsiteY5" fmla="*/ 50892 h 347539"/>
              <a:gd name="connsiteX6" fmla="*/ 0 w 347533"/>
              <a:gd name="connsiteY6" fmla="*/ 173770 h 347539"/>
              <a:gd name="connsiteX7" fmla="*/ 50891 w 347533"/>
              <a:gd name="connsiteY7" fmla="*/ 296647 h 347539"/>
              <a:gd name="connsiteX8" fmla="*/ 173767 w 347533"/>
              <a:gd name="connsiteY8" fmla="*/ 347539 h 3475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47533" h="347539">
                <a:moveTo>
                  <a:pt x="173767" y="347539"/>
                </a:moveTo>
                <a:cubicBezTo>
                  <a:pt x="219848" y="347539"/>
                  <a:pt x="264052" y="329232"/>
                  <a:pt x="296643" y="296647"/>
                </a:cubicBezTo>
                <a:cubicBezTo>
                  <a:pt x="329227" y="264056"/>
                  <a:pt x="347534" y="219852"/>
                  <a:pt x="347534" y="173770"/>
                </a:cubicBezTo>
                <a:cubicBezTo>
                  <a:pt x="347534" y="127681"/>
                  <a:pt x="329227" y="83483"/>
                  <a:pt x="296643" y="50892"/>
                </a:cubicBezTo>
                <a:cubicBezTo>
                  <a:pt x="264052" y="18307"/>
                  <a:pt x="219848" y="0"/>
                  <a:pt x="173767" y="0"/>
                </a:cubicBezTo>
                <a:cubicBezTo>
                  <a:pt x="127679" y="0"/>
                  <a:pt x="83482" y="18307"/>
                  <a:pt x="50891" y="50892"/>
                </a:cubicBezTo>
                <a:cubicBezTo>
                  <a:pt x="18307" y="83483"/>
                  <a:pt x="0" y="127681"/>
                  <a:pt x="0" y="173770"/>
                </a:cubicBezTo>
                <a:cubicBezTo>
                  <a:pt x="0" y="219852"/>
                  <a:pt x="18307" y="264056"/>
                  <a:pt x="50891" y="296647"/>
                </a:cubicBezTo>
                <a:cubicBezTo>
                  <a:pt x="83482" y="329232"/>
                  <a:pt x="127679" y="347539"/>
                  <a:pt x="173767" y="347539"/>
                </a:cubicBezTo>
                <a:close/>
              </a:path>
            </a:pathLst>
          </a:custGeom>
          <a:solidFill>
            <a:srgbClr val="FD9344">
              <a:alpha val="95000"/>
            </a:srgbClr>
          </a:solidFill>
          <a:ln w="12700" cap="flat">
            <a:solidFill>
              <a:schemeClr val="accent2">
                <a:lumMod val="50000"/>
                <a:alpha val="95000"/>
              </a:schemeClr>
            </a:solidFill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131" name="Kombinationstegning: figur 3130">
            <a:extLst>
              <a:ext uri="{FF2B5EF4-FFF2-40B4-BE49-F238E27FC236}">
                <a16:creationId xmlns:a16="http://schemas.microsoft.com/office/drawing/2014/main" id="{B648FDFC-C06F-8F13-AC0D-4E8C2BD950FA}"/>
              </a:ext>
            </a:extLst>
          </p:cNvPr>
          <p:cNvSpPr/>
          <p:nvPr/>
        </p:nvSpPr>
        <p:spPr>
          <a:xfrm>
            <a:off x="1683604" y="8230063"/>
            <a:ext cx="339419" cy="339431"/>
          </a:xfrm>
          <a:custGeom>
            <a:avLst/>
            <a:gdLst>
              <a:gd name="connsiteX0" fmla="*/ 169707 w 339419"/>
              <a:gd name="connsiteY0" fmla="*/ 339431 h 339431"/>
              <a:gd name="connsiteX1" fmla="*/ 289711 w 339419"/>
              <a:gd name="connsiteY1" fmla="*/ 289722 h 339431"/>
              <a:gd name="connsiteX2" fmla="*/ 339420 w 339419"/>
              <a:gd name="connsiteY2" fmla="*/ 169716 h 339431"/>
              <a:gd name="connsiteX3" fmla="*/ 289711 w 339419"/>
              <a:gd name="connsiteY3" fmla="*/ 49709 h 339431"/>
              <a:gd name="connsiteX4" fmla="*/ 169707 w 339419"/>
              <a:gd name="connsiteY4" fmla="*/ 0 h 339431"/>
              <a:gd name="connsiteX5" fmla="*/ 49703 w 339419"/>
              <a:gd name="connsiteY5" fmla="*/ 49709 h 339431"/>
              <a:gd name="connsiteX6" fmla="*/ 0 w 339419"/>
              <a:gd name="connsiteY6" fmla="*/ 169716 h 339431"/>
              <a:gd name="connsiteX7" fmla="*/ 49703 w 339419"/>
              <a:gd name="connsiteY7" fmla="*/ 289722 h 339431"/>
              <a:gd name="connsiteX8" fmla="*/ 169707 w 339419"/>
              <a:gd name="connsiteY8" fmla="*/ 339431 h 3394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39419" h="339431">
                <a:moveTo>
                  <a:pt x="169707" y="339431"/>
                </a:moveTo>
                <a:cubicBezTo>
                  <a:pt x="214715" y="339431"/>
                  <a:pt x="257889" y="321545"/>
                  <a:pt x="289711" y="289722"/>
                </a:cubicBezTo>
                <a:cubicBezTo>
                  <a:pt x="321540" y="257893"/>
                  <a:pt x="339420" y="214725"/>
                  <a:pt x="339420" y="169716"/>
                </a:cubicBezTo>
                <a:cubicBezTo>
                  <a:pt x="339420" y="124706"/>
                  <a:pt x="321540" y="81532"/>
                  <a:pt x="289711" y="49709"/>
                </a:cubicBezTo>
                <a:cubicBezTo>
                  <a:pt x="257889" y="17880"/>
                  <a:pt x="214715" y="0"/>
                  <a:pt x="169707" y="0"/>
                </a:cubicBezTo>
                <a:cubicBezTo>
                  <a:pt x="124698" y="0"/>
                  <a:pt x="81531" y="17880"/>
                  <a:pt x="49703" y="49709"/>
                </a:cubicBezTo>
                <a:cubicBezTo>
                  <a:pt x="17880" y="81532"/>
                  <a:pt x="0" y="124706"/>
                  <a:pt x="0" y="169716"/>
                </a:cubicBezTo>
                <a:cubicBezTo>
                  <a:pt x="0" y="214725"/>
                  <a:pt x="17880" y="257893"/>
                  <a:pt x="49703" y="289722"/>
                </a:cubicBezTo>
                <a:cubicBezTo>
                  <a:pt x="81531" y="321545"/>
                  <a:pt x="124698" y="339431"/>
                  <a:pt x="169707" y="339431"/>
                </a:cubicBezTo>
                <a:close/>
              </a:path>
            </a:pathLst>
          </a:custGeom>
          <a:solidFill>
            <a:srgbClr val="FD9E54">
              <a:alpha val="95000"/>
            </a:srgbClr>
          </a:solidFill>
          <a:ln w="12700" cap="flat">
            <a:solidFill>
              <a:schemeClr val="accent2">
                <a:lumMod val="50000"/>
                <a:alpha val="95000"/>
              </a:schemeClr>
            </a:solidFill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132" name="Kombinationstegning: figur 3131">
            <a:extLst>
              <a:ext uri="{FF2B5EF4-FFF2-40B4-BE49-F238E27FC236}">
                <a16:creationId xmlns:a16="http://schemas.microsoft.com/office/drawing/2014/main" id="{16DF01A8-8AD9-6EA7-2A9C-75E7E284041D}"/>
              </a:ext>
            </a:extLst>
          </p:cNvPr>
          <p:cNvSpPr/>
          <p:nvPr/>
        </p:nvSpPr>
        <p:spPr>
          <a:xfrm>
            <a:off x="2483674" y="8221346"/>
            <a:ext cx="370821" cy="370827"/>
          </a:xfrm>
          <a:custGeom>
            <a:avLst/>
            <a:gdLst>
              <a:gd name="connsiteX0" fmla="*/ 185411 w 370821"/>
              <a:gd name="connsiteY0" fmla="*/ 370827 h 370827"/>
              <a:gd name="connsiteX1" fmla="*/ 316516 w 370821"/>
              <a:gd name="connsiteY1" fmla="*/ 316521 h 370827"/>
              <a:gd name="connsiteX2" fmla="*/ 370821 w 370821"/>
              <a:gd name="connsiteY2" fmla="*/ 185414 h 370827"/>
              <a:gd name="connsiteX3" fmla="*/ 316516 w 370821"/>
              <a:gd name="connsiteY3" fmla="*/ 54306 h 370827"/>
              <a:gd name="connsiteX4" fmla="*/ 185411 w 370821"/>
              <a:gd name="connsiteY4" fmla="*/ 0 h 370827"/>
              <a:gd name="connsiteX5" fmla="*/ 54305 w 370821"/>
              <a:gd name="connsiteY5" fmla="*/ 54306 h 370827"/>
              <a:gd name="connsiteX6" fmla="*/ 0 w 370821"/>
              <a:gd name="connsiteY6" fmla="*/ 185414 h 370827"/>
              <a:gd name="connsiteX7" fmla="*/ 54305 w 370821"/>
              <a:gd name="connsiteY7" fmla="*/ 316521 h 370827"/>
              <a:gd name="connsiteX8" fmla="*/ 185411 w 370821"/>
              <a:gd name="connsiteY8" fmla="*/ 370827 h 3708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70821" h="370827">
                <a:moveTo>
                  <a:pt x="185411" y="370827"/>
                </a:moveTo>
                <a:cubicBezTo>
                  <a:pt x="234583" y="370827"/>
                  <a:pt x="281750" y="351289"/>
                  <a:pt x="316516" y="316521"/>
                </a:cubicBezTo>
                <a:cubicBezTo>
                  <a:pt x="351283" y="281748"/>
                  <a:pt x="370821" y="234587"/>
                  <a:pt x="370821" y="185414"/>
                </a:cubicBezTo>
                <a:cubicBezTo>
                  <a:pt x="370821" y="136241"/>
                  <a:pt x="351283" y="89073"/>
                  <a:pt x="316516" y="54306"/>
                </a:cubicBezTo>
                <a:cubicBezTo>
                  <a:pt x="281750" y="19539"/>
                  <a:pt x="234583" y="0"/>
                  <a:pt x="185411" y="0"/>
                </a:cubicBezTo>
                <a:cubicBezTo>
                  <a:pt x="136239" y="0"/>
                  <a:pt x="89078" y="19539"/>
                  <a:pt x="54305" y="54306"/>
                </a:cubicBezTo>
                <a:cubicBezTo>
                  <a:pt x="19539" y="89073"/>
                  <a:pt x="0" y="136241"/>
                  <a:pt x="0" y="185414"/>
                </a:cubicBezTo>
                <a:cubicBezTo>
                  <a:pt x="0" y="234587"/>
                  <a:pt x="19539" y="281748"/>
                  <a:pt x="54305" y="316521"/>
                </a:cubicBezTo>
                <a:cubicBezTo>
                  <a:pt x="89078" y="351289"/>
                  <a:pt x="136239" y="370827"/>
                  <a:pt x="185411" y="370827"/>
                </a:cubicBezTo>
                <a:close/>
              </a:path>
            </a:pathLst>
          </a:custGeom>
          <a:solidFill>
            <a:srgbClr val="F36E19">
              <a:alpha val="95000"/>
            </a:srgbClr>
          </a:solidFill>
          <a:ln w="12700" cap="flat">
            <a:solidFill>
              <a:schemeClr val="accent2">
                <a:lumMod val="50000"/>
                <a:alpha val="95000"/>
              </a:schemeClr>
            </a:solidFill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133" name="Kombinationstegning: figur 3132">
            <a:extLst>
              <a:ext uri="{FF2B5EF4-FFF2-40B4-BE49-F238E27FC236}">
                <a16:creationId xmlns:a16="http://schemas.microsoft.com/office/drawing/2014/main" id="{2857148F-E0FC-72FE-D614-C7B07B026DA0}"/>
              </a:ext>
            </a:extLst>
          </p:cNvPr>
          <p:cNvSpPr/>
          <p:nvPr/>
        </p:nvSpPr>
        <p:spPr>
          <a:xfrm>
            <a:off x="963384" y="7920492"/>
            <a:ext cx="255023" cy="255027"/>
          </a:xfrm>
          <a:custGeom>
            <a:avLst/>
            <a:gdLst>
              <a:gd name="connsiteX0" fmla="*/ 127515 w 255023"/>
              <a:gd name="connsiteY0" fmla="*/ 255028 h 255027"/>
              <a:gd name="connsiteX1" fmla="*/ 217678 w 255023"/>
              <a:gd name="connsiteY1" fmla="*/ 217682 h 255027"/>
              <a:gd name="connsiteX2" fmla="*/ 255024 w 255023"/>
              <a:gd name="connsiteY2" fmla="*/ 127517 h 255027"/>
              <a:gd name="connsiteX3" fmla="*/ 217678 w 255023"/>
              <a:gd name="connsiteY3" fmla="*/ 37352 h 255027"/>
              <a:gd name="connsiteX4" fmla="*/ 127515 w 255023"/>
              <a:gd name="connsiteY4" fmla="*/ 0 h 255027"/>
              <a:gd name="connsiteX5" fmla="*/ 37346 w 255023"/>
              <a:gd name="connsiteY5" fmla="*/ 37352 h 255027"/>
              <a:gd name="connsiteX6" fmla="*/ 0 w 255023"/>
              <a:gd name="connsiteY6" fmla="*/ 127517 h 255027"/>
              <a:gd name="connsiteX7" fmla="*/ 37346 w 255023"/>
              <a:gd name="connsiteY7" fmla="*/ 217682 h 255027"/>
              <a:gd name="connsiteX8" fmla="*/ 127515 w 255023"/>
              <a:gd name="connsiteY8" fmla="*/ 255028 h 2550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5023" h="255027">
                <a:moveTo>
                  <a:pt x="127515" y="255028"/>
                </a:moveTo>
                <a:cubicBezTo>
                  <a:pt x="161331" y="255028"/>
                  <a:pt x="193763" y="241591"/>
                  <a:pt x="217678" y="217682"/>
                </a:cubicBezTo>
                <a:cubicBezTo>
                  <a:pt x="241587" y="193772"/>
                  <a:pt x="255024" y="161333"/>
                  <a:pt x="255024" y="127517"/>
                </a:cubicBezTo>
                <a:cubicBezTo>
                  <a:pt x="255024" y="93701"/>
                  <a:pt x="241587" y="61262"/>
                  <a:pt x="217678" y="37352"/>
                </a:cubicBezTo>
                <a:cubicBezTo>
                  <a:pt x="193763" y="13436"/>
                  <a:pt x="161331" y="0"/>
                  <a:pt x="127515" y="0"/>
                </a:cubicBezTo>
                <a:cubicBezTo>
                  <a:pt x="93699" y="0"/>
                  <a:pt x="61261" y="13436"/>
                  <a:pt x="37346" y="37352"/>
                </a:cubicBezTo>
                <a:cubicBezTo>
                  <a:pt x="13436" y="61262"/>
                  <a:pt x="0" y="93701"/>
                  <a:pt x="0" y="127517"/>
                </a:cubicBezTo>
                <a:cubicBezTo>
                  <a:pt x="0" y="161333"/>
                  <a:pt x="13436" y="193772"/>
                  <a:pt x="37346" y="217682"/>
                </a:cubicBezTo>
                <a:cubicBezTo>
                  <a:pt x="61261" y="241591"/>
                  <a:pt x="93699" y="255028"/>
                  <a:pt x="127515" y="255028"/>
                </a:cubicBezTo>
                <a:close/>
              </a:path>
            </a:pathLst>
          </a:custGeom>
          <a:solidFill>
            <a:srgbClr val="FFF0E1">
              <a:alpha val="95000"/>
            </a:srgbClr>
          </a:solidFill>
          <a:ln w="12700" cap="flat">
            <a:solidFill>
              <a:schemeClr val="accent2">
                <a:lumMod val="50000"/>
                <a:alpha val="95000"/>
              </a:schemeClr>
            </a:solidFill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134" name="Kombinationstegning: figur 3133">
            <a:extLst>
              <a:ext uri="{FF2B5EF4-FFF2-40B4-BE49-F238E27FC236}">
                <a16:creationId xmlns:a16="http://schemas.microsoft.com/office/drawing/2014/main" id="{E26560C1-F273-DC80-52E9-9C169599690B}"/>
              </a:ext>
            </a:extLst>
          </p:cNvPr>
          <p:cNvSpPr/>
          <p:nvPr/>
        </p:nvSpPr>
        <p:spPr>
          <a:xfrm>
            <a:off x="3542113" y="8138698"/>
            <a:ext cx="313827" cy="313826"/>
          </a:xfrm>
          <a:custGeom>
            <a:avLst/>
            <a:gdLst>
              <a:gd name="connsiteX0" fmla="*/ 156917 w 313827"/>
              <a:gd name="connsiteY0" fmla="*/ 313827 h 313826"/>
              <a:gd name="connsiteX1" fmla="*/ 267868 w 313827"/>
              <a:gd name="connsiteY1" fmla="*/ 267867 h 313826"/>
              <a:gd name="connsiteX2" fmla="*/ 313828 w 313827"/>
              <a:gd name="connsiteY2" fmla="*/ 156913 h 313826"/>
              <a:gd name="connsiteX3" fmla="*/ 267868 w 313827"/>
              <a:gd name="connsiteY3" fmla="*/ 45954 h 313826"/>
              <a:gd name="connsiteX4" fmla="*/ 156917 w 313827"/>
              <a:gd name="connsiteY4" fmla="*/ 0 h 313826"/>
              <a:gd name="connsiteX5" fmla="*/ 45959 w 313827"/>
              <a:gd name="connsiteY5" fmla="*/ 45954 h 313826"/>
              <a:gd name="connsiteX6" fmla="*/ 0 w 313827"/>
              <a:gd name="connsiteY6" fmla="*/ 156913 h 313826"/>
              <a:gd name="connsiteX7" fmla="*/ 45959 w 313827"/>
              <a:gd name="connsiteY7" fmla="*/ 267867 h 313826"/>
              <a:gd name="connsiteX8" fmla="*/ 156917 w 313827"/>
              <a:gd name="connsiteY8" fmla="*/ 313827 h 3138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13827" h="313826">
                <a:moveTo>
                  <a:pt x="156917" y="313827"/>
                </a:moveTo>
                <a:cubicBezTo>
                  <a:pt x="198530" y="313827"/>
                  <a:pt x="238442" y="297293"/>
                  <a:pt x="267868" y="267867"/>
                </a:cubicBezTo>
                <a:cubicBezTo>
                  <a:pt x="297295" y="238440"/>
                  <a:pt x="313828" y="198527"/>
                  <a:pt x="313828" y="156913"/>
                </a:cubicBezTo>
                <a:cubicBezTo>
                  <a:pt x="313828" y="115300"/>
                  <a:pt x="297295" y="75381"/>
                  <a:pt x="267868" y="45954"/>
                </a:cubicBezTo>
                <a:cubicBezTo>
                  <a:pt x="238442" y="16533"/>
                  <a:pt x="198530" y="0"/>
                  <a:pt x="156917" y="0"/>
                </a:cubicBezTo>
                <a:cubicBezTo>
                  <a:pt x="115298" y="0"/>
                  <a:pt x="75386" y="16533"/>
                  <a:pt x="45959" y="45954"/>
                </a:cubicBezTo>
                <a:cubicBezTo>
                  <a:pt x="16533" y="75381"/>
                  <a:pt x="0" y="115300"/>
                  <a:pt x="0" y="156913"/>
                </a:cubicBezTo>
                <a:cubicBezTo>
                  <a:pt x="0" y="198527"/>
                  <a:pt x="16533" y="238440"/>
                  <a:pt x="45959" y="267867"/>
                </a:cubicBezTo>
                <a:cubicBezTo>
                  <a:pt x="75386" y="297293"/>
                  <a:pt x="115298" y="313827"/>
                  <a:pt x="156917" y="313827"/>
                </a:cubicBezTo>
                <a:close/>
              </a:path>
            </a:pathLst>
          </a:custGeom>
          <a:solidFill>
            <a:srgbClr val="FDC28B">
              <a:alpha val="95000"/>
            </a:srgbClr>
          </a:solidFill>
          <a:ln w="12700" cap="flat">
            <a:solidFill>
              <a:schemeClr val="accent2">
                <a:lumMod val="50000"/>
                <a:alpha val="95000"/>
              </a:schemeClr>
            </a:solidFill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135" name="Kombinationstegning: figur 3134">
            <a:extLst>
              <a:ext uri="{FF2B5EF4-FFF2-40B4-BE49-F238E27FC236}">
                <a16:creationId xmlns:a16="http://schemas.microsoft.com/office/drawing/2014/main" id="{12174A83-D2BB-BE2D-D336-8FB3DC344452}"/>
              </a:ext>
            </a:extLst>
          </p:cNvPr>
          <p:cNvSpPr/>
          <p:nvPr/>
        </p:nvSpPr>
        <p:spPr>
          <a:xfrm>
            <a:off x="1766574" y="7947797"/>
            <a:ext cx="265728" cy="265732"/>
          </a:xfrm>
          <a:custGeom>
            <a:avLst/>
            <a:gdLst>
              <a:gd name="connsiteX0" fmla="*/ 132867 w 265728"/>
              <a:gd name="connsiteY0" fmla="*/ 265733 h 265732"/>
              <a:gd name="connsiteX1" fmla="*/ 226816 w 265728"/>
              <a:gd name="connsiteY1" fmla="*/ 226820 h 265732"/>
              <a:gd name="connsiteX2" fmla="*/ 265729 w 265728"/>
              <a:gd name="connsiteY2" fmla="*/ 132869 h 265732"/>
              <a:gd name="connsiteX3" fmla="*/ 226816 w 265728"/>
              <a:gd name="connsiteY3" fmla="*/ 38919 h 265732"/>
              <a:gd name="connsiteX4" fmla="*/ 132867 w 265728"/>
              <a:gd name="connsiteY4" fmla="*/ 0 h 265732"/>
              <a:gd name="connsiteX5" fmla="*/ 38918 w 265728"/>
              <a:gd name="connsiteY5" fmla="*/ 38919 h 265732"/>
              <a:gd name="connsiteX6" fmla="*/ 0 w 265728"/>
              <a:gd name="connsiteY6" fmla="*/ 132869 h 265732"/>
              <a:gd name="connsiteX7" fmla="*/ 38918 w 265728"/>
              <a:gd name="connsiteY7" fmla="*/ 226820 h 265732"/>
              <a:gd name="connsiteX8" fmla="*/ 132867 w 265728"/>
              <a:gd name="connsiteY8" fmla="*/ 265733 h 2657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65728" h="265732">
                <a:moveTo>
                  <a:pt x="132867" y="265733"/>
                </a:moveTo>
                <a:cubicBezTo>
                  <a:pt x="168103" y="265733"/>
                  <a:pt x="201901" y="251736"/>
                  <a:pt x="226816" y="226820"/>
                </a:cubicBezTo>
                <a:cubicBezTo>
                  <a:pt x="251732" y="201904"/>
                  <a:pt x="265729" y="168106"/>
                  <a:pt x="265729" y="132869"/>
                </a:cubicBezTo>
                <a:cubicBezTo>
                  <a:pt x="265729" y="97633"/>
                  <a:pt x="251732" y="63835"/>
                  <a:pt x="226816" y="38919"/>
                </a:cubicBezTo>
                <a:cubicBezTo>
                  <a:pt x="201901" y="14003"/>
                  <a:pt x="168103" y="0"/>
                  <a:pt x="132867" y="0"/>
                </a:cubicBezTo>
                <a:cubicBezTo>
                  <a:pt x="97631" y="0"/>
                  <a:pt x="63833" y="14003"/>
                  <a:pt x="38918" y="38919"/>
                </a:cubicBezTo>
                <a:cubicBezTo>
                  <a:pt x="13997" y="63835"/>
                  <a:pt x="0" y="97633"/>
                  <a:pt x="0" y="132869"/>
                </a:cubicBezTo>
                <a:cubicBezTo>
                  <a:pt x="0" y="168106"/>
                  <a:pt x="13997" y="201904"/>
                  <a:pt x="38918" y="226820"/>
                </a:cubicBezTo>
                <a:cubicBezTo>
                  <a:pt x="63833" y="251736"/>
                  <a:pt x="97631" y="265733"/>
                  <a:pt x="132867" y="265733"/>
                </a:cubicBezTo>
                <a:close/>
              </a:path>
            </a:pathLst>
          </a:custGeom>
          <a:solidFill>
            <a:srgbClr val="FEEBD7">
              <a:alpha val="95000"/>
            </a:srgbClr>
          </a:solidFill>
          <a:ln w="12700" cap="flat">
            <a:solidFill>
              <a:schemeClr val="accent2">
                <a:lumMod val="50000"/>
                <a:alpha val="95000"/>
              </a:schemeClr>
            </a:solidFill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136" name="Kombinationstegning: figur 3135">
            <a:extLst>
              <a:ext uri="{FF2B5EF4-FFF2-40B4-BE49-F238E27FC236}">
                <a16:creationId xmlns:a16="http://schemas.microsoft.com/office/drawing/2014/main" id="{91DAB831-DF91-4D7D-0170-1B7FDDB60AFE}"/>
              </a:ext>
            </a:extLst>
          </p:cNvPr>
          <p:cNvSpPr/>
          <p:nvPr/>
        </p:nvSpPr>
        <p:spPr>
          <a:xfrm>
            <a:off x="2398272" y="8498771"/>
            <a:ext cx="355464" cy="355476"/>
          </a:xfrm>
          <a:custGeom>
            <a:avLst/>
            <a:gdLst>
              <a:gd name="connsiteX0" fmla="*/ 177729 w 355464"/>
              <a:gd name="connsiteY0" fmla="*/ 355477 h 355476"/>
              <a:gd name="connsiteX1" fmla="*/ 303409 w 355464"/>
              <a:gd name="connsiteY1" fmla="*/ 303420 h 355476"/>
              <a:gd name="connsiteX2" fmla="*/ 355465 w 355464"/>
              <a:gd name="connsiteY2" fmla="*/ 177738 h 355476"/>
              <a:gd name="connsiteX3" fmla="*/ 303409 w 355464"/>
              <a:gd name="connsiteY3" fmla="*/ 52063 h 355476"/>
              <a:gd name="connsiteX4" fmla="*/ 177729 w 355464"/>
              <a:gd name="connsiteY4" fmla="*/ 0 h 355476"/>
              <a:gd name="connsiteX5" fmla="*/ 52056 w 355464"/>
              <a:gd name="connsiteY5" fmla="*/ 52063 h 355476"/>
              <a:gd name="connsiteX6" fmla="*/ 0 w 355464"/>
              <a:gd name="connsiteY6" fmla="*/ 177738 h 355476"/>
              <a:gd name="connsiteX7" fmla="*/ 52056 w 355464"/>
              <a:gd name="connsiteY7" fmla="*/ 303420 h 355476"/>
              <a:gd name="connsiteX8" fmla="*/ 177729 w 355464"/>
              <a:gd name="connsiteY8" fmla="*/ 355477 h 3554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55464" h="355476">
                <a:moveTo>
                  <a:pt x="177729" y="355477"/>
                </a:moveTo>
                <a:cubicBezTo>
                  <a:pt x="224865" y="355477"/>
                  <a:pt x="270081" y="336749"/>
                  <a:pt x="303409" y="303420"/>
                </a:cubicBezTo>
                <a:cubicBezTo>
                  <a:pt x="336737" y="270086"/>
                  <a:pt x="355465" y="224875"/>
                  <a:pt x="355465" y="177738"/>
                </a:cubicBezTo>
                <a:cubicBezTo>
                  <a:pt x="355465" y="130602"/>
                  <a:pt x="336737" y="85391"/>
                  <a:pt x="303409" y="52063"/>
                </a:cubicBezTo>
                <a:cubicBezTo>
                  <a:pt x="270081" y="18728"/>
                  <a:pt x="224865" y="0"/>
                  <a:pt x="177729" y="0"/>
                </a:cubicBezTo>
                <a:cubicBezTo>
                  <a:pt x="130593" y="0"/>
                  <a:pt x="85384" y="18728"/>
                  <a:pt x="52056" y="52063"/>
                </a:cubicBezTo>
                <a:cubicBezTo>
                  <a:pt x="18728" y="85391"/>
                  <a:pt x="0" y="130602"/>
                  <a:pt x="0" y="177738"/>
                </a:cubicBezTo>
                <a:cubicBezTo>
                  <a:pt x="0" y="224875"/>
                  <a:pt x="18728" y="270086"/>
                  <a:pt x="52056" y="303420"/>
                </a:cubicBezTo>
                <a:cubicBezTo>
                  <a:pt x="85384" y="336749"/>
                  <a:pt x="130593" y="355477"/>
                  <a:pt x="177729" y="355477"/>
                </a:cubicBezTo>
                <a:close/>
              </a:path>
            </a:pathLst>
          </a:custGeom>
          <a:solidFill>
            <a:srgbClr val="FB8735">
              <a:alpha val="95000"/>
            </a:srgbClr>
          </a:solidFill>
          <a:ln w="12700" cap="flat">
            <a:solidFill>
              <a:schemeClr val="accent2">
                <a:lumMod val="50000"/>
                <a:alpha val="95000"/>
              </a:schemeClr>
            </a:solidFill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137" name="Kombinationstegning: figur 3136">
            <a:extLst>
              <a:ext uri="{FF2B5EF4-FFF2-40B4-BE49-F238E27FC236}">
                <a16:creationId xmlns:a16="http://schemas.microsoft.com/office/drawing/2014/main" id="{70DE420E-19C0-806F-CCD2-6535B857D639}"/>
              </a:ext>
            </a:extLst>
          </p:cNvPr>
          <p:cNvSpPr/>
          <p:nvPr/>
        </p:nvSpPr>
        <p:spPr>
          <a:xfrm>
            <a:off x="2980827" y="8453555"/>
            <a:ext cx="433222" cy="433223"/>
          </a:xfrm>
          <a:custGeom>
            <a:avLst/>
            <a:gdLst>
              <a:gd name="connsiteX0" fmla="*/ 216611 w 433222"/>
              <a:gd name="connsiteY0" fmla="*/ 433223 h 433223"/>
              <a:gd name="connsiteX1" fmla="*/ 369779 w 433222"/>
              <a:gd name="connsiteY1" fmla="*/ 369779 h 433223"/>
              <a:gd name="connsiteX2" fmla="*/ 433222 w 433222"/>
              <a:gd name="connsiteY2" fmla="*/ 216615 h 433223"/>
              <a:gd name="connsiteX3" fmla="*/ 369779 w 433222"/>
              <a:gd name="connsiteY3" fmla="*/ 63444 h 433223"/>
              <a:gd name="connsiteX4" fmla="*/ 216611 w 433222"/>
              <a:gd name="connsiteY4" fmla="*/ 0 h 433223"/>
              <a:gd name="connsiteX5" fmla="*/ 63443 w 433222"/>
              <a:gd name="connsiteY5" fmla="*/ 63444 h 433223"/>
              <a:gd name="connsiteX6" fmla="*/ 0 w 433222"/>
              <a:gd name="connsiteY6" fmla="*/ 216615 h 433223"/>
              <a:gd name="connsiteX7" fmla="*/ 63443 w 433222"/>
              <a:gd name="connsiteY7" fmla="*/ 369779 h 433223"/>
              <a:gd name="connsiteX8" fmla="*/ 216611 w 433222"/>
              <a:gd name="connsiteY8" fmla="*/ 433223 h 4332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33222" h="433223">
                <a:moveTo>
                  <a:pt x="216611" y="433223"/>
                </a:moveTo>
                <a:cubicBezTo>
                  <a:pt x="274056" y="433223"/>
                  <a:pt x="329154" y="410405"/>
                  <a:pt x="369779" y="369779"/>
                </a:cubicBezTo>
                <a:cubicBezTo>
                  <a:pt x="410398" y="329159"/>
                  <a:pt x="433222" y="274060"/>
                  <a:pt x="433222" y="216615"/>
                </a:cubicBezTo>
                <a:cubicBezTo>
                  <a:pt x="433222" y="159169"/>
                  <a:pt x="410398" y="104064"/>
                  <a:pt x="369779" y="63444"/>
                </a:cubicBezTo>
                <a:cubicBezTo>
                  <a:pt x="329154" y="22825"/>
                  <a:pt x="274056" y="0"/>
                  <a:pt x="216611" y="0"/>
                </a:cubicBezTo>
                <a:cubicBezTo>
                  <a:pt x="159166" y="0"/>
                  <a:pt x="104063" y="22825"/>
                  <a:pt x="63443" y="63444"/>
                </a:cubicBezTo>
                <a:cubicBezTo>
                  <a:pt x="22824" y="104064"/>
                  <a:pt x="0" y="159169"/>
                  <a:pt x="0" y="216615"/>
                </a:cubicBezTo>
                <a:cubicBezTo>
                  <a:pt x="0" y="274060"/>
                  <a:pt x="22824" y="329159"/>
                  <a:pt x="63443" y="369779"/>
                </a:cubicBezTo>
                <a:cubicBezTo>
                  <a:pt x="104063" y="410405"/>
                  <a:pt x="159166" y="433223"/>
                  <a:pt x="216611" y="433223"/>
                </a:cubicBezTo>
                <a:close/>
              </a:path>
            </a:pathLst>
          </a:custGeom>
          <a:solidFill>
            <a:srgbClr val="7F2704">
              <a:alpha val="95000"/>
            </a:srgbClr>
          </a:solidFill>
          <a:ln w="12700" cap="flat">
            <a:solidFill>
              <a:schemeClr val="accent2">
                <a:lumMod val="50000"/>
                <a:alpha val="95000"/>
              </a:schemeClr>
            </a:solidFill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138" name="Kombinationstegning: figur 3137">
            <a:extLst>
              <a:ext uri="{FF2B5EF4-FFF2-40B4-BE49-F238E27FC236}">
                <a16:creationId xmlns:a16="http://schemas.microsoft.com/office/drawing/2014/main" id="{4E6362BF-1B69-723A-58D4-860A36BB4B6C}"/>
              </a:ext>
            </a:extLst>
          </p:cNvPr>
          <p:cNvSpPr/>
          <p:nvPr/>
        </p:nvSpPr>
        <p:spPr>
          <a:xfrm>
            <a:off x="676952" y="8270427"/>
            <a:ext cx="265728" cy="265732"/>
          </a:xfrm>
          <a:custGeom>
            <a:avLst/>
            <a:gdLst>
              <a:gd name="connsiteX0" fmla="*/ 132861 w 265728"/>
              <a:gd name="connsiteY0" fmla="*/ 265733 h 265732"/>
              <a:gd name="connsiteX1" fmla="*/ 226810 w 265728"/>
              <a:gd name="connsiteY1" fmla="*/ 226820 h 265732"/>
              <a:gd name="connsiteX2" fmla="*/ 265729 w 265728"/>
              <a:gd name="connsiteY2" fmla="*/ 132869 h 265732"/>
              <a:gd name="connsiteX3" fmla="*/ 226810 w 265728"/>
              <a:gd name="connsiteY3" fmla="*/ 38919 h 265732"/>
              <a:gd name="connsiteX4" fmla="*/ 132861 w 265728"/>
              <a:gd name="connsiteY4" fmla="*/ 0 h 265732"/>
              <a:gd name="connsiteX5" fmla="*/ 38912 w 265728"/>
              <a:gd name="connsiteY5" fmla="*/ 38919 h 265732"/>
              <a:gd name="connsiteX6" fmla="*/ 0 w 265728"/>
              <a:gd name="connsiteY6" fmla="*/ 132869 h 265732"/>
              <a:gd name="connsiteX7" fmla="*/ 38912 w 265728"/>
              <a:gd name="connsiteY7" fmla="*/ 226820 h 265732"/>
              <a:gd name="connsiteX8" fmla="*/ 132861 w 265728"/>
              <a:gd name="connsiteY8" fmla="*/ 265733 h 2657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65728" h="265732">
                <a:moveTo>
                  <a:pt x="132861" y="265733"/>
                </a:moveTo>
                <a:cubicBezTo>
                  <a:pt x="168097" y="265733"/>
                  <a:pt x="201895" y="251736"/>
                  <a:pt x="226810" y="226820"/>
                </a:cubicBezTo>
                <a:cubicBezTo>
                  <a:pt x="251726" y="201904"/>
                  <a:pt x="265729" y="168106"/>
                  <a:pt x="265729" y="132869"/>
                </a:cubicBezTo>
                <a:cubicBezTo>
                  <a:pt x="265729" y="97633"/>
                  <a:pt x="251726" y="63835"/>
                  <a:pt x="226810" y="38919"/>
                </a:cubicBezTo>
                <a:cubicBezTo>
                  <a:pt x="201895" y="14003"/>
                  <a:pt x="168097" y="0"/>
                  <a:pt x="132861" y="0"/>
                </a:cubicBezTo>
                <a:cubicBezTo>
                  <a:pt x="97625" y="0"/>
                  <a:pt x="63827" y="14003"/>
                  <a:pt x="38912" y="38919"/>
                </a:cubicBezTo>
                <a:cubicBezTo>
                  <a:pt x="13997" y="63835"/>
                  <a:pt x="0" y="97633"/>
                  <a:pt x="0" y="132869"/>
                </a:cubicBezTo>
                <a:cubicBezTo>
                  <a:pt x="0" y="168106"/>
                  <a:pt x="13997" y="201904"/>
                  <a:pt x="38912" y="226820"/>
                </a:cubicBezTo>
                <a:cubicBezTo>
                  <a:pt x="63827" y="251736"/>
                  <a:pt x="97625" y="265733"/>
                  <a:pt x="132861" y="265733"/>
                </a:cubicBezTo>
                <a:close/>
              </a:path>
            </a:pathLst>
          </a:custGeom>
          <a:solidFill>
            <a:srgbClr val="FEEBD7">
              <a:alpha val="95000"/>
            </a:srgbClr>
          </a:solidFill>
          <a:ln w="12700" cap="flat">
            <a:solidFill>
              <a:schemeClr val="accent2">
                <a:lumMod val="50000"/>
                <a:alpha val="95000"/>
              </a:schemeClr>
            </a:solidFill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139" name="Kombinationstegning: figur 3138">
            <a:extLst>
              <a:ext uri="{FF2B5EF4-FFF2-40B4-BE49-F238E27FC236}">
                <a16:creationId xmlns:a16="http://schemas.microsoft.com/office/drawing/2014/main" id="{007EB7E9-A2D2-7AA6-8061-1A84565C4811}"/>
              </a:ext>
            </a:extLst>
          </p:cNvPr>
          <p:cNvSpPr/>
          <p:nvPr/>
        </p:nvSpPr>
        <p:spPr>
          <a:xfrm>
            <a:off x="1274883" y="8155225"/>
            <a:ext cx="313827" cy="313826"/>
          </a:xfrm>
          <a:custGeom>
            <a:avLst/>
            <a:gdLst>
              <a:gd name="connsiteX0" fmla="*/ 156911 w 313827"/>
              <a:gd name="connsiteY0" fmla="*/ 313827 h 313826"/>
              <a:gd name="connsiteX1" fmla="*/ 267868 w 313827"/>
              <a:gd name="connsiteY1" fmla="*/ 267867 h 313826"/>
              <a:gd name="connsiteX2" fmla="*/ 313828 w 313827"/>
              <a:gd name="connsiteY2" fmla="*/ 156913 h 313826"/>
              <a:gd name="connsiteX3" fmla="*/ 267868 w 313827"/>
              <a:gd name="connsiteY3" fmla="*/ 45954 h 313826"/>
              <a:gd name="connsiteX4" fmla="*/ 156911 w 313827"/>
              <a:gd name="connsiteY4" fmla="*/ 0 h 313826"/>
              <a:gd name="connsiteX5" fmla="*/ 45959 w 313827"/>
              <a:gd name="connsiteY5" fmla="*/ 45954 h 313826"/>
              <a:gd name="connsiteX6" fmla="*/ 0 w 313827"/>
              <a:gd name="connsiteY6" fmla="*/ 156913 h 313826"/>
              <a:gd name="connsiteX7" fmla="*/ 45959 w 313827"/>
              <a:gd name="connsiteY7" fmla="*/ 267867 h 313826"/>
              <a:gd name="connsiteX8" fmla="*/ 156911 w 313827"/>
              <a:gd name="connsiteY8" fmla="*/ 313827 h 3138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13827" h="313826">
                <a:moveTo>
                  <a:pt x="156911" y="313827"/>
                </a:moveTo>
                <a:cubicBezTo>
                  <a:pt x="198530" y="313827"/>
                  <a:pt x="238442" y="297293"/>
                  <a:pt x="267868" y="267867"/>
                </a:cubicBezTo>
                <a:cubicBezTo>
                  <a:pt x="297295" y="238440"/>
                  <a:pt x="313828" y="198527"/>
                  <a:pt x="313828" y="156913"/>
                </a:cubicBezTo>
                <a:cubicBezTo>
                  <a:pt x="313828" y="115300"/>
                  <a:pt x="297295" y="75381"/>
                  <a:pt x="267868" y="45954"/>
                </a:cubicBezTo>
                <a:cubicBezTo>
                  <a:pt x="238442" y="16533"/>
                  <a:pt x="198530" y="0"/>
                  <a:pt x="156911" y="0"/>
                </a:cubicBezTo>
                <a:cubicBezTo>
                  <a:pt x="115298" y="0"/>
                  <a:pt x="75386" y="16533"/>
                  <a:pt x="45959" y="45954"/>
                </a:cubicBezTo>
                <a:cubicBezTo>
                  <a:pt x="16533" y="75381"/>
                  <a:pt x="0" y="115300"/>
                  <a:pt x="0" y="156913"/>
                </a:cubicBezTo>
                <a:cubicBezTo>
                  <a:pt x="0" y="198527"/>
                  <a:pt x="16533" y="238440"/>
                  <a:pt x="45959" y="267867"/>
                </a:cubicBezTo>
                <a:cubicBezTo>
                  <a:pt x="75386" y="297293"/>
                  <a:pt x="115298" y="313827"/>
                  <a:pt x="156911" y="313827"/>
                </a:cubicBezTo>
                <a:close/>
              </a:path>
            </a:pathLst>
          </a:custGeom>
          <a:solidFill>
            <a:srgbClr val="FDC28B">
              <a:alpha val="95000"/>
            </a:srgbClr>
          </a:solidFill>
          <a:ln w="12700" cap="flat">
            <a:solidFill>
              <a:schemeClr val="accent2">
                <a:lumMod val="50000"/>
                <a:alpha val="95000"/>
              </a:schemeClr>
            </a:solidFill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140" name="Kombinationstegning: figur 3139">
            <a:extLst>
              <a:ext uri="{FF2B5EF4-FFF2-40B4-BE49-F238E27FC236}">
                <a16:creationId xmlns:a16="http://schemas.microsoft.com/office/drawing/2014/main" id="{49548A44-EE79-4F84-8DD4-F01ABFBEDB03}"/>
              </a:ext>
            </a:extLst>
          </p:cNvPr>
          <p:cNvSpPr/>
          <p:nvPr/>
        </p:nvSpPr>
        <p:spPr>
          <a:xfrm>
            <a:off x="1413377" y="8648534"/>
            <a:ext cx="331110" cy="331115"/>
          </a:xfrm>
          <a:custGeom>
            <a:avLst/>
            <a:gdLst>
              <a:gd name="connsiteX0" fmla="*/ 165555 w 331110"/>
              <a:gd name="connsiteY0" fmla="*/ 331116 h 331115"/>
              <a:gd name="connsiteX1" fmla="*/ 282621 w 331110"/>
              <a:gd name="connsiteY1" fmla="*/ 282626 h 331115"/>
              <a:gd name="connsiteX2" fmla="*/ 331111 w 331110"/>
              <a:gd name="connsiteY2" fmla="*/ 165558 h 331115"/>
              <a:gd name="connsiteX3" fmla="*/ 282621 w 331110"/>
              <a:gd name="connsiteY3" fmla="*/ 48490 h 331115"/>
              <a:gd name="connsiteX4" fmla="*/ 165555 w 331110"/>
              <a:gd name="connsiteY4" fmla="*/ 0 h 331115"/>
              <a:gd name="connsiteX5" fmla="*/ 48489 w 331110"/>
              <a:gd name="connsiteY5" fmla="*/ 48490 h 331115"/>
              <a:gd name="connsiteX6" fmla="*/ 0 w 331110"/>
              <a:gd name="connsiteY6" fmla="*/ 165558 h 331115"/>
              <a:gd name="connsiteX7" fmla="*/ 48489 w 331110"/>
              <a:gd name="connsiteY7" fmla="*/ 282626 h 331115"/>
              <a:gd name="connsiteX8" fmla="*/ 165555 w 331110"/>
              <a:gd name="connsiteY8" fmla="*/ 331116 h 3311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31110" h="331115">
                <a:moveTo>
                  <a:pt x="165555" y="331116"/>
                </a:moveTo>
                <a:cubicBezTo>
                  <a:pt x="209460" y="331116"/>
                  <a:pt x="251573" y="313674"/>
                  <a:pt x="282621" y="282626"/>
                </a:cubicBezTo>
                <a:cubicBezTo>
                  <a:pt x="313669" y="251577"/>
                  <a:pt x="331111" y="209464"/>
                  <a:pt x="331111" y="165558"/>
                </a:cubicBezTo>
                <a:cubicBezTo>
                  <a:pt x="331111" y="121652"/>
                  <a:pt x="313669" y="79539"/>
                  <a:pt x="282621" y="48490"/>
                </a:cubicBezTo>
                <a:cubicBezTo>
                  <a:pt x="251573" y="17448"/>
                  <a:pt x="209460" y="0"/>
                  <a:pt x="165555" y="0"/>
                </a:cubicBezTo>
                <a:cubicBezTo>
                  <a:pt x="121650" y="0"/>
                  <a:pt x="79537" y="17448"/>
                  <a:pt x="48489" y="48490"/>
                </a:cubicBezTo>
                <a:cubicBezTo>
                  <a:pt x="17447" y="79539"/>
                  <a:pt x="0" y="121652"/>
                  <a:pt x="0" y="165558"/>
                </a:cubicBezTo>
                <a:cubicBezTo>
                  <a:pt x="0" y="209464"/>
                  <a:pt x="17447" y="251577"/>
                  <a:pt x="48489" y="282626"/>
                </a:cubicBezTo>
                <a:cubicBezTo>
                  <a:pt x="79537" y="313674"/>
                  <a:pt x="121650" y="331116"/>
                  <a:pt x="165555" y="331116"/>
                </a:cubicBezTo>
                <a:close/>
              </a:path>
            </a:pathLst>
          </a:custGeom>
          <a:solidFill>
            <a:srgbClr val="FDA965">
              <a:alpha val="95000"/>
            </a:srgbClr>
          </a:solidFill>
          <a:ln w="12700" cap="flat">
            <a:solidFill>
              <a:schemeClr val="accent2">
                <a:lumMod val="50000"/>
                <a:alpha val="95000"/>
              </a:schemeClr>
            </a:solidFill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141" name="Kombinationstegning: figur 3140">
            <a:extLst>
              <a:ext uri="{FF2B5EF4-FFF2-40B4-BE49-F238E27FC236}">
                <a16:creationId xmlns:a16="http://schemas.microsoft.com/office/drawing/2014/main" id="{42EAD53F-07C2-8115-7B59-CB15FFD2F0CE}"/>
              </a:ext>
            </a:extLst>
          </p:cNvPr>
          <p:cNvSpPr/>
          <p:nvPr/>
        </p:nvSpPr>
        <p:spPr>
          <a:xfrm>
            <a:off x="2416731" y="8850231"/>
            <a:ext cx="370815" cy="370827"/>
          </a:xfrm>
          <a:custGeom>
            <a:avLst/>
            <a:gdLst>
              <a:gd name="connsiteX0" fmla="*/ 185411 w 370815"/>
              <a:gd name="connsiteY0" fmla="*/ 370827 h 370827"/>
              <a:gd name="connsiteX1" fmla="*/ 316510 w 370815"/>
              <a:gd name="connsiteY1" fmla="*/ 316521 h 370827"/>
              <a:gd name="connsiteX2" fmla="*/ 370815 w 370815"/>
              <a:gd name="connsiteY2" fmla="*/ 185414 h 370827"/>
              <a:gd name="connsiteX3" fmla="*/ 316510 w 370815"/>
              <a:gd name="connsiteY3" fmla="*/ 54306 h 370827"/>
              <a:gd name="connsiteX4" fmla="*/ 185411 w 370815"/>
              <a:gd name="connsiteY4" fmla="*/ 0 h 370827"/>
              <a:gd name="connsiteX5" fmla="*/ 54305 w 370815"/>
              <a:gd name="connsiteY5" fmla="*/ 54306 h 370827"/>
              <a:gd name="connsiteX6" fmla="*/ 0 w 370815"/>
              <a:gd name="connsiteY6" fmla="*/ 185414 h 370827"/>
              <a:gd name="connsiteX7" fmla="*/ 54305 w 370815"/>
              <a:gd name="connsiteY7" fmla="*/ 316521 h 370827"/>
              <a:gd name="connsiteX8" fmla="*/ 185411 w 370815"/>
              <a:gd name="connsiteY8" fmla="*/ 370827 h 3708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70815" h="370827">
                <a:moveTo>
                  <a:pt x="185411" y="370827"/>
                </a:moveTo>
                <a:cubicBezTo>
                  <a:pt x="234577" y="370827"/>
                  <a:pt x="281743" y="351289"/>
                  <a:pt x="316510" y="316521"/>
                </a:cubicBezTo>
                <a:cubicBezTo>
                  <a:pt x="351283" y="281754"/>
                  <a:pt x="370815" y="234587"/>
                  <a:pt x="370815" y="185414"/>
                </a:cubicBezTo>
                <a:cubicBezTo>
                  <a:pt x="370815" y="136241"/>
                  <a:pt x="351283" y="89080"/>
                  <a:pt x="316510" y="54306"/>
                </a:cubicBezTo>
                <a:cubicBezTo>
                  <a:pt x="281743" y="19539"/>
                  <a:pt x="234577" y="0"/>
                  <a:pt x="185411" y="0"/>
                </a:cubicBezTo>
                <a:cubicBezTo>
                  <a:pt x="136238" y="0"/>
                  <a:pt x="89072" y="19539"/>
                  <a:pt x="54305" y="54306"/>
                </a:cubicBezTo>
                <a:cubicBezTo>
                  <a:pt x="19532" y="89080"/>
                  <a:pt x="0" y="136241"/>
                  <a:pt x="0" y="185414"/>
                </a:cubicBezTo>
                <a:cubicBezTo>
                  <a:pt x="0" y="234587"/>
                  <a:pt x="19532" y="281754"/>
                  <a:pt x="54305" y="316521"/>
                </a:cubicBezTo>
                <a:cubicBezTo>
                  <a:pt x="89072" y="351289"/>
                  <a:pt x="136238" y="370827"/>
                  <a:pt x="185411" y="370827"/>
                </a:cubicBezTo>
                <a:close/>
              </a:path>
            </a:pathLst>
          </a:custGeom>
          <a:solidFill>
            <a:srgbClr val="F36E19">
              <a:alpha val="95000"/>
            </a:srgbClr>
          </a:solidFill>
          <a:ln w="12700" cap="flat">
            <a:solidFill>
              <a:schemeClr val="accent2">
                <a:lumMod val="50000"/>
                <a:alpha val="95000"/>
              </a:schemeClr>
            </a:solidFill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142" name="Kombinationstegning: figur 3141">
            <a:extLst>
              <a:ext uri="{FF2B5EF4-FFF2-40B4-BE49-F238E27FC236}">
                <a16:creationId xmlns:a16="http://schemas.microsoft.com/office/drawing/2014/main" id="{E16548D0-5F31-273F-1703-88477866AE8A}"/>
              </a:ext>
            </a:extLst>
          </p:cNvPr>
          <p:cNvSpPr/>
          <p:nvPr/>
        </p:nvSpPr>
        <p:spPr>
          <a:xfrm>
            <a:off x="364529" y="8720812"/>
            <a:ext cx="255021" cy="255027"/>
          </a:xfrm>
          <a:custGeom>
            <a:avLst/>
            <a:gdLst>
              <a:gd name="connsiteX0" fmla="*/ 127512 w 255021"/>
              <a:gd name="connsiteY0" fmla="*/ 255028 h 255027"/>
              <a:gd name="connsiteX1" fmla="*/ 217676 w 255021"/>
              <a:gd name="connsiteY1" fmla="*/ 217682 h 255027"/>
              <a:gd name="connsiteX2" fmla="*/ 255022 w 255021"/>
              <a:gd name="connsiteY2" fmla="*/ 127517 h 255027"/>
              <a:gd name="connsiteX3" fmla="*/ 217676 w 255021"/>
              <a:gd name="connsiteY3" fmla="*/ 37352 h 255027"/>
              <a:gd name="connsiteX4" fmla="*/ 127512 w 255021"/>
              <a:gd name="connsiteY4" fmla="*/ 0 h 255027"/>
              <a:gd name="connsiteX5" fmla="*/ 37347 w 255021"/>
              <a:gd name="connsiteY5" fmla="*/ 37352 h 255027"/>
              <a:gd name="connsiteX6" fmla="*/ 0 w 255021"/>
              <a:gd name="connsiteY6" fmla="*/ 127517 h 255027"/>
              <a:gd name="connsiteX7" fmla="*/ 37347 w 255021"/>
              <a:gd name="connsiteY7" fmla="*/ 217682 h 255027"/>
              <a:gd name="connsiteX8" fmla="*/ 127512 w 255021"/>
              <a:gd name="connsiteY8" fmla="*/ 255028 h 2550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5021" h="255027">
                <a:moveTo>
                  <a:pt x="127512" y="255028"/>
                </a:moveTo>
                <a:cubicBezTo>
                  <a:pt x="161328" y="255028"/>
                  <a:pt x="193767" y="241591"/>
                  <a:pt x="217676" y="217682"/>
                </a:cubicBezTo>
                <a:cubicBezTo>
                  <a:pt x="241586" y="193772"/>
                  <a:pt x="255022" y="161333"/>
                  <a:pt x="255022" y="127517"/>
                </a:cubicBezTo>
                <a:cubicBezTo>
                  <a:pt x="255022" y="93701"/>
                  <a:pt x="241586" y="61262"/>
                  <a:pt x="217676" y="37352"/>
                </a:cubicBezTo>
                <a:cubicBezTo>
                  <a:pt x="193767" y="13436"/>
                  <a:pt x="161328" y="0"/>
                  <a:pt x="127512" y="0"/>
                </a:cubicBezTo>
                <a:cubicBezTo>
                  <a:pt x="93695" y="0"/>
                  <a:pt x="61259" y="13436"/>
                  <a:pt x="37347" y="37352"/>
                </a:cubicBezTo>
                <a:cubicBezTo>
                  <a:pt x="13436" y="61262"/>
                  <a:pt x="0" y="93701"/>
                  <a:pt x="0" y="127517"/>
                </a:cubicBezTo>
                <a:cubicBezTo>
                  <a:pt x="0" y="161333"/>
                  <a:pt x="13436" y="193772"/>
                  <a:pt x="37347" y="217682"/>
                </a:cubicBezTo>
                <a:cubicBezTo>
                  <a:pt x="61259" y="241591"/>
                  <a:pt x="93695" y="255028"/>
                  <a:pt x="127512" y="255028"/>
                </a:cubicBezTo>
                <a:close/>
              </a:path>
            </a:pathLst>
          </a:custGeom>
          <a:solidFill>
            <a:srgbClr val="FFF0E1">
              <a:alpha val="95000"/>
            </a:srgbClr>
          </a:solidFill>
          <a:ln w="12700" cap="flat">
            <a:solidFill>
              <a:schemeClr val="accent2">
                <a:lumMod val="50000"/>
                <a:alpha val="95000"/>
              </a:schemeClr>
            </a:solidFill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143" name="Kombinationstegning: figur 3142">
            <a:extLst>
              <a:ext uri="{FF2B5EF4-FFF2-40B4-BE49-F238E27FC236}">
                <a16:creationId xmlns:a16="http://schemas.microsoft.com/office/drawing/2014/main" id="{FCCD3A3D-DE41-3A4C-B3A2-BE3DB3E97974}"/>
              </a:ext>
            </a:extLst>
          </p:cNvPr>
          <p:cNvSpPr/>
          <p:nvPr/>
        </p:nvSpPr>
        <p:spPr>
          <a:xfrm>
            <a:off x="875001" y="8916863"/>
            <a:ext cx="276019" cy="276017"/>
          </a:xfrm>
          <a:custGeom>
            <a:avLst/>
            <a:gdLst>
              <a:gd name="connsiteX0" fmla="*/ 138013 w 276019"/>
              <a:gd name="connsiteY0" fmla="*/ 276017 h 276017"/>
              <a:gd name="connsiteX1" fmla="*/ 235595 w 276019"/>
              <a:gd name="connsiteY1" fmla="*/ 235599 h 276017"/>
              <a:gd name="connsiteX2" fmla="*/ 276019 w 276019"/>
              <a:gd name="connsiteY2" fmla="*/ 138009 h 276017"/>
              <a:gd name="connsiteX3" fmla="*/ 235595 w 276019"/>
              <a:gd name="connsiteY3" fmla="*/ 40419 h 276017"/>
              <a:gd name="connsiteX4" fmla="*/ 138013 w 276019"/>
              <a:gd name="connsiteY4" fmla="*/ 0 h 276017"/>
              <a:gd name="connsiteX5" fmla="*/ 40424 w 276019"/>
              <a:gd name="connsiteY5" fmla="*/ 40419 h 276017"/>
              <a:gd name="connsiteX6" fmla="*/ 0 w 276019"/>
              <a:gd name="connsiteY6" fmla="*/ 138009 h 276017"/>
              <a:gd name="connsiteX7" fmla="*/ 40424 w 276019"/>
              <a:gd name="connsiteY7" fmla="*/ 235599 h 276017"/>
              <a:gd name="connsiteX8" fmla="*/ 138013 w 276019"/>
              <a:gd name="connsiteY8" fmla="*/ 276017 h 2760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76019" h="276017">
                <a:moveTo>
                  <a:pt x="138013" y="276017"/>
                </a:moveTo>
                <a:cubicBezTo>
                  <a:pt x="174608" y="276017"/>
                  <a:pt x="209716" y="261478"/>
                  <a:pt x="235595" y="235599"/>
                </a:cubicBezTo>
                <a:cubicBezTo>
                  <a:pt x="261479" y="209720"/>
                  <a:pt x="276019" y="174611"/>
                  <a:pt x="276019" y="138009"/>
                </a:cubicBezTo>
                <a:cubicBezTo>
                  <a:pt x="276019" y="101406"/>
                  <a:pt x="261479" y="66304"/>
                  <a:pt x="235595" y="40419"/>
                </a:cubicBezTo>
                <a:cubicBezTo>
                  <a:pt x="209716" y="14540"/>
                  <a:pt x="174608" y="0"/>
                  <a:pt x="138013" y="0"/>
                </a:cubicBezTo>
                <a:cubicBezTo>
                  <a:pt x="101411" y="0"/>
                  <a:pt x="66303" y="14540"/>
                  <a:pt x="40424" y="40419"/>
                </a:cubicBezTo>
                <a:cubicBezTo>
                  <a:pt x="14540" y="66304"/>
                  <a:pt x="0" y="101406"/>
                  <a:pt x="0" y="138009"/>
                </a:cubicBezTo>
                <a:cubicBezTo>
                  <a:pt x="0" y="174611"/>
                  <a:pt x="14540" y="209720"/>
                  <a:pt x="40424" y="235599"/>
                </a:cubicBezTo>
                <a:cubicBezTo>
                  <a:pt x="66303" y="261478"/>
                  <a:pt x="101411" y="276017"/>
                  <a:pt x="138013" y="276017"/>
                </a:cubicBezTo>
                <a:close/>
              </a:path>
            </a:pathLst>
          </a:custGeom>
          <a:solidFill>
            <a:srgbClr val="FEE5CC">
              <a:alpha val="95000"/>
            </a:srgbClr>
          </a:solidFill>
          <a:ln w="12700" cap="flat">
            <a:solidFill>
              <a:schemeClr val="accent2">
                <a:lumMod val="50000"/>
                <a:alpha val="95000"/>
              </a:schemeClr>
            </a:solidFill>
            <a:prstDash val="solid"/>
            <a:round/>
          </a:ln>
        </p:spPr>
        <p:txBody>
          <a:bodyPr rtlCol="0" anchor="ctr"/>
          <a:lstStyle/>
          <a:p>
            <a:endParaRPr lang="en-GB" dirty="0"/>
          </a:p>
        </p:txBody>
      </p:sp>
      <p:sp>
        <p:nvSpPr>
          <p:cNvPr id="3144" name="Kombinationstegning: figur 3143">
            <a:extLst>
              <a:ext uri="{FF2B5EF4-FFF2-40B4-BE49-F238E27FC236}">
                <a16:creationId xmlns:a16="http://schemas.microsoft.com/office/drawing/2014/main" id="{C0FF771E-32F9-4477-6977-45A435C6BA36}"/>
              </a:ext>
            </a:extLst>
          </p:cNvPr>
          <p:cNvSpPr/>
          <p:nvPr/>
        </p:nvSpPr>
        <p:spPr>
          <a:xfrm>
            <a:off x="2367644" y="9022805"/>
            <a:ext cx="347539" cy="347539"/>
          </a:xfrm>
          <a:custGeom>
            <a:avLst/>
            <a:gdLst>
              <a:gd name="connsiteX0" fmla="*/ 173767 w 347539"/>
              <a:gd name="connsiteY0" fmla="*/ 347540 h 347539"/>
              <a:gd name="connsiteX1" fmla="*/ 296643 w 347539"/>
              <a:gd name="connsiteY1" fmla="*/ 296647 h 347539"/>
              <a:gd name="connsiteX2" fmla="*/ 347540 w 347539"/>
              <a:gd name="connsiteY2" fmla="*/ 173770 h 347539"/>
              <a:gd name="connsiteX3" fmla="*/ 296643 w 347539"/>
              <a:gd name="connsiteY3" fmla="*/ 50892 h 347539"/>
              <a:gd name="connsiteX4" fmla="*/ 173767 w 347539"/>
              <a:gd name="connsiteY4" fmla="*/ 0 h 347539"/>
              <a:gd name="connsiteX5" fmla="*/ 50897 w 347539"/>
              <a:gd name="connsiteY5" fmla="*/ 50892 h 347539"/>
              <a:gd name="connsiteX6" fmla="*/ 0 w 347539"/>
              <a:gd name="connsiteY6" fmla="*/ 173770 h 347539"/>
              <a:gd name="connsiteX7" fmla="*/ 50897 w 347539"/>
              <a:gd name="connsiteY7" fmla="*/ 296647 h 347539"/>
              <a:gd name="connsiteX8" fmla="*/ 173767 w 347539"/>
              <a:gd name="connsiteY8" fmla="*/ 347540 h 3475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47539" h="347539">
                <a:moveTo>
                  <a:pt x="173767" y="347540"/>
                </a:moveTo>
                <a:cubicBezTo>
                  <a:pt x="219854" y="347540"/>
                  <a:pt x="264058" y="329232"/>
                  <a:pt x="296643" y="296647"/>
                </a:cubicBezTo>
                <a:cubicBezTo>
                  <a:pt x="329227" y="264057"/>
                  <a:pt x="347540" y="219852"/>
                  <a:pt x="347540" y="173770"/>
                </a:cubicBezTo>
                <a:cubicBezTo>
                  <a:pt x="347540" y="127688"/>
                  <a:pt x="329227" y="83483"/>
                  <a:pt x="296643" y="50892"/>
                </a:cubicBezTo>
                <a:cubicBezTo>
                  <a:pt x="264058" y="18307"/>
                  <a:pt x="219854" y="0"/>
                  <a:pt x="173767" y="0"/>
                </a:cubicBezTo>
                <a:cubicBezTo>
                  <a:pt x="127686" y="0"/>
                  <a:pt x="83482" y="18307"/>
                  <a:pt x="50897" y="50892"/>
                </a:cubicBezTo>
                <a:cubicBezTo>
                  <a:pt x="18307" y="83483"/>
                  <a:pt x="0" y="127688"/>
                  <a:pt x="0" y="173770"/>
                </a:cubicBezTo>
                <a:cubicBezTo>
                  <a:pt x="0" y="219852"/>
                  <a:pt x="18307" y="264057"/>
                  <a:pt x="50897" y="296647"/>
                </a:cubicBezTo>
                <a:cubicBezTo>
                  <a:pt x="83482" y="329232"/>
                  <a:pt x="127686" y="347540"/>
                  <a:pt x="173767" y="347540"/>
                </a:cubicBezTo>
                <a:close/>
              </a:path>
            </a:pathLst>
          </a:custGeom>
          <a:solidFill>
            <a:srgbClr val="FD9344">
              <a:alpha val="95000"/>
            </a:srgbClr>
          </a:solidFill>
          <a:ln w="12700" cap="flat">
            <a:solidFill>
              <a:schemeClr val="accent2">
                <a:lumMod val="50000"/>
                <a:alpha val="95000"/>
              </a:schemeClr>
            </a:solidFill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145" name="Kombinationstegning: figur 3144">
            <a:extLst>
              <a:ext uri="{FF2B5EF4-FFF2-40B4-BE49-F238E27FC236}">
                <a16:creationId xmlns:a16="http://schemas.microsoft.com/office/drawing/2014/main" id="{FAD5B48D-540A-EAAF-6AC4-CC41D63BFCF9}"/>
              </a:ext>
            </a:extLst>
          </p:cNvPr>
          <p:cNvSpPr/>
          <p:nvPr/>
        </p:nvSpPr>
        <p:spPr>
          <a:xfrm>
            <a:off x="3184825" y="8976022"/>
            <a:ext cx="347540" cy="347545"/>
          </a:xfrm>
          <a:custGeom>
            <a:avLst/>
            <a:gdLst>
              <a:gd name="connsiteX0" fmla="*/ 173767 w 347540"/>
              <a:gd name="connsiteY0" fmla="*/ 347546 h 347545"/>
              <a:gd name="connsiteX1" fmla="*/ 296643 w 347540"/>
              <a:gd name="connsiteY1" fmla="*/ 296647 h 347545"/>
              <a:gd name="connsiteX2" fmla="*/ 347540 w 347540"/>
              <a:gd name="connsiteY2" fmla="*/ 173770 h 347545"/>
              <a:gd name="connsiteX3" fmla="*/ 296643 w 347540"/>
              <a:gd name="connsiteY3" fmla="*/ 50898 h 347545"/>
              <a:gd name="connsiteX4" fmla="*/ 173767 w 347540"/>
              <a:gd name="connsiteY4" fmla="*/ 0 h 347545"/>
              <a:gd name="connsiteX5" fmla="*/ 50897 w 347540"/>
              <a:gd name="connsiteY5" fmla="*/ 50898 h 347545"/>
              <a:gd name="connsiteX6" fmla="*/ 0 w 347540"/>
              <a:gd name="connsiteY6" fmla="*/ 173770 h 347545"/>
              <a:gd name="connsiteX7" fmla="*/ 50897 w 347540"/>
              <a:gd name="connsiteY7" fmla="*/ 296647 h 347545"/>
              <a:gd name="connsiteX8" fmla="*/ 173767 w 347540"/>
              <a:gd name="connsiteY8" fmla="*/ 347546 h 3475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47540" h="347545">
                <a:moveTo>
                  <a:pt x="173767" y="347546"/>
                </a:moveTo>
                <a:cubicBezTo>
                  <a:pt x="219855" y="347546"/>
                  <a:pt x="264058" y="329232"/>
                  <a:pt x="296643" y="296647"/>
                </a:cubicBezTo>
                <a:cubicBezTo>
                  <a:pt x="329227" y="264056"/>
                  <a:pt x="347540" y="219858"/>
                  <a:pt x="347540" y="173770"/>
                </a:cubicBezTo>
                <a:cubicBezTo>
                  <a:pt x="347540" y="127688"/>
                  <a:pt x="329227" y="83483"/>
                  <a:pt x="296643" y="50898"/>
                </a:cubicBezTo>
                <a:cubicBezTo>
                  <a:pt x="264058" y="18307"/>
                  <a:pt x="219855" y="0"/>
                  <a:pt x="173767" y="0"/>
                </a:cubicBezTo>
                <a:cubicBezTo>
                  <a:pt x="127686" y="0"/>
                  <a:pt x="83482" y="18307"/>
                  <a:pt x="50897" y="50898"/>
                </a:cubicBezTo>
                <a:cubicBezTo>
                  <a:pt x="18307" y="83483"/>
                  <a:pt x="0" y="127688"/>
                  <a:pt x="0" y="173770"/>
                </a:cubicBezTo>
                <a:cubicBezTo>
                  <a:pt x="0" y="219858"/>
                  <a:pt x="18307" y="264056"/>
                  <a:pt x="50897" y="296647"/>
                </a:cubicBezTo>
                <a:cubicBezTo>
                  <a:pt x="83482" y="329232"/>
                  <a:pt x="127686" y="347546"/>
                  <a:pt x="173767" y="347546"/>
                </a:cubicBezTo>
                <a:close/>
              </a:path>
            </a:pathLst>
          </a:custGeom>
          <a:solidFill>
            <a:srgbClr val="FD9344">
              <a:alpha val="95000"/>
            </a:srgbClr>
          </a:solidFill>
          <a:ln w="12700" cap="flat">
            <a:solidFill>
              <a:schemeClr val="accent2">
                <a:lumMod val="50000"/>
                <a:alpha val="95000"/>
              </a:schemeClr>
            </a:solidFill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146" name="Kombinationstegning: figur 3145">
            <a:extLst>
              <a:ext uri="{FF2B5EF4-FFF2-40B4-BE49-F238E27FC236}">
                <a16:creationId xmlns:a16="http://schemas.microsoft.com/office/drawing/2014/main" id="{37C041BD-A413-FEC5-1A0A-04C77415D88C}"/>
              </a:ext>
            </a:extLst>
          </p:cNvPr>
          <p:cNvSpPr/>
          <p:nvPr/>
        </p:nvSpPr>
        <p:spPr>
          <a:xfrm>
            <a:off x="1140296" y="9208683"/>
            <a:ext cx="243849" cy="243853"/>
          </a:xfrm>
          <a:custGeom>
            <a:avLst/>
            <a:gdLst>
              <a:gd name="connsiteX0" fmla="*/ 121925 w 243849"/>
              <a:gd name="connsiteY0" fmla="*/ 243853 h 243853"/>
              <a:gd name="connsiteX1" fmla="*/ 208137 w 243849"/>
              <a:gd name="connsiteY1" fmla="*/ 208141 h 243853"/>
              <a:gd name="connsiteX2" fmla="*/ 243849 w 243849"/>
              <a:gd name="connsiteY2" fmla="*/ 121927 h 243853"/>
              <a:gd name="connsiteX3" fmla="*/ 208137 w 243849"/>
              <a:gd name="connsiteY3" fmla="*/ 35712 h 243853"/>
              <a:gd name="connsiteX4" fmla="*/ 121925 w 243849"/>
              <a:gd name="connsiteY4" fmla="*/ 0 h 243853"/>
              <a:gd name="connsiteX5" fmla="*/ 35712 w 243849"/>
              <a:gd name="connsiteY5" fmla="*/ 35712 h 243853"/>
              <a:gd name="connsiteX6" fmla="*/ 0 w 243849"/>
              <a:gd name="connsiteY6" fmla="*/ 121927 h 243853"/>
              <a:gd name="connsiteX7" fmla="*/ 35712 w 243849"/>
              <a:gd name="connsiteY7" fmla="*/ 208141 h 243853"/>
              <a:gd name="connsiteX8" fmla="*/ 121925 w 243849"/>
              <a:gd name="connsiteY8" fmla="*/ 243853 h 2438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43849" h="243853">
                <a:moveTo>
                  <a:pt x="121925" y="243853"/>
                </a:moveTo>
                <a:cubicBezTo>
                  <a:pt x="154259" y="243853"/>
                  <a:pt x="185277" y="231002"/>
                  <a:pt x="208137" y="208141"/>
                </a:cubicBezTo>
                <a:cubicBezTo>
                  <a:pt x="231004" y="185273"/>
                  <a:pt x="243849" y="154261"/>
                  <a:pt x="243849" y="121927"/>
                </a:cubicBezTo>
                <a:cubicBezTo>
                  <a:pt x="243849" y="89592"/>
                  <a:pt x="231004" y="58574"/>
                  <a:pt x="208137" y="35712"/>
                </a:cubicBezTo>
                <a:cubicBezTo>
                  <a:pt x="185277" y="12845"/>
                  <a:pt x="154259" y="0"/>
                  <a:pt x="121925" y="0"/>
                </a:cubicBezTo>
                <a:cubicBezTo>
                  <a:pt x="89590" y="0"/>
                  <a:pt x="58579" y="12845"/>
                  <a:pt x="35712" y="35712"/>
                </a:cubicBezTo>
                <a:cubicBezTo>
                  <a:pt x="12845" y="58574"/>
                  <a:pt x="0" y="89592"/>
                  <a:pt x="0" y="121927"/>
                </a:cubicBezTo>
                <a:cubicBezTo>
                  <a:pt x="0" y="154261"/>
                  <a:pt x="12845" y="185273"/>
                  <a:pt x="35712" y="208141"/>
                </a:cubicBezTo>
                <a:cubicBezTo>
                  <a:pt x="58579" y="231002"/>
                  <a:pt x="89590" y="243853"/>
                  <a:pt x="121925" y="243853"/>
                </a:cubicBezTo>
                <a:close/>
              </a:path>
            </a:pathLst>
          </a:custGeom>
          <a:solidFill>
            <a:srgbClr val="FFF5EB">
              <a:alpha val="95000"/>
            </a:srgbClr>
          </a:solidFill>
          <a:ln w="12700" cap="flat">
            <a:solidFill>
              <a:schemeClr val="accent2">
                <a:lumMod val="50000"/>
                <a:alpha val="95000"/>
              </a:schemeClr>
            </a:solidFill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147" name="Kombinationstegning: figur 3146">
            <a:extLst>
              <a:ext uri="{FF2B5EF4-FFF2-40B4-BE49-F238E27FC236}">
                <a16:creationId xmlns:a16="http://schemas.microsoft.com/office/drawing/2014/main" id="{A94B14F4-FED5-2BF1-6E04-7B3D2DF746B5}"/>
              </a:ext>
            </a:extLst>
          </p:cNvPr>
          <p:cNvSpPr/>
          <p:nvPr/>
        </p:nvSpPr>
        <p:spPr>
          <a:xfrm>
            <a:off x="2992496" y="9226734"/>
            <a:ext cx="331110" cy="331115"/>
          </a:xfrm>
          <a:custGeom>
            <a:avLst/>
            <a:gdLst>
              <a:gd name="connsiteX0" fmla="*/ 165555 w 331110"/>
              <a:gd name="connsiteY0" fmla="*/ 331116 h 331115"/>
              <a:gd name="connsiteX1" fmla="*/ 282621 w 331110"/>
              <a:gd name="connsiteY1" fmla="*/ 282626 h 331115"/>
              <a:gd name="connsiteX2" fmla="*/ 331111 w 331110"/>
              <a:gd name="connsiteY2" fmla="*/ 165558 h 331115"/>
              <a:gd name="connsiteX3" fmla="*/ 282621 w 331110"/>
              <a:gd name="connsiteY3" fmla="*/ 48490 h 331115"/>
              <a:gd name="connsiteX4" fmla="*/ 165555 w 331110"/>
              <a:gd name="connsiteY4" fmla="*/ 0 h 331115"/>
              <a:gd name="connsiteX5" fmla="*/ 48489 w 331110"/>
              <a:gd name="connsiteY5" fmla="*/ 48490 h 331115"/>
              <a:gd name="connsiteX6" fmla="*/ 0 w 331110"/>
              <a:gd name="connsiteY6" fmla="*/ 165558 h 331115"/>
              <a:gd name="connsiteX7" fmla="*/ 48489 w 331110"/>
              <a:gd name="connsiteY7" fmla="*/ 282626 h 331115"/>
              <a:gd name="connsiteX8" fmla="*/ 165555 w 331110"/>
              <a:gd name="connsiteY8" fmla="*/ 331116 h 3311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31110" h="331115">
                <a:moveTo>
                  <a:pt x="165555" y="331116"/>
                </a:moveTo>
                <a:cubicBezTo>
                  <a:pt x="209460" y="331116"/>
                  <a:pt x="251573" y="313668"/>
                  <a:pt x="282621" y="282626"/>
                </a:cubicBezTo>
                <a:cubicBezTo>
                  <a:pt x="313663" y="251577"/>
                  <a:pt x="331111" y="209464"/>
                  <a:pt x="331111" y="165558"/>
                </a:cubicBezTo>
                <a:cubicBezTo>
                  <a:pt x="331111" y="121652"/>
                  <a:pt x="313663" y="79539"/>
                  <a:pt x="282621" y="48490"/>
                </a:cubicBezTo>
                <a:cubicBezTo>
                  <a:pt x="251573" y="17442"/>
                  <a:pt x="209460" y="0"/>
                  <a:pt x="165555" y="0"/>
                </a:cubicBezTo>
                <a:cubicBezTo>
                  <a:pt x="121650" y="0"/>
                  <a:pt x="79537" y="17442"/>
                  <a:pt x="48489" y="48490"/>
                </a:cubicBezTo>
                <a:cubicBezTo>
                  <a:pt x="17441" y="79539"/>
                  <a:pt x="0" y="121652"/>
                  <a:pt x="0" y="165558"/>
                </a:cubicBezTo>
                <a:cubicBezTo>
                  <a:pt x="0" y="209464"/>
                  <a:pt x="17441" y="251577"/>
                  <a:pt x="48489" y="282626"/>
                </a:cubicBezTo>
                <a:cubicBezTo>
                  <a:pt x="79537" y="313668"/>
                  <a:pt x="121650" y="331116"/>
                  <a:pt x="165555" y="331116"/>
                </a:cubicBezTo>
                <a:close/>
              </a:path>
            </a:pathLst>
          </a:custGeom>
          <a:solidFill>
            <a:srgbClr val="FDA965">
              <a:alpha val="95000"/>
            </a:srgbClr>
          </a:solidFill>
          <a:ln w="12700" cap="flat">
            <a:solidFill>
              <a:schemeClr val="accent2">
                <a:lumMod val="50000"/>
                <a:alpha val="95000"/>
              </a:schemeClr>
            </a:solidFill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148" name="Kombinationstegning: figur 3147">
            <a:extLst>
              <a:ext uri="{FF2B5EF4-FFF2-40B4-BE49-F238E27FC236}">
                <a16:creationId xmlns:a16="http://schemas.microsoft.com/office/drawing/2014/main" id="{DD293CE3-E1DE-7C85-C18A-7998257A1423}"/>
              </a:ext>
            </a:extLst>
          </p:cNvPr>
          <p:cNvSpPr/>
          <p:nvPr/>
        </p:nvSpPr>
        <p:spPr>
          <a:xfrm>
            <a:off x="3464606" y="9430205"/>
            <a:ext cx="295520" cy="295525"/>
          </a:xfrm>
          <a:custGeom>
            <a:avLst/>
            <a:gdLst>
              <a:gd name="connsiteX0" fmla="*/ 147761 w 295520"/>
              <a:gd name="connsiteY0" fmla="*/ 295526 h 295525"/>
              <a:gd name="connsiteX1" fmla="*/ 252244 w 295520"/>
              <a:gd name="connsiteY1" fmla="*/ 252248 h 295525"/>
              <a:gd name="connsiteX2" fmla="*/ 295521 w 295520"/>
              <a:gd name="connsiteY2" fmla="*/ 147763 h 295525"/>
              <a:gd name="connsiteX3" fmla="*/ 252244 w 295520"/>
              <a:gd name="connsiteY3" fmla="*/ 43278 h 295525"/>
              <a:gd name="connsiteX4" fmla="*/ 147761 w 295520"/>
              <a:gd name="connsiteY4" fmla="*/ 0 h 295525"/>
              <a:gd name="connsiteX5" fmla="*/ 43277 w 295520"/>
              <a:gd name="connsiteY5" fmla="*/ 43278 h 295525"/>
              <a:gd name="connsiteX6" fmla="*/ 0 w 295520"/>
              <a:gd name="connsiteY6" fmla="*/ 147763 h 295525"/>
              <a:gd name="connsiteX7" fmla="*/ 43277 w 295520"/>
              <a:gd name="connsiteY7" fmla="*/ 252248 h 295525"/>
              <a:gd name="connsiteX8" fmla="*/ 147761 w 295520"/>
              <a:gd name="connsiteY8" fmla="*/ 295526 h 295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95520" h="295525">
                <a:moveTo>
                  <a:pt x="147761" y="295526"/>
                </a:moveTo>
                <a:cubicBezTo>
                  <a:pt x="186947" y="295526"/>
                  <a:pt x="224537" y="279962"/>
                  <a:pt x="252244" y="252248"/>
                </a:cubicBezTo>
                <a:cubicBezTo>
                  <a:pt x="279957" y="224540"/>
                  <a:pt x="295521" y="186950"/>
                  <a:pt x="295521" y="147763"/>
                </a:cubicBezTo>
                <a:cubicBezTo>
                  <a:pt x="295521" y="108576"/>
                  <a:pt x="279957" y="70986"/>
                  <a:pt x="252244" y="43278"/>
                </a:cubicBezTo>
                <a:cubicBezTo>
                  <a:pt x="224537" y="15570"/>
                  <a:pt x="186947" y="0"/>
                  <a:pt x="147761" y="0"/>
                </a:cubicBezTo>
                <a:cubicBezTo>
                  <a:pt x="108574" y="0"/>
                  <a:pt x="70985" y="15570"/>
                  <a:pt x="43277" y="43278"/>
                </a:cubicBezTo>
                <a:cubicBezTo>
                  <a:pt x="15570" y="70986"/>
                  <a:pt x="0" y="108576"/>
                  <a:pt x="0" y="147763"/>
                </a:cubicBezTo>
                <a:cubicBezTo>
                  <a:pt x="0" y="186950"/>
                  <a:pt x="15570" y="224540"/>
                  <a:pt x="43277" y="252248"/>
                </a:cubicBezTo>
                <a:cubicBezTo>
                  <a:pt x="70985" y="279962"/>
                  <a:pt x="108574" y="295526"/>
                  <a:pt x="147761" y="295526"/>
                </a:cubicBezTo>
                <a:close/>
              </a:path>
            </a:pathLst>
          </a:custGeom>
          <a:solidFill>
            <a:srgbClr val="FDD6AE">
              <a:alpha val="95000"/>
            </a:srgbClr>
          </a:solidFill>
          <a:ln w="12700" cap="flat">
            <a:solidFill>
              <a:schemeClr val="accent2">
                <a:lumMod val="50000"/>
                <a:alpha val="95000"/>
              </a:schemeClr>
            </a:solidFill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149" name="Kombinationstegning: figur 3148">
            <a:extLst>
              <a:ext uri="{FF2B5EF4-FFF2-40B4-BE49-F238E27FC236}">
                <a16:creationId xmlns:a16="http://schemas.microsoft.com/office/drawing/2014/main" id="{AAED6EC3-350E-EC5A-C34A-FDD46BAEAAAA}"/>
              </a:ext>
            </a:extLst>
          </p:cNvPr>
          <p:cNvSpPr/>
          <p:nvPr/>
        </p:nvSpPr>
        <p:spPr>
          <a:xfrm>
            <a:off x="3964698" y="9324555"/>
            <a:ext cx="295520" cy="295531"/>
          </a:xfrm>
          <a:custGeom>
            <a:avLst/>
            <a:gdLst>
              <a:gd name="connsiteX0" fmla="*/ 147760 w 295520"/>
              <a:gd name="connsiteY0" fmla="*/ 295532 h 295531"/>
              <a:gd name="connsiteX1" fmla="*/ 252244 w 295520"/>
              <a:gd name="connsiteY1" fmla="*/ 252254 h 295531"/>
              <a:gd name="connsiteX2" fmla="*/ 295521 w 295520"/>
              <a:gd name="connsiteY2" fmla="*/ 147769 h 295531"/>
              <a:gd name="connsiteX3" fmla="*/ 252244 w 295520"/>
              <a:gd name="connsiteY3" fmla="*/ 43284 h 295531"/>
              <a:gd name="connsiteX4" fmla="*/ 147760 w 295520"/>
              <a:gd name="connsiteY4" fmla="*/ 0 h 295531"/>
              <a:gd name="connsiteX5" fmla="*/ 43277 w 295520"/>
              <a:gd name="connsiteY5" fmla="*/ 43284 h 295531"/>
              <a:gd name="connsiteX6" fmla="*/ 0 w 295520"/>
              <a:gd name="connsiteY6" fmla="*/ 147769 h 295531"/>
              <a:gd name="connsiteX7" fmla="*/ 43277 w 295520"/>
              <a:gd name="connsiteY7" fmla="*/ 252254 h 295531"/>
              <a:gd name="connsiteX8" fmla="*/ 147760 w 295520"/>
              <a:gd name="connsiteY8" fmla="*/ 295532 h 2955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95520" h="295531">
                <a:moveTo>
                  <a:pt x="147760" y="295532"/>
                </a:moveTo>
                <a:cubicBezTo>
                  <a:pt x="186947" y="295532"/>
                  <a:pt x="224537" y="279962"/>
                  <a:pt x="252244" y="252254"/>
                </a:cubicBezTo>
                <a:cubicBezTo>
                  <a:pt x="279951" y="224546"/>
                  <a:pt x="295521" y="186956"/>
                  <a:pt x="295521" y="147769"/>
                </a:cubicBezTo>
                <a:cubicBezTo>
                  <a:pt x="295521" y="108582"/>
                  <a:pt x="279951" y="70992"/>
                  <a:pt x="252244" y="43284"/>
                </a:cubicBezTo>
                <a:cubicBezTo>
                  <a:pt x="224537" y="15570"/>
                  <a:pt x="186947" y="0"/>
                  <a:pt x="147760" y="0"/>
                </a:cubicBezTo>
                <a:cubicBezTo>
                  <a:pt x="108574" y="0"/>
                  <a:pt x="70984" y="15570"/>
                  <a:pt x="43277" y="43284"/>
                </a:cubicBezTo>
                <a:cubicBezTo>
                  <a:pt x="15570" y="70992"/>
                  <a:pt x="0" y="108582"/>
                  <a:pt x="0" y="147769"/>
                </a:cubicBezTo>
                <a:cubicBezTo>
                  <a:pt x="0" y="186956"/>
                  <a:pt x="15570" y="224546"/>
                  <a:pt x="43277" y="252254"/>
                </a:cubicBezTo>
                <a:cubicBezTo>
                  <a:pt x="70984" y="279962"/>
                  <a:pt x="108574" y="295532"/>
                  <a:pt x="147760" y="295532"/>
                </a:cubicBezTo>
                <a:close/>
              </a:path>
            </a:pathLst>
          </a:custGeom>
          <a:solidFill>
            <a:srgbClr val="FDD6AE">
              <a:alpha val="95000"/>
            </a:srgbClr>
          </a:solidFill>
          <a:ln w="12700" cap="flat">
            <a:solidFill>
              <a:schemeClr val="accent2">
                <a:lumMod val="50000"/>
                <a:alpha val="95000"/>
              </a:schemeClr>
            </a:solidFill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150" name="Kombinationstegning: figur 3149">
            <a:extLst>
              <a:ext uri="{FF2B5EF4-FFF2-40B4-BE49-F238E27FC236}">
                <a16:creationId xmlns:a16="http://schemas.microsoft.com/office/drawing/2014/main" id="{18B6B0FF-77CD-7CC3-F753-F45566EFA781}"/>
              </a:ext>
            </a:extLst>
          </p:cNvPr>
          <p:cNvSpPr/>
          <p:nvPr/>
        </p:nvSpPr>
        <p:spPr>
          <a:xfrm>
            <a:off x="2301860" y="9292995"/>
            <a:ext cx="313821" cy="313832"/>
          </a:xfrm>
          <a:custGeom>
            <a:avLst/>
            <a:gdLst>
              <a:gd name="connsiteX0" fmla="*/ 156911 w 313821"/>
              <a:gd name="connsiteY0" fmla="*/ 313833 h 313832"/>
              <a:gd name="connsiteX1" fmla="*/ 267862 w 313821"/>
              <a:gd name="connsiteY1" fmla="*/ 267873 h 313832"/>
              <a:gd name="connsiteX2" fmla="*/ 313822 w 313821"/>
              <a:gd name="connsiteY2" fmla="*/ 156913 h 313832"/>
              <a:gd name="connsiteX3" fmla="*/ 267862 w 313821"/>
              <a:gd name="connsiteY3" fmla="*/ 45960 h 313832"/>
              <a:gd name="connsiteX4" fmla="*/ 156911 w 313821"/>
              <a:gd name="connsiteY4" fmla="*/ 0 h 313832"/>
              <a:gd name="connsiteX5" fmla="*/ 45959 w 313821"/>
              <a:gd name="connsiteY5" fmla="*/ 45960 h 313832"/>
              <a:gd name="connsiteX6" fmla="*/ 0 w 313821"/>
              <a:gd name="connsiteY6" fmla="*/ 156913 h 313832"/>
              <a:gd name="connsiteX7" fmla="*/ 45959 w 313821"/>
              <a:gd name="connsiteY7" fmla="*/ 267873 h 313832"/>
              <a:gd name="connsiteX8" fmla="*/ 156911 w 313821"/>
              <a:gd name="connsiteY8" fmla="*/ 313833 h 313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13821" h="313832">
                <a:moveTo>
                  <a:pt x="156911" y="313833"/>
                </a:moveTo>
                <a:cubicBezTo>
                  <a:pt x="198524" y="313833"/>
                  <a:pt x="238436" y="297294"/>
                  <a:pt x="267862" y="267873"/>
                </a:cubicBezTo>
                <a:cubicBezTo>
                  <a:pt x="297289" y="238446"/>
                  <a:pt x="313822" y="198533"/>
                  <a:pt x="313822" y="156913"/>
                </a:cubicBezTo>
                <a:cubicBezTo>
                  <a:pt x="313822" y="115300"/>
                  <a:pt x="297289" y="75387"/>
                  <a:pt x="267862" y="45960"/>
                </a:cubicBezTo>
                <a:cubicBezTo>
                  <a:pt x="238436" y="16533"/>
                  <a:pt x="198524" y="0"/>
                  <a:pt x="156911" y="0"/>
                </a:cubicBezTo>
                <a:cubicBezTo>
                  <a:pt x="115298" y="0"/>
                  <a:pt x="75380" y="16533"/>
                  <a:pt x="45959" y="45960"/>
                </a:cubicBezTo>
                <a:cubicBezTo>
                  <a:pt x="16533" y="75387"/>
                  <a:pt x="0" y="115300"/>
                  <a:pt x="0" y="156913"/>
                </a:cubicBezTo>
                <a:cubicBezTo>
                  <a:pt x="0" y="198533"/>
                  <a:pt x="16533" y="238446"/>
                  <a:pt x="45959" y="267873"/>
                </a:cubicBezTo>
                <a:cubicBezTo>
                  <a:pt x="75380" y="297294"/>
                  <a:pt x="115298" y="313833"/>
                  <a:pt x="156911" y="313833"/>
                </a:cubicBezTo>
                <a:close/>
              </a:path>
            </a:pathLst>
          </a:custGeom>
          <a:solidFill>
            <a:srgbClr val="FDC28B">
              <a:alpha val="95000"/>
            </a:srgbClr>
          </a:solidFill>
          <a:ln w="12700" cap="flat">
            <a:solidFill>
              <a:schemeClr val="accent2">
                <a:lumMod val="50000"/>
                <a:alpha val="95000"/>
              </a:schemeClr>
            </a:solidFill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151" name="Kombinationstegning: figur 3150">
            <a:extLst>
              <a:ext uri="{FF2B5EF4-FFF2-40B4-BE49-F238E27FC236}">
                <a16:creationId xmlns:a16="http://schemas.microsoft.com/office/drawing/2014/main" id="{7A00CD47-5DDE-6CED-8EF3-4D72C2CCCF93}"/>
              </a:ext>
            </a:extLst>
          </p:cNvPr>
          <p:cNvSpPr/>
          <p:nvPr/>
        </p:nvSpPr>
        <p:spPr>
          <a:xfrm>
            <a:off x="4360099" y="9191375"/>
            <a:ext cx="295526" cy="295531"/>
          </a:xfrm>
          <a:custGeom>
            <a:avLst/>
            <a:gdLst>
              <a:gd name="connsiteX0" fmla="*/ 147767 w 295526"/>
              <a:gd name="connsiteY0" fmla="*/ 295532 h 295531"/>
              <a:gd name="connsiteX1" fmla="*/ 252250 w 295526"/>
              <a:gd name="connsiteY1" fmla="*/ 252254 h 295531"/>
              <a:gd name="connsiteX2" fmla="*/ 295527 w 295526"/>
              <a:gd name="connsiteY2" fmla="*/ 147769 h 295531"/>
              <a:gd name="connsiteX3" fmla="*/ 252250 w 295526"/>
              <a:gd name="connsiteY3" fmla="*/ 43284 h 295531"/>
              <a:gd name="connsiteX4" fmla="*/ 147767 w 295526"/>
              <a:gd name="connsiteY4" fmla="*/ 0 h 295531"/>
              <a:gd name="connsiteX5" fmla="*/ 43283 w 295526"/>
              <a:gd name="connsiteY5" fmla="*/ 43284 h 295531"/>
              <a:gd name="connsiteX6" fmla="*/ 0 w 295526"/>
              <a:gd name="connsiteY6" fmla="*/ 147769 h 295531"/>
              <a:gd name="connsiteX7" fmla="*/ 43283 w 295526"/>
              <a:gd name="connsiteY7" fmla="*/ 252254 h 295531"/>
              <a:gd name="connsiteX8" fmla="*/ 147767 w 295526"/>
              <a:gd name="connsiteY8" fmla="*/ 295532 h 2955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95526" h="295531">
                <a:moveTo>
                  <a:pt x="147767" y="295532"/>
                </a:moveTo>
                <a:cubicBezTo>
                  <a:pt x="186953" y="295532"/>
                  <a:pt x="224542" y="279962"/>
                  <a:pt x="252250" y="252254"/>
                </a:cubicBezTo>
                <a:cubicBezTo>
                  <a:pt x="279957" y="224540"/>
                  <a:pt x="295527" y="186956"/>
                  <a:pt x="295527" y="147769"/>
                </a:cubicBezTo>
                <a:cubicBezTo>
                  <a:pt x="295527" y="108582"/>
                  <a:pt x="279957" y="70992"/>
                  <a:pt x="252250" y="43284"/>
                </a:cubicBezTo>
                <a:cubicBezTo>
                  <a:pt x="224542" y="15570"/>
                  <a:pt x="186953" y="0"/>
                  <a:pt x="147767" y="0"/>
                </a:cubicBezTo>
                <a:cubicBezTo>
                  <a:pt x="108580" y="0"/>
                  <a:pt x="70991" y="15570"/>
                  <a:pt x="43283" y="43284"/>
                </a:cubicBezTo>
                <a:cubicBezTo>
                  <a:pt x="15570" y="70992"/>
                  <a:pt x="0" y="108582"/>
                  <a:pt x="0" y="147769"/>
                </a:cubicBezTo>
                <a:cubicBezTo>
                  <a:pt x="0" y="186956"/>
                  <a:pt x="15570" y="224540"/>
                  <a:pt x="43283" y="252254"/>
                </a:cubicBezTo>
                <a:cubicBezTo>
                  <a:pt x="70991" y="279962"/>
                  <a:pt x="108580" y="295532"/>
                  <a:pt x="147767" y="295532"/>
                </a:cubicBezTo>
                <a:close/>
              </a:path>
            </a:pathLst>
          </a:custGeom>
          <a:solidFill>
            <a:srgbClr val="FDD6AE">
              <a:alpha val="95000"/>
            </a:srgbClr>
          </a:solidFill>
          <a:ln w="12700" cap="flat">
            <a:solidFill>
              <a:schemeClr val="accent2">
                <a:lumMod val="50000"/>
                <a:alpha val="95000"/>
              </a:schemeClr>
            </a:solidFill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152" name="Kombinationstegning: figur 3151">
            <a:extLst>
              <a:ext uri="{FF2B5EF4-FFF2-40B4-BE49-F238E27FC236}">
                <a16:creationId xmlns:a16="http://schemas.microsoft.com/office/drawing/2014/main" id="{96618A2F-2317-80DE-EADC-AA72C685F547}"/>
              </a:ext>
            </a:extLst>
          </p:cNvPr>
          <p:cNvSpPr/>
          <p:nvPr/>
        </p:nvSpPr>
        <p:spPr>
          <a:xfrm>
            <a:off x="3837597" y="8877591"/>
            <a:ext cx="322581" cy="322587"/>
          </a:xfrm>
          <a:custGeom>
            <a:avLst/>
            <a:gdLst>
              <a:gd name="connsiteX0" fmla="*/ 161294 w 322581"/>
              <a:gd name="connsiteY0" fmla="*/ 322587 h 322587"/>
              <a:gd name="connsiteX1" fmla="*/ 275342 w 322581"/>
              <a:gd name="connsiteY1" fmla="*/ 275347 h 322587"/>
              <a:gd name="connsiteX2" fmla="*/ 322582 w 322581"/>
              <a:gd name="connsiteY2" fmla="*/ 161297 h 322587"/>
              <a:gd name="connsiteX3" fmla="*/ 275342 w 322581"/>
              <a:gd name="connsiteY3" fmla="*/ 47240 h 322587"/>
              <a:gd name="connsiteX4" fmla="*/ 161294 w 322581"/>
              <a:gd name="connsiteY4" fmla="*/ 0 h 322587"/>
              <a:gd name="connsiteX5" fmla="*/ 47246 w 322581"/>
              <a:gd name="connsiteY5" fmla="*/ 47240 h 322587"/>
              <a:gd name="connsiteX6" fmla="*/ 0 w 322581"/>
              <a:gd name="connsiteY6" fmla="*/ 161297 h 322587"/>
              <a:gd name="connsiteX7" fmla="*/ 47246 w 322581"/>
              <a:gd name="connsiteY7" fmla="*/ 275347 h 322587"/>
              <a:gd name="connsiteX8" fmla="*/ 161294 w 322581"/>
              <a:gd name="connsiteY8" fmla="*/ 322587 h 3225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22581" h="322587">
                <a:moveTo>
                  <a:pt x="161294" y="322587"/>
                </a:moveTo>
                <a:cubicBezTo>
                  <a:pt x="204071" y="322587"/>
                  <a:pt x="245099" y="305591"/>
                  <a:pt x="275342" y="275347"/>
                </a:cubicBezTo>
                <a:cubicBezTo>
                  <a:pt x="305592" y="245097"/>
                  <a:pt x="322582" y="204068"/>
                  <a:pt x="322582" y="161297"/>
                </a:cubicBezTo>
                <a:cubicBezTo>
                  <a:pt x="322582" y="118519"/>
                  <a:pt x="305592" y="77490"/>
                  <a:pt x="275342" y="47240"/>
                </a:cubicBezTo>
                <a:cubicBezTo>
                  <a:pt x="245099" y="16997"/>
                  <a:pt x="204071" y="0"/>
                  <a:pt x="161294" y="0"/>
                </a:cubicBezTo>
                <a:cubicBezTo>
                  <a:pt x="118517" y="0"/>
                  <a:pt x="77489" y="16997"/>
                  <a:pt x="47246" y="47240"/>
                </a:cubicBezTo>
                <a:cubicBezTo>
                  <a:pt x="16996" y="77490"/>
                  <a:pt x="0" y="118519"/>
                  <a:pt x="0" y="161297"/>
                </a:cubicBezTo>
                <a:cubicBezTo>
                  <a:pt x="0" y="204068"/>
                  <a:pt x="16996" y="245097"/>
                  <a:pt x="47246" y="275347"/>
                </a:cubicBezTo>
                <a:cubicBezTo>
                  <a:pt x="77489" y="305591"/>
                  <a:pt x="118517" y="322587"/>
                  <a:pt x="161294" y="322587"/>
                </a:cubicBezTo>
                <a:close/>
              </a:path>
            </a:pathLst>
          </a:custGeom>
          <a:solidFill>
            <a:srgbClr val="FDB576">
              <a:alpha val="95000"/>
            </a:srgbClr>
          </a:solidFill>
          <a:ln w="12700" cap="flat">
            <a:solidFill>
              <a:schemeClr val="accent2">
                <a:lumMod val="50000"/>
                <a:alpha val="95000"/>
              </a:schemeClr>
            </a:solidFill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153" name="Kombinationstegning: figur 3152">
            <a:extLst>
              <a:ext uri="{FF2B5EF4-FFF2-40B4-BE49-F238E27FC236}">
                <a16:creationId xmlns:a16="http://schemas.microsoft.com/office/drawing/2014/main" id="{13073402-74A6-6845-DB06-52373FCAF3A9}"/>
              </a:ext>
            </a:extLst>
          </p:cNvPr>
          <p:cNvSpPr/>
          <p:nvPr/>
        </p:nvSpPr>
        <p:spPr>
          <a:xfrm>
            <a:off x="4788969" y="9075118"/>
            <a:ext cx="295526" cy="295531"/>
          </a:xfrm>
          <a:custGeom>
            <a:avLst/>
            <a:gdLst>
              <a:gd name="connsiteX0" fmla="*/ 147760 w 295526"/>
              <a:gd name="connsiteY0" fmla="*/ 295532 h 295531"/>
              <a:gd name="connsiteX1" fmla="*/ 252250 w 295526"/>
              <a:gd name="connsiteY1" fmla="*/ 252248 h 295531"/>
              <a:gd name="connsiteX2" fmla="*/ 295527 w 295526"/>
              <a:gd name="connsiteY2" fmla="*/ 147763 h 295531"/>
              <a:gd name="connsiteX3" fmla="*/ 252250 w 295526"/>
              <a:gd name="connsiteY3" fmla="*/ 43278 h 295531"/>
              <a:gd name="connsiteX4" fmla="*/ 147760 w 295526"/>
              <a:gd name="connsiteY4" fmla="*/ 0 h 295531"/>
              <a:gd name="connsiteX5" fmla="*/ 43277 w 295526"/>
              <a:gd name="connsiteY5" fmla="*/ 43278 h 295531"/>
              <a:gd name="connsiteX6" fmla="*/ 0 w 295526"/>
              <a:gd name="connsiteY6" fmla="*/ 147763 h 295531"/>
              <a:gd name="connsiteX7" fmla="*/ 43277 w 295526"/>
              <a:gd name="connsiteY7" fmla="*/ 252248 h 295531"/>
              <a:gd name="connsiteX8" fmla="*/ 147760 w 295526"/>
              <a:gd name="connsiteY8" fmla="*/ 295532 h 2955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95526" h="295531">
                <a:moveTo>
                  <a:pt x="147760" y="295532"/>
                </a:moveTo>
                <a:cubicBezTo>
                  <a:pt x="186953" y="295532"/>
                  <a:pt x="224536" y="279962"/>
                  <a:pt x="252250" y="252248"/>
                </a:cubicBezTo>
                <a:cubicBezTo>
                  <a:pt x="279957" y="224540"/>
                  <a:pt x="295527" y="186950"/>
                  <a:pt x="295527" y="147763"/>
                </a:cubicBezTo>
                <a:cubicBezTo>
                  <a:pt x="295527" y="108576"/>
                  <a:pt x="279957" y="70992"/>
                  <a:pt x="252250" y="43278"/>
                </a:cubicBezTo>
                <a:cubicBezTo>
                  <a:pt x="224536" y="15570"/>
                  <a:pt x="186953" y="0"/>
                  <a:pt x="147760" y="0"/>
                </a:cubicBezTo>
                <a:cubicBezTo>
                  <a:pt x="108574" y="0"/>
                  <a:pt x="70990" y="15570"/>
                  <a:pt x="43277" y="43278"/>
                </a:cubicBezTo>
                <a:cubicBezTo>
                  <a:pt x="15569" y="70992"/>
                  <a:pt x="0" y="108576"/>
                  <a:pt x="0" y="147763"/>
                </a:cubicBezTo>
                <a:cubicBezTo>
                  <a:pt x="0" y="186950"/>
                  <a:pt x="15569" y="224540"/>
                  <a:pt x="43277" y="252248"/>
                </a:cubicBezTo>
                <a:cubicBezTo>
                  <a:pt x="70990" y="279962"/>
                  <a:pt x="108574" y="295532"/>
                  <a:pt x="147760" y="295532"/>
                </a:cubicBezTo>
                <a:close/>
              </a:path>
            </a:pathLst>
          </a:custGeom>
          <a:solidFill>
            <a:srgbClr val="FDD6AE">
              <a:alpha val="95000"/>
            </a:srgbClr>
          </a:solidFill>
          <a:ln w="12700" cap="flat">
            <a:solidFill>
              <a:schemeClr val="accent2">
                <a:lumMod val="50000"/>
                <a:alpha val="95000"/>
              </a:schemeClr>
            </a:solidFill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154" name="Kombinationstegning: figur 3153">
            <a:extLst>
              <a:ext uri="{FF2B5EF4-FFF2-40B4-BE49-F238E27FC236}">
                <a16:creationId xmlns:a16="http://schemas.microsoft.com/office/drawing/2014/main" id="{AA5A3388-D0FC-2770-264A-8100ABB23793}"/>
              </a:ext>
            </a:extLst>
          </p:cNvPr>
          <p:cNvSpPr/>
          <p:nvPr/>
        </p:nvSpPr>
        <p:spPr>
          <a:xfrm>
            <a:off x="4555837" y="8880664"/>
            <a:ext cx="295526" cy="295531"/>
          </a:xfrm>
          <a:custGeom>
            <a:avLst/>
            <a:gdLst>
              <a:gd name="connsiteX0" fmla="*/ 147760 w 295526"/>
              <a:gd name="connsiteY0" fmla="*/ 295532 h 295531"/>
              <a:gd name="connsiteX1" fmla="*/ 252250 w 295526"/>
              <a:gd name="connsiteY1" fmla="*/ 252254 h 295531"/>
              <a:gd name="connsiteX2" fmla="*/ 295527 w 295526"/>
              <a:gd name="connsiteY2" fmla="*/ 147769 h 295531"/>
              <a:gd name="connsiteX3" fmla="*/ 252250 w 295526"/>
              <a:gd name="connsiteY3" fmla="*/ 43278 h 295531"/>
              <a:gd name="connsiteX4" fmla="*/ 147760 w 295526"/>
              <a:gd name="connsiteY4" fmla="*/ 0 h 295531"/>
              <a:gd name="connsiteX5" fmla="*/ 43277 w 295526"/>
              <a:gd name="connsiteY5" fmla="*/ 43278 h 295531"/>
              <a:gd name="connsiteX6" fmla="*/ 0 w 295526"/>
              <a:gd name="connsiteY6" fmla="*/ 147769 h 295531"/>
              <a:gd name="connsiteX7" fmla="*/ 43277 w 295526"/>
              <a:gd name="connsiteY7" fmla="*/ 252254 h 295531"/>
              <a:gd name="connsiteX8" fmla="*/ 147760 w 295526"/>
              <a:gd name="connsiteY8" fmla="*/ 295532 h 2955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95526" h="295531">
                <a:moveTo>
                  <a:pt x="147760" y="295532"/>
                </a:moveTo>
                <a:cubicBezTo>
                  <a:pt x="186953" y="295532"/>
                  <a:pt x="224536" y="279962"/>
                  <a:pt x="252250" y="252254"/>
                </a:cubicBezTo>
                <a:cubicBezTo>
                  <a:pt x="279957" y="224540"/>
                  <a:pt x="295527" y="186956"/>
                  <a:pt x="295527" y="147769"/>
                </a:cubicBezTo>
                <a:cubicBezTo>
                  <a:pt x="295527" y="108576"/>
                  <a:pt x="279957" y="70992"/>
                  <a:pt x="252250" y="43278"/>
                </a:cubicBezTo>
                <a:cubicBezTo>
                  <a:pt x="224536" y="15570"/>
                  <a:pt x="186953" y="0"/>
                  <a:pt x="147760" y="0"/>
                </a:cubicBezTo>
                <a:cubicBezTo>
                  <a:pt x="108574" y="0"/>
                  <a:pt x="70990" y="15570"/>
                  <a:pt x="43277" y="43278"/>
                </a:cubicBezTo>
                <a:cubicBezTo>
                  <a:pt x="15570" y="70992"/>
                  <a:pt x="0" y="108576"/>
                  <a:pt x="0" y="147769"/>
                </a:cubicBezTo>
                <a:cubicBezTo>
                  <a:pt x="0" y="186956"/>
                  <a:pt x="15570" y="224540"/>
                  <a:pt x="43277" y="252254"/>
                </a:cubicBezTo>
                <a:cubicBezTo>
                  <a:pt x="70990" y="279962"/>
                  <a:pt x="108574" y="295532"/>
                  <a:pt x="147760" y="295532"/>
                </a:cubicBezTo>
                <a:close/>
              </a:path>
            </a:pathLst>
          </a:custGeom>
          <a:solidFill>
            <a:srgbClr val="FDD6AE">
              <a:alpha val="95000"/>
            </a:srgbClr>
          </a:solidFill>
          <a:ln w="12700" cap="flat">
            <a:solidFill>
              <a:schemeClr val="accent2">
                <a:lumMod val="50000"/>
                <a:alpha val="95000"/>
              </a:schemeClr>
            </a:solidFill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155" name="Kombinationstegning: figur 3154">
            <a:extLst>
              <a:ext uri="{FF2B5EF4-FFF2-40B4-BE49-F238E27FC236}">
                <a16:creationId xmlns:a16="http://schemas.microsoft.com/office/drawing/2014/main" id="{45A031C6-B079-1077-6603-26D9421240AB}"/>
              </a:ext>
            </a:extLst>
          </p:cNvPr>
          <p:cNvSpPr/>
          <p:nvPr/>
        </p:nvSpPr>
        <p:spPr>
          <a:xfrm>
            <a:off x="5062464" y="8828077"/>
            <a:ext cx="285937" cy="285942"/>
          </a:xfrm>
          <a:custGeom>
            <a:avLst/>
            <a:gdLst>
              <a:gd name="connsiteX0" fmla="*/ 142969 w 285937"/>
              <a:gd name="connsiteY0" fmla="*/ 285942 h 285942"/>
              <a:gd name="connsiteX1" fmla="*/ 244063 w 285937"/>
              <a:gd name="connsiteY1" fmla="*/ 244067 h 285942"/>
              <a:gd name="connsiteX2" fmla="*/ 285938 w 285937"/>
              <a:gd name="connsiteY2" fmla="*/ 142971 h 285942"/>
              <a:gd name="connsiteX3" fmla="*/ 244063 w 285937"/>
              <a:gd name="connsiteY3" fmla="*/ 41876 h 285942"/>
              <a:gd name="connsiteX4" fmla="*/ 142969 w 285937"/>
              <a:gd name="connsiteY4" fmla="*/ 0 h 285942"/>
              <a:gd name="connsiteX5" fmla="*/ 41875 w 285937"/>
              <a:gd name="connsiteY5" fmla="*/ 41876 h 285942"/>
              <a:gd name="connsiteX6" fmla="*/ 0 w 285937"/>
              <a:gd name="connsiteY6" fmla="*/ 142971 h 285942"/>
              <a:gd name="connsiteX7" fmla="*/ 41875 w 285937"/>
              <a:gd name="connsiteY7" fmla="*/ 244067 h 285942"/>
              <a:gd name="connsiteX8" fmla="*/ 142969 w 285937"/>
              <a:gd name="connsiteY8" fmla="*/ 285942 h 2859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85937" h="285942">
                <a:moveTo>
                  <a:pt x="142969" y="285942"/>
                </a:moveTo>
                <a:cubicBezTo>
                  <a:pt x="180887" y="285942"/>
                  <a:pt x="217251" y="270878"/>
                  <a:pt x="244063" y="244067"/>
                </a:cubicBezTo>
                <a:cubicBezTo>
                  <a:pt x="270874" y="217255"/>
                  <a:pt x="285938" y="180884"/>
                  <a:pt x="285938" y="142971"/>
                </a:cubicBezTo>
                <a:cubicBezTo>
                  <a:pt x="285938" y="105052"/>
                  <a:pt x="270874" y="68687"/>
                  <a:pt x="244063" y="41876"/>
                </a:cubicBezTo>
                <a:cubicBezTo>
                  <a:pt x="217251" y="15064"/>
                  <a:pt x="180887" y="0"/>
                  <a:pt x="142969" y="0"/>
                </a:cubicBezTo>
                <a:cubicBezTo>
                  <a:pt x="105050" y="0"/>
                  <a:pt x="68686" y="15064"/>
                  <a:pt x="41875" y="41876"/>
                </a:cubicBezTo>
                <a:cubicBezTo>
                  <a:pt x="15064" y="68687"/>
                  <a:pt x="0" y="105052"/>
                  <a:pt x="0" y="142971"/>
                </a:cubicBezTo>
                <a:cubicBezTo>
                  <a:pt x="0" y="180884"/>
                  <a:pt x="15064" y="217255"/>
                  <a:pt x="41875" y="244067"/>
                </a:cubicBezTo>
                <a:cubicBezTo>
                  <a:pt x="68686" y="270878"/>
                  <a:pt x="105050" y="285942"/>
                  <a:pt x="142969" y="285942"/>
                </a:cubicBezTo>
                <a:close/>
              </a:path>
            </a:pathLst>
          </a:custGeom>
          <a:solidFill>
            <a:srgbClr val="FEDEBD">
              <a:alpha val="95000"/>
            </a:srgbClr>
          </a:solidFill>
          <a:ln w="12700" cap="flat">
            <a:solidFill>
              <a:schemeClr val="accent2">
                <a:lumMod val="50000"/>
                <a:alpha val="95000"/>
              </a:schemeClr>
            </a:solidFill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156" name="Kombinationstegning: figur 3155">
            <a:extLst>
              <a:ext uri="{FF2B5EF4-FFF2-40B4-BE49-F238E27FC236}">
                <a16:creationId xmlns:a16="http://schemas.microsoft.com/office/drawing/2014/main" id="{2EB90681-7FB9-5D65-425E-88A25F748F72}"/>
              </a:ext>
            </a:extLst>
          </p:cNvPr>
          <p:cNvSpPr/>
          <p:nvPr/>
        </p:nvSpPr>
        <p:spPr>
          <a:xfrm>
            <a:off x="5027832" y="9605608"/>
            <a:ext cx="255023" cy="255027"/>
          </a:xfrm>
          <a:custGeom>
            <a:avLst/>
            <a:gdLst>
              <a:gd name="connsiteX0" fmla="*/ 127515 w 255023"/>
              <a:gd name="connsiteY0" fmla="*/ 255028 h 255027"/>
              <a:gd name="connsiteX1" fmla="*/ 217678 w 255023"/>
              <a:gd name="connsiteY1" fmla="*/ 217682 h 255027"/>
              <a:gd name="connsiteX2" fmla="*/ 255023 w 255023"/>
              <a:gd name="connsiteY2" fmla="*/ 127517 h 255027"/>
              <a:gd name="connsiteX3" fmla="*/ 217678 w 255023"/>
              <a:gd name="connsiteY3" fmla="*/ 37346 h 255027"/>
              <a:gd name="connsiteX4" fmla="*/ 127515 w 255023"/>
              <a:gd name="connsiteY4" fmla="*/ 0 h 255027"/>
              <a:gd name="connsiteX5" fmla="*/ 37351 w 255023"/>
              <a:gd name="connsiteY5" fmla="*/ 37346 h 255027"/>
              <a:gd name="connsiteX6" fmla="*/ 0 w 255023"/>
              <a:gd name="connsiteY6" fmla="*/ 127517 h 255027"/>
              <a:gd name="connsiteX7" fmla="*/ 37351 w 255023"/>
              <a:gd name="connsiteY7" fmla="*/ 217682 h 255027"/>
              <a:gd name="connsiteX8" fmla="*/ 127515 w 255023"/>
              <a:gd name="connsiteY8" fmla="*/ 255028 h 2550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5023" h="255027">
                <a:moveTo>
                  <a:pt x="127515" y="255028"/>
                </a:moveTo>
                <a:cubicBezTo>
                  <a:pt x="161331" y="255028"/>
                  <a:pt x="193769" y="241592"/>
                  <a:pt x="217678" y="217682"/>
                </a:cubicBezTo>
                <a:cubicBezTo>
                  <a:pt x="241587" y="193766"/>
                  <a:pt x="255023" y="161333"/>
                  <a:pt x="255023" y="127517"/>
                </a:cubicBezTo>
                <a:cubicBezTo>
                  <a:pt x="255023" y="93695"/>
                  <a:pt x="241587" y="61262"/>
                  <a:pt x="217678" y="37346"/>
                </a:cubicBezTo>
                <a:cubicBezTo>
                  <a:pt x="193769" y="13436"/>
                  <a:pt x="161331" y="0"/>
                  <a:pt x="127515" y="0"/>
                </a:cubicBezTo>
                <a:cubicBezTo>
                  <a:pt x="93699" y="0"/>
                  <a:pt x="61261" y="13436"/>
                  <a:pt x="37351" y="37346"/>
                </a:cubicBezTo>
                <a:cubicBezTo>
                  <a:pt x="13436" y="61262"/>
                  <a:pt x="0" y="93695"/>
                  <a:pt x="0" y="127517"/>
                </a:cubicBezTo>
                <a:cubicBezTo>
                  <a:pt x="0" y="161333"/>
                  <a:pt x="13436" y="193766"/>
                  <a:pt x="37351" y="217682"/>
                </a:cubicBezTo>
                <a:cubicBezTo>
                  <a:pt x="61261" y="241592"/>
                  <a:pt x="93699" y="255028"/>
                  <a:pt x="127515" y="255028"/>
                </a:cubicBezTo>
                <a:close/>
              </a:path>
            </a:pathLst>
          </a:custGeom>
          <a:solidFill>
            <a:srgbClr val="FFF0E1">
              <a:alpha val="95000"/>
            </a:srgbClr>
          </a:solidFill>
          <a:ln w="12700" cap="flat">
            <a:solidFill>
              <a:schemeClr val="accent2">
                <a:lumMod val="50000"/>
                <a:alpha val="95000"/>
              </a:schemeClr>
            </a:solidFill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196" name="Tekstfelt 2195">
            <a:extLst>
              <a:ext uri="{FF2B5EF4-FFF2-40B4-BE49-F238E27FC236}">
                <a16:creationId xmlns:a16="http://schemas.microsoft.com/office/drawing/2014/main" id="{307D84F9-1AEE-C672-A3B7-57F3233A7DFC}"/>
              </a:ext>
            </a:extLst>
          </p:cNvPr>
          <p:cNvSpPr txBox="1"/>
          <p:nvPr/>
        </p:nvSpPr>
        <p:spPr>
          <a:xfrm>
            <a:off x="326920" y="8754251"/>
            <a:ext cx="32078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JULIE AJSTRUP KROGNER</a:t>
            </a:r>
          </a:p>
        </p:txBody>
      </p:sp>
      <p:sp>
        <p:nvSpPr>
          <p:cNvPr id="2197" name="Tekstfelt 2196">
            <a:extLst>
              <a:ext uri="{FF2B5EF4-FFF2-40B4-BE49-F238E27FC236}">
                <a16:creationId xmlns:a16="http://schemas.microsoft.com/office/drawing/2014/main" id="{989C8447-3DEB-B8A6-31E1-E56131D8243F}"/>
              </a:ext>
            </a:extLst>
          </p:cNvPr>
          <p:cNvSpPr txBox="1"/>
          <p:nvPr/>
        </p:nvSpPr>
        <p:spPr>
          <a:xfrm>
            <a:off x="819575" y="8975742"/>
            <a:ext cx="390100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MORITZ CHRISTENSEN</a:t>
            </a:r>
          </a:p>
        </p:txBody>
      </p:sp>
      <p:sp>
        <p:nvSpPr>
          <p:cNvPr id="2200" name="Tekstfelt 2199">
            <a:extLst>
              <a:ext uri="{FF2B5EF4-FFF2-40B4-BE49-F238E27FC236}">
                <a16:creationId xmlns:a16="http://schemas.microsoft.com/office/drawing/2014/main" id="{93269DF4-4EEB-B153-84D0-71BA2B573852}"/>
              </a:ext>
            </a:extLst>
          </p:cNvPr>
          <p:cNvSpPr txBox="1"/>
          <p:nvPr/>
        </p:nvSpPr>
        <p:spPr>
          <a:xfrm>
            <a:off x="1068363" y="9260973"/>
            <a:ext cx="390100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ASGER</a:t>
            </a:r>
          </a:p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JENSEN</a:t>
            </a:r>
          </a:p>
        </p:txBody>
      </p:sp>
      <p:sp>
        <p:nvSpPr>
          <p:cNvPr id="2203" name="Tekstfelt 2202">
            <a:extLst>
              <a:ext uri="{FF2B5EF4-FFF2-40B4-BE49-F238E27FC236}">
                <a16:creationId xmlns:a16="http://schemas.microsoft.com/office/drawing/2014/main" id="{496623C0-F792-D755-D0AA-E143927C7ACD}"/>
              </a:ext>
            </a:extLst>
          </p:cNvPr>
          <p:cNvSpPr txBox="1"/>
          <p:nvPr/>
        </p:nvSpPr>
        <p:spPr>
          <a:xfrm>
            <a:off x="622144" y="8311972"/>
            <a:ext cx="39010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SIGURD</a:t>
            </a:r>
          </a:p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HØYNES</a:t>
            </a:r>
          </a:p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LEKVE</a:t>
            </a:r>
          </a:p>
        </p:txBody>
      </p:sp>
      <p:sp>
        <p:nvSpPr>
          <p:cNvPr id="2204" name="Tekstfelt 2203">
            <a:extLst>
              <a:ext uri="{FF2B5EF4-FFF2-40B4-BE49-F238E27FC236}">
                <a16:creationId xmlns:a16="http://schemas.microsoft.com/office/drawing/2014/main" id="{5C23FC1D-B82A-1A21-9BE1-A42B4B274A87}"/>
              </a:ext>
            </a:extLst>
          </p:cNvPr>
          <p:cNvSpPr txBox="1"/>
          <p:nvPr/>
        </p:nvSpPr>
        <p:spPr>
          <a:xfrm>
            <a:off x="905513" y="7957165"/>
            <a:ext cx="39010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FREJA</a:t>
            </a:r>
          </a:p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HOLMGAARD</a:t>
            </a:r>
          </a:p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DINITZEN</a:t>
            </a:r>
          </a:p>
        </p:txBody>
      </p:sp>
      <p:sp>
        <p:nvSpPr>
          <p:cNvPr id="2205" name="Tekstfelt 2204">
            <a:extLst>
              <a:ext uri="{FF2B5EF4-FFF2-40B4-BE49-F238E27FC236}">
                <a16:creationId xmlns:a16="http://schemas.microsoft.com/office/drawing/2014/main" id="{514B826F-F359-88F8-D60C-4A49FFFC6550}"/>
              </a:ext>
            </a:extLst>
          </p:cNvPr>
          <p:cNvSpPr txBox="1"/>
          <p:nvPr/>
        </p:nvSpPr>
        <p:spPr>
          <a:xfrm>
            <a:off x="1701629" y="8014745"/>
            <a:ext cx="390100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MAGGIE</a:t>
            </a:r>
          </a:p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CATLIN</a:t>
            </a:r>
          </a:p>
        </p:txBody>
      </p:sp>
      <p:sp>
        <p:nvSpPr>
          <p:cNvPr id="2207" name="Tekstfelt 2206">
            <a:extLst>
              <a:ext uri="{FF2B5EF4-FFF2-40B4-BE49-F238E27FC236}">
                <a16:creationId xmlns:a16="http://schemas.microsoft.com/office/drawing/2014/main" id="{CCAA8369-1E8F-225A-7B7C-A63965A176EE}"/>
              </a:ext>
            </a:extLst>
          </p:cNvPr>
          <p:cNvSpPr txBox="1"/>
          <p:nvPr/>
        </p:nvSpPr>
        <p:spPr>
          <a:xfrm>
            <a:off x="1273978" y="7314845"/>
            <a:ext cx="39010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KRISTINA</a:t>
            </a:r>
          </a:p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WONSYLD</a:t>
            </a:r>
          </a:p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VARMING</a:t>
            </a:r>
          </a:p>
        </p:txBody>
      </p:sp>
      <p:sp>
        <p:nvSpPr>
          <p:cNvPr id="2208" name="Tekstfelt 2207">
            <a:extLst>
              <a:ext uri="{FF2B5EF4-FFF2-40B4-BE49-F238E27FC236}">
                <a16:creationId xmlns:a16="http://schemas.microsoft.com/office/drawing/2014/main" id="{4FC8EA2F-CD8E-DC0D-7BBB-58EAD32FB1FB}"/>
              </a:ext>
            </a:extLst>
          </p:cNvPr>
          <p:cNvSpPr txBox="1"/>
          <p:nvPr/>
        </p:nvSpPr>
        <p:spPr>
          <a:xfrm>
            <a:off x="1971685" y="7233882"/>
            <a:ext cx="39010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THI DIEM</a:t>
            </a:r>
          </a:p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PHUC</a:t>
            </a:r>
          </a:p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NGUYEN</a:t>
            </a:r>
          </a:p>
        </p:txBody>
      </p:sp>
      <p:sp>
        <p:nvSpPr>
          <p:cNvPr id="2209" name="Tekstfelt 2208">
            <a:extLst>
              <a:ext uri="{FF2B5EF4-FFF2-40B4-BE49-F238E27FC236}">
                <a16:creationId xmlns:a16="http://schemas.microsoft.com/office/drawing/2014/main" id="{264AC229-4CFF-2193-5FCD-6026DDB17F6D}"/>
              </a:ext>
            </a:extLst>
          </p:cNvPr>
          <p:cNvSpPr txBox="1"/>
          <p:nvPr/>
        </p:nvSpPr>
        <p:spPr>
          <a:xfrm>
            <a:off x="2357020" y="7105888"/>
            <a:ext cx="39010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JOHAN</a:t>
            </a:r>
          </a:p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SKJOLD</a:t>
            </a:r>
          </a:p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KNUDSEN</a:t>
            </a:r>
          </a:p>
        </p:txBody>
      </p:sp>
      <p:sp>
        <p:nvSpPr>
          <p:cNvPr id="2210" name="Tekstfelt 2209">
            <a:extLst>
              <a:ext uri="{FF2B5EF4-FFF2-40B4-BE49-F238E27FC236}">
                <a16:creationId xmlns:a16="http://schemas.microsoft.com/office/drawing/2014/main" id="{2641F633-3204-8C68-A192-CD66BEAE8C44}"/>
              </a:ext>
            </a:extLst>
          </p:cNvPr>
          <p:cNvSpPr txBox="1"/>
          <p:nvPr/>
        </p:nvSpPr>
        <p:spPr>
          <a:xfrm>
            <a:off x="2823369" y="7154296"/>
            <a:ext cx="39010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KRISTIAN</a:t>
            </a:r>
          </a:p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LAURBERG</a:t>
            </a:r>
          </a:p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JENSEN</a:t>
            </a:r>
          </a:p>
        </p:txBody>
      </p:sp>
      <p:sp>
        <p:nvSpPr>
          <p:cNvPr id="2211" name="Tekstfelt 2210">
            <a:extLst>
              <a:ext uri="{FF2B5EF4-FFF2-40B4-BE49-F238E27FC236}">
                <a16:creationId xmlns:a16="http://schemas.microsoft.com/office/drawing/2014/main" id="{9A09F483-66E9-4945-B217-FD618DCF4EF5}"/>
              </a:ext>
            </a:extLst>
          </p:cNvPr>
          <p:cNvSpPr txBox="1"/>
          <p:nvPr/>
        </p:nvSpPr>
        <p:spPr>
          <a:xfrm>
            <a:off x="3497579" y="7038348"/>
            <a:ext cx="390100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MARIANNE</a:t>
            </a:r>
          </a:p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SØRENSEN</a:t>
            </a:r>
          </a:p>
        </p:txBody>
      </p:sp>
      <p:sp>
        <p:nvSpPr>
          <p:cNvPr id="3224" name="Tekstfelt 3223">
            <a:extLst>
              <a:ext uri="{FF2B5EF4-FFF2-40B4-BE49-F238E27FC236}">
                <a16:creationId xmlns:a16="http://schemas.microsoft.com/office/drawing/2014/main" id="{332EECC4-C2F0-B4E0-D065-186F2F41A38B}"/>
              </a:ext>
            </a:extLst>
          </p:cNvPr>
          <p:cNvSpPr txBox="1"/>
          <p:nvPr/>
        </p:nvSpPr>
        <p:spPr>
          <a:xfrm>
            <a:off x="3652196" y="7324191"/>
            <a:ext cx="390100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NIKOLAJ</a:t>
            </a:r>
          </a:p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BOESEN</a:t>
            </a:r>
          </a:p>
        </p:txBody>
      </p:sp>
      <p:sp>
        <p:nvSpPr>
          <p:cNvPr id="3225" name="Tekstfelt 3224">
            <a:extLst>
              <a:ext uri="{FF2B5EF4-FFF2-40B4-BE49-F238E27FC236}">
                <a16:creationId xmlns:a16="http://schemas.microsoft.com/office/drawing/2014/main" id="{182179C3-2713-D90B-53E4-E82260A49ECE}"/>
              </a:ext>
            </a:extLst>
          </p:cNvPr>
          <p:cNvSpPr txBox="1"/>
          <p:nvPr/>
        </p:nvSpPr>
        <p:spPr>
          <a:xfrm>
            <a:off x="4276703" y="7181504"/>
            <a:ext cx="390100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ASTRID</a:t>
            </a:r>
          </a:p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MORTENSEN</a:t>
            </a:r>
          </a:p>
        </p:txBody>
      </p:sp>
      <p:sp>
        <p:nvSpPr>
          <p:cNvPr id="3226" name="Tekstfelt 3225">
            <a:extLst>
              <a:ext uri="{FF2B5EF4-FFF2-40B4-BE49-F238E27FC236}">
                <a16:creationId xmlns:a16="http://schemas.microsoft.com/office/drawing/2014/main" id="{17C6E451-AB20-9223-A6EB-FD325DA4ABDD}"/>
              </a:ext>
            </a:extLst>
          </p:cNvPr>
          <p:cNvSpPr txBox="1"/>
          <p:nvPr/>
        </p:nvSpPr>
        <p:spPr>
          <a:xfrm>
            <a:off x="4650560" y="7393435"/>
            <a:ext cx="390100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ANDERS</a:t>
            </a:r>
          </a:p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TJØRNEHØJ</a:t>
            </a:r>
          </a:p>
        </p:txBody>
      </p:sp>
      <p:sp>
        <p:nvSpPr>
          <p:cNvPr id="3227" name="Tekstfelt 3226">
            <a:extLst>
              <a:ext uri="{FF2B5EF4-FFF2-40B4-BE49-F238E27FC236}">
                <a16:creationId xmlns:a16="http://schemas.microsoft.com/office/drawing/2014/main" id="{FEE5B33A-ED59-CEC9-6FBC-0BB4EE849E7D}"/>
              </a:ext>
            </a:extLst>
          </p:cNvPr>
          <p:cNvSpPr txBox="1"/>
          <p:nvPr/>
        </p:nvSpPr>
        <p:spPr>
          <a:xfrm>
            <a:off x="5028732" y="7683737"/>
            <a:ext cx="390100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JONAS</a:t>
            </a:r>
          </a:p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WINTER</a:t>
            </a:r>
          </a:p>
        </p:txBody>
      </p:sp>
      <p:sp>
        <p:nvSpPr>
          <p:cNvPr id="3228" name="Tekstfelt 3227">
            <a:extLst>
              <a:ext uri="{FF2B5EF4-FFF2-40B4-BE49-F238E27FC236}">
                <a16:creationId xmlns:a16="http://schemas.microsoft.com/office/drawing/2014/main" id="{EC0E000B-41FA-9D36-523E-A023CCB4BB01}"/>
              </a:ext>
            </a:extLst>
          </p:cNvPr>
          <p:cNvSpPr txBox="1"/>
          <p:nvPr/>
        </p:nvSpPr>
        <p:spPr>
          <a:xfrm>
            <a:off x="4435801" y="8090930"/>
            <a:ext cx="390100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JONAS</a:t>
            </a:r>
          </a:p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ØTT</a:t>
            </a:r>
          </a:p>
        </p:txBody>
      </p:sp>
      <p:sp>
        <p:nvSpPr>
          <p:cNvPr id="3229" name="Tekstfelt 3228">
            <a:extLst>
              <a:ext uri="{FF2B5EF4-FFF2-40B4-BE49-F238E27FC236}">
                <a16:creationId xmlns:a16="http://schemas.microsoft.com/office/drawing/2014/main" id="{181AAAF2-7AA5-BB31-D9F3-C3DB8318D7E8}"/>
              </a:ext>
            </a:extLst>
          </p:cNvPr>
          <p:cNvSpPr txBox="1"/>
          <p:nvPr/>
        </p:nvSpPr>
        <p:spPr>
          <a:xfrm>
            <a:off x="3507113" y="8202848"/>
            <a:ext cx="39010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JENS</a:t>
            </a:r>
          </a:p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TOFT</a:t>
            </a:r>
          </a:p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KNUDSEN</a:t>
            </a:r>
          </a:p>
        </p:txBody>
      </p:sp>
      <p:sp>
        <p:nvSpPr>
          <p:cNvPr id="3230" name="Tekstfelt 3229">
            <a:extLst>
              <a:ext uri="{FF2B5EF4-FFF2-40B4-BE49-F238E27FC236}">
                <a16:creationId xmlns:a16="http://schemas.microsoft.com/office/drawing/2014/main" id="{4354F552-104B-B92C-2C8E-545915E5C951}"/>
              </a:ext>
            </a:extLst>
          </p:cNvPr>
          <p:cNvSpPr txBox="1"/>
          <p:nvPr/>
        </p:nvSpPr>
        <p:spPr>
          <a:xfrm>
            <a:off x="3808412" y="8972960"/>
            <a:ext cx="390100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PETER</a:t>
            </a:r>
          </a:p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VENG</a:t>
            </a:r>
          </a:p>
        </p:txBody>
      </p:sp>
      <p:sp>
        <p:nvSpPr>
          <p:cNvPr id="3232" name="Tekstfelt 3231">
            <a:extLst>
              <a:ext uri="{FF2B5EF4-FFF2-40B4-BE49-F238E27FC236}">
                <a16:creationId xmlns:a16="http://schemas.microsoft.com/office/drawing/2014/main" id="{E4A57995-E814-14F9-40C2-87C51B623744}"/>
              </a:ext>
            </a:extLst>
          </p:cNvPr>
          <p:cNvSpPr txBox="1"/>
          <p:nvPr/>
        </p:nvSpPr>
        <p:spPr>
          <a:xfrm>
            <a:off x="3420854" y="9511118"/>
            <a:ext cx="390100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CILLE</a:t>
            </a:r>
          </a:p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PINHOLT</a:t>
            </a:r>
          </a:p>
        </p:txBody>
      </p:sp>
      <p:sp>
        <p:nvSpPr>
          <p:cNvPr id="3233" name="Tekstfelt 3232">
            <a:extLst>
              <a:ext uri="{FF2B5EF4-FFF2-40B4-BE49-F238E27FC236}">
                <a16:creationId xmlns:a16="http://schemas.microsoft.com/office/drawing/2014/main" id="{753EF353-CE02-3E14-884F-F5A367037063}"/>
              </a:ext>
            </a:extLst>
          </p:cNvPr>
          <p:cNvSpPr txBox="1"/>
          <p:nvPr/>
        </p:nvSpPr>
        <p:spPr>
          <a:xfrm>
            <a:off x="3923297" y="9396176"/>
            <a:ext cx="39010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KASPER</a:t>
            </a:r>
          </a:p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FUGLSANG</a:t>
            </a:r>
          </a:p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JORDT</a:t>
            </a:r>
          </a:p>
        </p:txBody>
      </p:sp>
      <p:sp>
        <p:nvSpPr>
          <p:cNvPr id="3234" name="Tekstfelt 3233">
            <a:extLst>
              <a:ext uri="{FF2B5EF4-FFF2-40B4-BE49-F238E27FC236}">
                <a16:creationId xmlns:a16="http://schemas.microsoft.com/office/drawing/2014/main" id="{A0305F44-C008-EF1E-CC20-19A01DC81E17}"/>
              </a:ext>
            </a:extLst>
          </p:cNvPr>
          <p:cNvSpPr txBox="1"/>
          <p:nvPr/>
        </p:nvSpPr>
        <p:spPr>
          <a:xfrm>
            <a:off x="4320928" y="9253829"/>
            <a:ext cx="39010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NIKOLAI</a:t>
            </a:r>
          </a:p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RANK</a:t>
            </a:r>
          </a:p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LARSEN</a:t>
            </a:r>
          </a:p>
        </p:txBody>
      </p:sp>
      <p:sp>
        <p:nvSpPr>
          <p:cNvPr id="3235" name="Tekstfelt 3234">
            <a:extLst>
              <a:ext uri="{FF2B5EF4-FFF2-40B4-BE49-F238E27FC236}">
                <a16:creationId xmlns:a16="http://schemas.microsoft.com/office/drawing/2014/main" id="{E3C26239-4A07-B8D0-EB68-F0CEF3D50895}"/>
              </a:ext>
            </a:extLst>
          </p:cNvPr>
          <p:cNvSpPr txBox="1"/>
          <p:nvPr/>
        </p:nvSpPr>
        <p:spPr>
          <a:xfrm>
            <a:off x="4518571" y="8958553"/>
            <a:ext cx="390100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SØREN</a:t>
            </a:r>
          </a:p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ØSTER</a:t>
            </a:r>
          </a:p>
        </p:txBody>
      </p:sp>
      <p:sp>
        <p:nvSpPr>
          <p:cNvPr id="3236" name="Tekstfelt 3235">
            <a:extLst>
              <a:ext uri="{FF2B5EF4-FFF2-40B4-BE49-F238E27FC236}">
                <a16:creationId xmlns:a16="http://schemas.microsoft.com/office/drawing/2014/main" id="{7070C6B6-B553-284D-6129-71389E196FC3}"/>
              </a:ext>
            </a:extLst>
          </p:cNvPr>
          <p:cNvSpPr txBox="1"/>
          <p:nvPr/>
        </p:nvSpPr>
        <p:spPr>
          <a:xfrm>
            <a:off x="4751934" y="9153815"/>
            <a:ext cx="390100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SIGNE</a:t>
            </a:r>
          </a:p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ROSENLUND</a:t>
            </a:r>
          </a:p>
        </p:txBody>
      </p:sp>
      <p:sp>
        <p:nvSpPr>
          <p:cNvPr id="3237" name="Tekstfelt 3236">
            <a:extLst>
              <a:ext uri="{FF2B5EF4-FFF2-40B4-BE49-F238E27FC236}">
                <a16:creationId xmlns:a16="http://schemas.microsoft.com/office/drawing/2014/main" id="{B1CDD919-FDAD-B740-B227-524EF06E49D1}"/>
              </a:ext>
            </a:extLst>
          </p:cNvPr>
          <p:cNvSpPr txBox="1"/>
          <p:nvPr/>
        </p:nvSpPr>
        <p:spPr>
          <a:xfrm>
            <a:off x="5013871" y="8896640"/>
            <a:ext cx="390100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TONE</a:t>
            </a:r>
          </a:p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HORSBRUGH</a:t>
            </a:r>
          </a:p>
        </p:txBody>
      </p:sp>
      <p:sp>
        <p:nvSpPr>
          <p:cNvPr id="3238" name="Tekstfelt 3237">
            <a:extLst>
              <a:ext uri="{FF2B5EF4-FFF2-40B4-BE49-F238E27FC236}">
                <a16:creationId xmlns:a16="http://schemas.microsoft.com/office/drawing/2014/main" id="{9AA7A337-5DB5-E49B-41C9-0201FDD07738}"/>
              </a:ext>
            </a:extLst>
          </p:cNvPr>
          <p:cNvSpPr txBox="1"/>
          <p:nvPr/>
        </p:nvSpPr>
        <p:spPr>
          <a:xfrm>
            <a:off x="4956721" y="9663403"/>
            <a:ext cx="390100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JAKOB</a:t>
            </a:r>
          </a:p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JUUL</a:t>
            </a:r>
          </a:p>
        </p:txBody>
      </p:sp>
      <p:sp>
        <p:nvSpPr>
          <p:cNvPr id="3239" name="Tekstfelt 3238">
            <a:extLst>
              <a:ext uri="{FF2B5EF4-FFF2-40B4-BE49-F238E27FC236}">
                <a16:creationId xmlns:a16="http://schemas.microsoft.com/office/drawing/2014/main" id="{E07B28F2-DD98-ED56-51BB-7A6DBD2E3EA8}"/>
              </a:ext>
            </a:extLst>
          </p:cNvPr>
          <p:cNvSpPr txBox="1"/>
          <p:nvPr/>
        </p:nvSpPr>
        <p:spPr>
          <a:xfrm>
            <a:off x="2263380" y="9368691"/>
            <a:ext cx="39010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METTE-MARIE</a:t>
            </a:r>
          </a:p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STORGAARD</a:t>
            </a:r>
          </a:p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GRØFTE</a:t>
            </a:r>
          </a:p>
        </p:txBody>
      </p:sp>
      <p:sp>
        <p:nvSpPr>
          <p:cNvPr id="3240" name="Tekstfelt 3239">
            <a:extLst>
              <a:ext uri="{FF2B5EF4-FFF2-40B4-BE49-F238E27FC236}">
                <a16:creationId xmlns:a16="http://schemas.microsoft.com/office/drawing/2014/main" id="{81A04EB0-9D54-66DC-F306-2CF84ABA1E53}"/>
              </a:ext>
            </a:extLst>
          </p:cNvPr>
          <p:cNvSpPr txBox="1"/>
          <p:nvPr/>
        </p:nvSpPr>
        <p:spPr>
          <a:xfrm>
            <a:off x="2965849" y="9311541"/>
            <a:ext cx="390100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" dirty="0">
                <a:solidFill>
                  <a:schemeClr val="bg1"/>
                </a:solidFill>
                <a:latin typeface="Amasis MT Pro Medium" panose="02040604050005020304" pitchFamily="18" charset="0"/>
              </a:rPr>
              <a:t>ASTRID</a:t>
            </a:r>
          </a:p>
          <a:p>
            <a:pPr algn="ctr"/>
            <a:r>
              <a:rPr lang="en-GB" sz="200" dirty="0">
                <a:solidFill>
                  <a:schemeClr val="bg1"/>
                </a:solidFill>
                <a:latin typeface="Amasis MT Pro Medium" panose="02040604050005020304" pitchFamily="18" charset="0"/>
              </a:rPr>
              <a:t>HELTBOE</a:t>
            </a:r>
          </a:p>
        </p:txBody>
      </p:sp>
      <p:sp>
        <p:nvSpPr>
          <p:cNvPr id="3241" name="Tekstfelt 3240">
            <a:extLst>
              <a:ext uri="{FF2B5EF4-FFF2-40B4-BE49-F238E27FC236}">
                <a16:creationId xmlns:a16="http://schemas.microsoft.com/office/drawing/2014/main" id="{98849A3D-FE9A-4EAB-4B9D-01F8216FCBA0}"/>
              </a:ext>
            </a:extLst>
          </p:cNvPr>
          <p:cNvSpPr txBox="1"/>
          <p:nvPr/>
        </p:nvSpPr>
        <p:spPr>
          <a:xfrm>
            <a:off x="3173018" y="9059128"/>
            <a:ext cx="39010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" dirty="0">
                <a:solidFill>
                  <a:schemeClr val="bg1"/>
                </a:solidFill>
                <a:latin typeface="Amasis MT Pro Medium" panose="02040604050005020304" pitchFamily="18" charset="0"/>
              </a:rPr>
              <a:t>RIKKE</a:t>
            </a:r>
          </a:p>
          <a:p>
            <a:pPr algn="ctr"/>
            <a:r>
              <a:rPr lang="en-GB" sz="200" dirty="0">
                <a:solidFill>
                  <a:schemeClr val="bg1"/>
                </a:solidFill>
                <a:latin typeface="Amasis MT Pro Medium" panose="02040604050005020304" pitchFamily="18" charset="0"/>
              </a:rPr>
              <a:t>SANDBERG</a:t>
            </a:r>
          </a:p>
          <a:p>
            <a:pPr algn="ctr"/>
            <a:r>
              <a:rPr lang="en-GB" sz="200" dirty="0">
                <a:solidFill>
                  <a:schemeClr val="bg1"/>
                </a:solidFill>
                <a:latin typeface="Amasis MT Pro Medium" panose="02040604050005020304" pitchFamily="18" charset="0"/>
              </a:rPr>
              <a:t>LARSEN</a:t>
            </a:r>
          </a:p>
        </p:txBody>
      </p:sp>
      <p:sp>
        <p:nvSpPr>
          <p:cNvPr id="3242" name="Tekstfelt 3241">
            <a:extLst>
              <a:ext uri="{FF2B5EF4-FFF2-40B4-BE49-F238E27FC236}">
                <a16:creationId xmlns:a16="http://schemas.microsoft.com/office/drawing/2014/main" id="{457A7B1B-E5A3-EAD7-A036-A25AF59B888C}"/>
              </a:ext>
            </a:extLst>
          </p:cNvPr>
          <p:cNvSpPr txBox="1"/>
          <p:nvPr/>
        </p:nvSpPr>
        <p:spPr>
          <a:xfrm>
            <a:off x="2345137" y="9103138"/>
            <a:ext cx="39010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" dirty="0">
                <a:solidFill>
                  <a:schemeClr val="bg1"/>
                </a:solidFill>
                <a:latin typeface="Amasis MT Pro Medium" panose="02040604050005020304" pitchFamily="18" charset="0"/>
              </a:rPr>
              <a:t>OLIVER</a:t>
            </a:r>
          </a:p>
          <a:p>
            <a:pPr algn="ctr"/>
            <a:r>
              <a:rPr lang="en-GB" sz="200" dirty="0">
                <a:solidFill>
                  <a:schemeClr val="bg1"/>
                </a:solidFill>
                <a:latin typeface="Amasis MT Pro Medium" panose="02040604050005020304" pitchFamily="18" charset="0"/>
              </a:rPr>
              <a:t>LUND</a:t>
            </a:r>
          </a:p>
          <a:p>
            <a:pPr algn="ctr"/>
            <a:r>
              <a:rPr lang="en-GB" sz="200" dirty="0">
                <a:solidFill>
                  <a:schemeClr val="bg1"/>
                </a:solidFill>
                <a:latin typeface="Amasis MT Pro Medium" panose="02040604050005020304" pitchFamily="18" charset="0"/>
              </a:rPr>
              <a:t>LORENTZEN</a:t>
            </a:r>
          </a:p>
        </p:txBody>
      </p:sp>
      <p:sp>
        <p:nvSpPr>
          <p:cNvPr id="3243" name="Tekstfelt 3242">
            <a:extLst>
              <a:ext uri="{FF2B5EF4-FFF2-40B4-BE49-F238E27FC236}">
                <a16:creationId xmlns:a16="http://schemas.microsoft.com/office/drawing/2014/main" id="{997AD9A6-4230-30E5-4432-653421ED9C8C}"/>
              </a:ext>
            </a:extLst>
          </p:cNvPr>
          <p:cNvSpPr txBox="1"/>
          <p:nvPr/>
        </p:nvSpPr>
        <p:spPr>
          <a:xfrm>
            <a:off x="2428705" y="8866829"/>
            <a:ext cx="39010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" dirty="0">
                <a:solidFill>
                  <a:schemeClr val="bg1"/>
                </a:solidFill>
                <a:latin typeface="Amasis MT Pro Medium" panose="02040604050005020304" pitchFamily="18" charset="0"/>
              </a:rPr>
              <a:t>JOSÉ</a:t>
            </a:r>
          </a:p>
          <a:p>
            <a:pPr algn="ctr"/>
            <a:r>
              <a:rPr lang="en-GB" sz="200" dirty="0">
                <a:solidFill>
                  <a:schemeClr val="bg1"/>
                </a:solidFill>
                <a:latin typeface="Amasis MT Pro Medium" panose="02040604050005020304" pitchFamily="18" charset="0"/>
              </a:rPr>
              <a:t>MATO</a:t>
            </a:r>
          </a:p>
          <a:p>
            <a:pPr algn="ctr"/>
            <a:r>
              <a:rPr lang="en-GB" sz="200" dirty="0">
                <a:solidFill>
                  <a:schemeClr val="bg1"/>
                </a:solidFill>
                <a:latin typeface="Amasis MT Pro Medium" panose="02040604050005020304" pitchFamily="18" charset="0"/>
              </a:rPr>
              <a:t>SANZ</a:t>
            </a:r>
          </a:p>
        </p:txBody>
      </p:sp>
      <p:sp>
        <p:nvSpPr>
          <p:cNvPr id="3244" name="Tekstfelt 3243">
            <a:extLst>
              <a:ext uri="{FF2B5EF4-FFF2-40B4-BE49-F238E27FC236}">
                <a16:creationId xmlns:a16="http://schemas.microsoft.com/office/drawing/2014/main" id="{59FA83BC-AAC9-36C5-22C9-116BA92BD58B}"/>
              </a:ext>
            </a:extLst>
          </p:cNvPr>
          <p:cNvSpPr txBox="1"/>
          <p:nvPr/>
        </p:nvSpPr>
        <p:spPr>
          <a:xfrm>
            <a:off x="3005587" y="8580524"/>
            <a:ext cx="39010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" dirty="0">
                <a:solidFill>
                  <a:schemeClr val="bg1"/>
                </a:solidFill>
                <a:latin typeface="Amasis MT Pro Medium" panose="02040604050005020304" pitchFamily="18" charset="0"/>
              </a:rPr>
              <a:t>ROSANNA BØRSTING</a:t>
            </a:r>
          </a:p>
          <a:p>
            <a:pPr algn="ctr"/>
            <a:r>
              <a:rPr lang="en-GB" sz="200" dirty="0">
                <a:solidFill>
                  <a:schemeClr val="bg1"/>
                </a:solidFill>
                <a:latin typeface="Amasis MT Pro Medium" panose="02040604050005020304" pitchFamily="18" charset="0"/>
              </a:rPr>
              <a:t>SØRENSEN</a:t>
            </a:r>
          </a:p>
        </p:txBody>
      </p:sp>
      <p:sp>
        <p:nvSpPr>
          <p:cNvPr id="3245" name="Tekstfelt 3244">
            <a:extLst>
              <a:ext uri="{FF2B5EF4-FFF2-40B4-BE49-F238E27FC236}">
                <a16:creationId xmlns:a16="http://schemas.microsoft.com/office/drawing/2014/main" id="{CB5F1DB1-F055-4C8C-84AD-36254CEC41D0}"/>
              </a:ext>
            </a:extLst>
          </p:cNvPr>
          <p:cNvSpPr txBox="1"/>
          <p:nvPr/>
        </p:nvSpPr>
        <p:spPr>
          <a:xfrm>
            <a:off x="2378479" y="8588096"/>
            <a:ext cx="39010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" dirty="0">
                <a:solidFill>
                  <a:schemeClr val="bg1"/>
                </a:solidFill>
                <a:latin typeface="Amasis MT Pro Medium" panose="02040604050005020304" pitchFamily="18" charset="0"/>
              </a:rPr>
              <a:t>NANNA</a:t>
            </a:r>
          </a:p>
          <a:p>
            <a:pPr algn="ctr"/>
            <a:r>
              <a:rPr lang="en-GB" sz="200" dirty="0">
                <a:solidFill>
                  <a:schemeClr val="bg1"/>
                </a:solidFill>
                <a:latin typeface="Amasis MT Pro Medium" panose="02040604050005020304" pitchFamily="18" charset="0"/>
              </a:rPr>
              <a:t>HALKJÆR</a:t>
            </a:r>
          </a:p>
          <a:p>
            <a:pPr algn="ctr"/>
            <a:r>
              <a:rPr lang="en-GB" sz="200" dirty="0">
                <a:solidFill>
                  <a:schemeClr val="bg1"/>
                </a:solidFill>
                <a:latin typeface="Amasis MT Pro Medium" panose="02040604050005020304" pitchFamily="18" charset="0"/>
              </a:rPr>
              <a:t>EIBNER</a:t>
            </a:r>
          </a:p>
        </p:txBody>
      </p:sp>
      <p:sp>
        <p:nvSpPr>
          <p:cNvPr id="3246" name="Tekstfelt 3245">
            <a:extLst>
              <a:ext uri="{FF2B5EF4-FFF2-40B4-BE49-F238E27FC236}">
                <a16:creationId xmlns:a16="http://schemas.microsoft.com/office/drawing/2014/main" id="{9DD3E9D3-7458-DAC8-77BB-99B3705B8C68}"/>
              </a:ext>
            </a:extLst>
          </p:cNvPr>
          <p:cNvSpPr txBox="1"/>
          <p:nvPr/>
        </p:nvSpPr>
        <p:spPr>
          <a:xfrm>
            <a:off x="2472786" y="8322474"/>
            <a:ext cx="39010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" dirty="0">
                <a:solidFill>
                  <a:schemeClr val="bg1"/>
                </a:solidFill>
                <a:latin typeface="Amasis MT Pro Medium" panose="02040604050005020304" pitchFamily="18" charset="0"/>
              </a:rPr>
              <a:t>CHISTOFFER</a:t>
            </a:r>
          </a:p>
          <a:p>
            <a:pPr algn="ctr"/>
            <a:r>
              <a:rPr lang="en-GB" sz="200" dirty="0">
                <a:solidFill>
                  <a:schemeClr val="bg1"/>
                </a:solidFill>
                <a:latin typeface="Amasis MT Pro Medium" panose="02040604050005020304" pitchFamily="18" charset="0"/>
              </a:rPr>
              <a:t>VIVE</a:t>
            </a:r>
          </a:p>
          <a:p>
            <a:pPr algn="ctr"/>
            <a:r>
              <a:rPr lang="en-GB" sz="200" dirty="0">
                <a:solidFill>
                  <a:schemeClr val="bg1"/>
                </a:solidFill>
                <a:latin typeface="Amasis MT Pro Medium" panose="02040604050005020304" pitchFamily="18" charset="0"/>
              </a:rPr>
              <a:t>HØGEDAL</a:t>
            </a:r>
          </a:p>
        </p:txBody>
      </p:sp>
      <p:sp>
        <p:nvSpPr>
          <p:cNvPr id="3248" name="Tekstfelt 3247">
            <a:extLst>
              <a:ext uri="{FF2B5EF4-FFF2-40B4-BE49-F238E27FC236}">
                <a16:creationId xmlns:a16="http://schemas.microsoft.com/office/drawing/2014/main" id="{6F0D978A-9557-223C-402D-CBDB7B344266}"/>
              </a:ext>
            </a:extLst>
          </p:cNvPr>
          <p:cNvSpPr txBox="1"/>
          <p:nvPr/>
        </p:nvSpPr>
        <p:spPr>
          <a:xfrm>
            <a:off x="1236703" y="8235307"/>
            <a:ext cx="390100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THOMAS</a:t>
            </a:r>
          </a:p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MITCHELL</a:t>
            </a:r>
          </a:p>
        </p:txBody>
      </p:sp>
      <p:sp>
        <p:nvSpPr>
          <p:cNvPr id="3249" name="Tekstfelt 3248">
            <a:extLst>
              <a:ext uri="{FF2B5EF4-FFF2-40B4-BE49-F238E27FC236}">
                <a16:creationId xmlns:a16="http://schemas.microsoft.com/office/drawing/2014/main" id="{4568EF4E-CAEC-F726-4096-CD2D83D19072}"/>
              </a:ext>
            </a:extLst>
          </p:cNvPr>
          <p:cNvSpPr txBox="1"/>
          <p:nvPr/>
        </p:nvSpPr>
        <p:spPr>
          <a:xfrm>
            <a:off x="1660706" y="8331249"/>
            <a:ext cx="390100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BENEDIKTE</a:t>
            </a:r>
          </a:p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PETERSEN</a:t>
            </a:r>
          </a:p>
        </p:txBody>
      </p:sp>
      <p:sp>
        <p:nvSpPr>
          <p:cNvPr id="3250" name="Tekstfelt 3249">
            <a:extLst>
              <a:ext uri="{FF2B5EF4-FFF2-40B4-BE49-F238E27FC236}">
                <a16:creationId xmlns:a16="http://schemas.microsoft.com/office/drawing/2014/main" id="{E165AEAF-3790-3141-E5A5-448066FDB076}"/>
              </a:ext>
            </a:extLst>
          </p:cNvPr>
          <p:cNvSpPr txBox="1"/>
          <p:nvPr/>
        </p:nvSpPr>
        <p:spPr>
          <a:xfrm>
            <a:off x="1860731" y="8655098"/>
            <a:ext cx="390100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ASTRID</a:t>
            </a:r>
          </a:p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KIRKEGAARD</a:t>
            </a:r>
          </a:p>
        </p:txBody>
      </p:sp>
      <p:sp>
        <p:nvSpPr>
          <p:cNvPr id="3251" name="Tekstfelt 3250">
            <a:extLst>
              <a:ext uri="{FF2B5EF4-FFF2-40B4-BE49-F238E27FC236}">
                <a16:creationId xmlns:a16="http://schemas.microsoft.com/office/drawing/2014/main" id="{965BC38F-A8CD-D3AF-D93D-B7B1DD8E423F}"/>
              </a:ext>
            </a:extLst>
          </p:cNvPr>
          <p:cNvSpPr txBox="1"/>
          <p:nvPr/>
        </p:nvSpPr>
        <p:spPr>
          <a:xfrm>
            <a:off x="1394006" y="8721772"/>
            <a:ext cx="39010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ASGER</a:t>
            </a:r>
          </a:p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BANK</a:t>
            </a:r>
          </a:p>
          <a:p>
            <a:pPr algn="ctr"/>
            <a:r>
              <a:rPr lang="en-GB" sz="200" dirty="0">
                <a:solidFill>
                  <a:schemeClr val="accent2">
                    <a:lumMod val="50000"/>
                  </a:schemeClr>
                </a:solidFill>
                <a:latin typeface="Amasis MT Pro Medium" panose="02040604050005020304" pitchFamily="18" charset="0"/>
              </a:rPr>
              <a:t>DAHL</a:t>
            </a:r>
          </a:p>
        </p:txBody>
      </p:sp>
      <p:sp>
        <p:nvSpPr>
          <p:cNvPr id="3252" name="Tekstfelt 3251">
            <a:extLst>
              <a:ext uri="{FF2B5EF4-FFF2-40B4-BE49-F238E27FC236}">
                <a16:creationId xmlns:a16="http://schemas.microsoft.com/office/drawing/2014/main" id="{0098A8FA-8020-424E-D5C8-B9D4E0DFF4FD}"/>
              </a:ext>
            </a:extLst>
          </p:cNvPr>
          <p:cNvSpPr txBox="1"/>
          <p:nvPr/>
        </p:nvSpPr>
        <p:spPr>
          <a:xfrm>
            <a:off x="2635463" y="7894001"/>
            <a:ext cx="39010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" dirty="0">
                <a:solidFill>
                  <a:schemeClr val="bg1"/>
                </a:solidFill>
                <a:latin typeface="Amasis MT Pro Medium" panose="02040604050005020304" pitchFamily="18" charset="0"/>
              </a:rPr>
              <a:t>LEONORA</a:t>
            </a:r>
          </a:p>
          <a:p>
            <a:pPr algn="ctr"/>
            <a:r>
              <a:rPr lang="en-GB" sz="200" dirty="0">
                <a:solidFill>
                  <a:schemeClr val="bg1"/>
                </a:solidFill>
                <a:latin typeface="Amasis MT Pro Medium" panose="02040604050005020304" pitchFamily="18" charset="0"/>
              </a:rPr>
              <a:t>MARIA</a:t>
            </a:r>
          </a:p>
          <a:p>
            <a:pPr algn="ctr"/>
            <a:r>
              <a:rPr lang="en-GB" sz="200" dirty="0">
                <a:solidFill>
                  <a:schemeClr val="bg1"/>
                </a:solidFill>
                <a:latin typeface="Amasis MT Pro Medium" panose="02040604050005020304" pitchFamily="18" charset="0"/>
              </a:rPr>
              <a:t>MEIER-NIELSEN</a:t>
            </a:r>
          </a:p>
        </p:txBody>
      </p:sp>
      <p:sp>
        <p:nvSpPr>
          <p:cNvPr id="3253" name="Tekstfelt 3252">
            <a:extLst>
              <a:ext uri="{FF2B5EF4-FFF2-40B4-BE49-F238E27FC236}">
                <a16:creationId xmlns:a16="http://schemas.microsoft.com/office/drawing/2014/main" id="{95F36688-6C4A-D90F-B241-0E9D27ECC148}"/>
              </a:ext>
            </a:extLst>
          </p:cNvPr>
          <p:cNvSpPr txBox="1"/>
          <p:nvPr/>
        </p:nvSpPr>
        <p:spPr>
          <a:xfrm>
            <a:off x="2109206" y="7748744"/>
            <a:ext cx="39010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" dirty="0">
                <a:solidFill>
                  <a:schemeClr val="bg1"/>
                </a:solidFill>
                <a:latin typeface="Amasis MT Pro Medium" panose="02040604050005020304" pitchFamily="18" charset="0"/>
              </a:rPr>
              <a:t>ANNE</a:t>
            </a:r>
          </a:p>
          <a:p>
            <a:pPr algn="ctr"/>
            <a:r>
              <a:rPr lang="en-GB" sz="200" dirty="0">
                <a:solidFill>
                  <a:schemeClr val="bg1"/>
                </a:solidFill>
                <a:latin typeface="Amasis MT Pro Medium" panose="02040604050005020304" pitchFamily="18" charset="0"/>
              </a:rPr>
              <a:t>SOFIE</a:t>
            </a:r>
          </a:p>
          <a:p>
            <a:pPr algn="ctr"/>
            <a:r>
              <a:rPr lang="en-GB" sz="200" dirty="0">
                <a:solidFill>
                  <a:schemeClr val="bg1"/>
                </a:solidFill>
                <a:latin typeface="Amasis MT Pro Medium" panose="02040604050005020304" pitchFamily="18" charset="0"/>
              </a:rPr>
              <a:t>ROSBACH</a:t>
            </a:r>
          </a:p>
        </p:txBody>
      </p:sp>
      <p:sp>
        <p:nvSpPr>
          <p:cNvPr id="3254" name="Tekstfelt 3253">
            <a:extLst>
              <a:ext uri="{FF2B5EF4-FFF2-40B4-BE49-F238E27FC236}">
                <a16:creationId xmlns:a16="http://schemas.microsoft.com/office/drawing/2014/main" id="{2B49F1A8-1B0F-1A60-04F0-E3BA6BEFC1AB}"/>
              </a:ext>
            </a:extLst>
          </p:cNvPr>
          <p:cNvSpPr txBox="1"/>
          <p:nvPr/>
        </p:nvSpPr>
        <p:spPr>
          <a:xfrm>
            <a:off x="3049799" y="7891619"/>
            <a:ext cx="39010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" dirty="0">
                <a:solidFill>
                  <a:schemeClr val="bg1"/>
                </a:solidFill>
                <a:latin typeface="Amasis MT Pro Medium" panose="02040604050005020304" pitchFamily="18" charset="0"/>
              </a:rPr>
              <a:t>MARK</a:t>
            </a:r>
          </a:p>
          <a:p>
            <a:pPr algn="ctr"/>
            <a:r>
              <a:rPr lang="en-GB" sz="200" dirty="0">
                <a:solidFill>
                  <a:schemeClr val="bg1"/>
                </a:solidFill>
                <a:latin typeface="Amasis MT Pro Medium" panose="02040604050005020304" pitchFamily="18" charset="0"/>
              </a:rPr>
              <a:t>ALLAN</a:t>
            </a:r>
          </a:p>
          <a:p>
            <a:pPr algn="ctr"/>
            <a:r>
              <a:rPr lang="en-GB" sz="200" dirty="0">
                <a:solidFill>
                  <a:schemeClr val="bg1"/>
                </a:solidFill>
                <a:latin typeface="Amasis MT Pro Medium" panose="02040604050005020304" pitchFamily="18" charset="0"/>
              </a:rPr>
              <a:t>RYTTER</a:t>
            </a:r>
          </a:p>
        </p:txBody>
      </p:sp>
      <p:sp>
        <p:nvSpPr>
          <p:cNvPr id="3255" name="Tekstfelt 3254">
            <a:extLst>
              <a:ext uri="{FF2B5EF4-FFF2-40B4-BE49-F238E27FC236}">
                <a16:creationId xmlns:a16="http://schemas.microsoft.com/office/drawing/2014/main" id="{28D7FF20-6D52-AE6A-351B-EF6225847B92}"/>
              </a:ext>
            </a:extLst>
          </p:cNvPr>
          <p:cNvSpPr txBox="1"/>
          <p:nvPr/>
        </p:nvSpPr>
        <p:spPr>
          <a:xfrm>
            <a:off x="3580818" y="7829706"/>
            <a:ext cx="39010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" dirty="0">
                <a:solidFill>
                  <a:schemeClr val="bg1"/>
                </a:solidFill>
                <a:latin typeface="Amasis MT Pro Medium" panose="02040604050005020304" pitchFamily="18" charset="0"/>
              </a:rPr>
              <a:t>SARAH</a:t>
            </a:r>
          </a:p>
          <a:p>
            <a:pPr algn="ctr"/>
            <a:r>
              <a:rPr lang="en-GB" sz="200" dirty="0">
                <a:solidFill>
                  <a:schemeClr val="bg1"/>
                </a:solidFill>
                <a:latin typeface="Amasis MT Pro Medium" panose="02040604050005020304" pitchFamily="18" charset="0"/>
              </a:rPr>
              <a:t>AGERGAARD</a:t>
            </a:r>
          </a:p>
          <a:p>
            <a:pPr algn="ctr"/>
            <a:r>
              <a:rPr lang="en-GB" sz="200" dirty="0">
                <a:solidFill>
                  <a:schemeClr val="bg1"/>
                </a:solidFill>
                <a:latin typeface="Amasis MT Pro Medium" panose="02040604050005020304" pitchFamily="18" charset="0"/>
              </a:rPr>
              <a:t>CHRISTENSEN</a:t>
            </a:r>
          </a:p>
        </p:txBody>
      </p:sp>
      <p:sp>
        <p:nvSpPr>
          <p:cNvPr id="3256" name="Tekstfelt 3255">
            <a:extLst>
              <a:ext uri="{FF2B5EF4-FFF2-40B4-BE49-F238E27FC236}">
                <a16:creationId xmlns:a16="http://schemas.microsoft.com/office/drawing/2014/main" id="{E1361493-1815-EAF8-DEB3-B277777A7B57}"/>
              </a:ext>
            </a:extLst>
          </p:cNvPr>
          <p:cNvSpPr txBox="1"/>
          <p:nvPr/>
        </p:nvSpPr>
        <p:spPr>
          <a:xfrm>
            <a:off x="3430799" y="7532877"/>
            <a:ext cx="39010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" dirty="0">
                <a:solidFill>
                  <a:schemeClr val="bg1"/>
                </a:solidFill>
                <a:latin typeface="Amasis MT Pro Medium" panose="02040604050005020304" pitchFamily="18" charset="0"/>
              </a:rPr>
              <a:t>SOFIA</a:t>
            </a:r>
          </a:p>
          <a:p>
            <a:pPr algn="ctr"/>
            <a:r>
              <a:rPr lang="en-GB" sz="200" dirty="0">
                <a:solidFill>
                  <a:schemeClr val="bg1"/>
                </a:solidFill>
                <a:latin typeface="Amasis MT Pro Medium" panose="02040604050005020304" pitchFamily="18" charset="0"/>
              </a:rPr>
              <a:t>KATARINA</a:t>
            </a:r>
          </a:p>
          <a:p>
            <a:pPr algn="ctr"/>
            <a:r>
              <a:rPr lang="en-GB" sz="200" dirty="0">
                <a:solidFill>
                  <a:schemeClr val="bg1"/>
                </a:solidFill>
                <a:latin typeface="Amasis MT Pro Medium" panose="02040604050005020304" pitchFamily="18" charset="0"/>
              </a:rPr>
              <a:t>ALDENRYD</a:t>
            </a:r>
          </a:p>
        </p:txBody>
      </p:sp>
      <p:sp>
        <p:nvSpPr>
          <p:cNvPr id="3257" name="Tekstfelt 3256">
            <a:extLst>
              <a:ext uri="{FF2B5EF4-FFF2-40B4-BE49-F238E27FC236}">
                <a16:creationId xmlns:a16="http://schemas.microsoft.com/office/drawing/2014/main" id="{C8660723-1B28-8B58-D864-079C561D9C76}"/>
              </a:ext>
            </a:extLst>
          </p:cNvPr>
          <p:cNvSpPr txBox="1"/>
          <p:nvPr/>
        </p:nvSpPr>
        <p:spPr>
          <a:xfrm>
            <a:off x="2718397" y="7645257"/>
            <a:ext cx="39010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" dirty="0">
                <a:solidFill>
                  <a:schemeClr val="bg1"/>
                </a:solidFill>
                <a:latin typeface="Amasis MT Pro Medium" panose="02040604050005020304" pitchFamily="18" charset="0"/>
              </a:rPr>
              <a:t>JEPPE</a:t>
            </a:r>
          </a:p>
          <a:p>
            <a:pPr algn="ctr"/>
            <a:r>
              <a:rPr lang="en-GB" sz="200" dirty="0">
                <a:solidFill>
                  <a:schemeClr val="bg1"/>
                </a:solidFill>
                <a:latin typeface="Amasis MT Pro Medium" panose="02040604050005020304" pitchFamily="18" charset="0"/>
              </a:rPr>
              <a:t>MUNK TVÆRMOSE</a:t>
            </a:r>
          </a:p>
        </p:txBody>
      </p:sp>
    </p:spTree>
    <p:extLst>
      <p:ext uri="{BB962C8B-B14F-4D97-AF65-F5344CB8AC3E}">
        <p14:creationId xmlns:p14="http://schemas.microsoft.com/office/powerpoint/2010/main" val="32813599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-tema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324</TotalTime>
  <Words>264</Words>
  <Application>Microsoft Office PowerPoint</Application>
  <PresentationFormat>Brugerdefineret</PresentationFormat>
  <Paragraphs>193</Paragraphs>
  <Slides>1</Slides>
  <Notes>1</Notes>
  <HiddenSlides>0</HiddenSlides>
  <MMClips>0</MMClips>
  <ScaleCrop>false</ScaleCrop>
  <HeadingPairs>
    <vt:vector size="6" baseType="variant">
      <vt:variant>
        <vt:lpstr>Benyttede skrifttyper</vt:lpstr>
      </vt:variant>
      <vt:variant>
        <vt:i4>5</vt:i4>
      </vt:variant>
      <vt:variant>
        <vt:lpstr>Tema</vt:lpstr>
      </vt:variant>
      <vt:variant>
        <vt:i4>1</vt:i4>
      </vt:variant>
      <vt:variant>
        <vt:lpstr>Slidetitler</vt:lpstr>
      </vt:variant>
      <vt:variant>
        <vt:i4>1</vt:i4>
      </vt:variant>
    </vt:vector>
  </HeadingPairs>
  <TitlesOfParts>
    <vt:vector size="7" baseType="lpstr">
      <vt:lpstr>Amasis MT Pro</vt:lpstr>
      <vt:lpstr>Amasis MT Pro Medium</vt:lpstr>
      <vt:lpstr>Aptos</vt:lpstr>
      <vt:lpstr>Aptos Display</vt:lpstr>
      <vt:lpstr>Arial</vt:lpstr>
      <vt:lpstr>Office-tema</vt:lpstr>
      <vt:lpstr>PowerPoint-præsentation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Kasper Fuglsang Jordt</dc:creator>
  <cp:lastModifiedBy>Kasper Fuglsang Jordt</cp:lastModifiedBy>
  <cp:revision>9</cp:revision>
  <cp:lastPrinted>2025-11-01T14:55:25Z</cp:lastPrinted>
  <dcterms:created xsi:type="dcterms:W3CDTF">2025-10-22T20:20:37Z</dcterms:created>
  <dcterms:modified xsi:type="dcterms:W3CDTF">2025-11-01T14:56:10Z</dcterms:modified>
</cp:coreProperties>
</file>